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theme/themeOverride1.xml" ContentType="application/vnd.openxmlformats-officedocument.themeOverride+xml"/>
  <Override PartName="/ppt/theme/themeOverride2.xml" ContentType="application/vnd.openxmlformats-officedocument.themeOverride+xml"/>
  <Override PartName="/ppt/theme/themeOverride3.xml" ContentType="application/vnd.openxmlformats-officedocument.themeOverride+xml"/>
  <Override PartName="/ppt/theme/themeOverride4.xml" ContentType="application/vnd.openxmlformats-officedocument.themeOverride+xml"/>
  <Override PartName="/ppt/theme/themeOverride5.xml" ContentType="application/vnd.openxmlformats-officedocument.themeOverride+xml"/>
  <Override PartName="/ppt/theme/themeOverride6.xml" ContentType="application/vnd.openxmlformats-officedocument.themeOverr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4"/>
  </p:sldMasterIdLst>
  <p:notesMasterIdLst>
    <p:notesMasterId r:id="rId25"/>
  </p:notesMasterIdLst>
  <p:sldIdLst>
    <p:sldId id="256" r:id="rId5"/>
    <p:sldId id="291" r:id="rId6"/>
    <p:sldId id="258" r:id="rId7"/>
    <p:sldId id="317" r:id="rId8"/>
    <p:sldId id="270" r:id="rId9"/>
    <p:sldId id="294" r:id="rId10"/>
    <p:sldId id="319" r:id="rId11"/>
    <p:sldId id="329" r:id="rId12"/>
    <p:sldId id="318" r:id="rId13"/>
    <p:sldId id="322" r:id="rId14"/>
    <p:sldId id="323" r:id="rId15"/>
    <p:sldId id="328" r:id="rId16"/>
    <p:sldId id="324" r:id="rId17"/>
    <p:sldId id="325" r:id="rId18"/>
    <p:sldId id="327" r:id="rId19"/>
    <p:sldId id="271" r:id="rId20"/>
    <p:sldId id="326" r:id="rId21"/>
    <p:sldId id="272" r:id="rId22"/>
    <p:sldId id="320" r:id="rId23"/>
    <p:sldId id="261" r:id="rId24"/>
  </p:sldIdLst>
  <p:sldSz cx="12192000" cy="6858000"/>
  <p:notesSz cx="6858000" cy="9144000"/>
  <p:custDataLst>
    <p:tags r:id="rId26"/>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2E18"/>
    <a:srgbClr val="F6F6F8"/>
    <a:srgbClr val="0D0912"/>
    <a:srgbClr val="565C66"/>
    <a:srgbClr val="575C66"/>
    <a:srgbClr val="5D626D"/>
    <a:srgbClr val="FFC625"/>
    <a:srgbClr val="0D1019"/>
    <a:srgbClr val="05070D"/>
    <a:srgbClr val="FFECB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88" autoAdjust="0"/>
    <p:restoredTop sz="96201" autoAdjust="0"/>
  </p:normalViewPr>
  <p:slideViewPr>
    <p:cSldViewPr snapToGrid="0">
      <p:cViewPr varScale="1">
        <p:scale>
          <a:sx n="106" d="100"/>
          <a:sy n="106" d="100"/>
        </p:scale>
        <p:origin x="792" y="108"/>
      </p:cViewPr>
      <p:guideLst/>
    </p:cSldViewPr>
  </p:slideViewPr>
  <p:outlineViewPr>
    <p:cViewPr>
      <p:scale>
        <a:sx n="33" d="100"/>
        <a:sy n="33" d="100"/>
      </p:scale>
      <p:origin x="0" y="0"/>
    </p:cViewPr>
  </p:outlineViewPr>
  <p:notesTextViewPr>
    <p:cViewPr>
      <p:scale>
        <a:sx n="3" d="2"/>
        <a:sy n="3" d="2"/>
      </p:scale>
      <p:origin x="0" y="0"/>
    </p:cViewPr>
  </p:notesTextViewPr>
  <p:sorterViewPr>
    <p:cViewPr>
      <p:scale>
        <a:sx n="75" d="100"/>
        <a:sy n="75"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ags" Target="tags/tag1.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31" Type="http://schemas.microsoft.com/office/2016/11/relationships/changesInfo" Target="changesInfos/changesInfo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presProps" Target="presProps.xml"/><Relationship Id="rId30"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Zi yi Zhang (Chinasoft Shanghai)" userId="889434de-a257-482e-b37a-310609d597e0" providerId="ADAL" clId="{0E0668E5-239F-446E-AD49-3A3E0316D272}"/>
    <pc:docChg chg="custSel modSld">
      <pc:chgData name="Zi yi Zhang (Chinasoft Shanghai)" userId="889434de-a257-482e-b37a-310609d597e0" providerId="ADAL" clId="{0E0668E5-239F-446E-AD49-3A3E0316D272}" dt="2022-11-22T03:08:17.734" v="1" actId="478"/>
      <pc:docMkLst>
        <pc:docMk/>
      </pc:docMkLst>
      <pc:sldChg chg="addSp delSp modSp mod modClrScheme chgLayout">
        <pc:chgData name="Zi yi Zhang (Chinasoft Shanghai)" userId="889434de-a257-482e-b37a-310609d597e0" providerId="ADAL" clId="{0E0668E5-239F-446E-AD49-3A3E0316D272}" dt="2022-11-22T03:08:17.734" v="1" actId="478"/>
        <pc:sldMkLst>
          <pc:docMk/>
          <pc:sldMk cId="871142929" sldId="291"/>
        </pc:sldMkLst>
        <pc:spChg chg="add del mod ord">
          <ac:chgData name="Zi yi Zhang (Chinasoft Shanghai)" userId="889434de-a257-482e-b37a-310609d597e0" providerId="ADAL" clId="{0E0668E5-239F-446E-AD49-3A3E0316D272}" dt="2022-11-22T03:08:17.734" v="1" actId="478"/>
          <ac:spMkLst>
            <pc:docMk/>
            <pc:sldMk cId="871142929" sldId="291"/>
            <ac:spMk id="6" creationId="{01CB3DF3-39CE-1D9D-01F7-5F0C31F54ED7}"/>
          </ac:spMkLst>
        </pc:spChg>
        <pc:spChg chg="add del mod ord">
          <ac:chgData name="Zi yi Zhang (Chinasoft Shanghai)" userId="889434de-a257-482e-b37a-310609d597e0" providerId="ADAL" clId="{0E0668E5-239F-446E-AD49-3A3E0316D272}" dt="2022-11-22T03:08:17.734" v="1" actId="478"/>
          <ac:spMkLst>
            <pc:docMk/>
            <pc:sldMk cId="871142929" sldId="291"/>
            <ac:spMk id="9" creationId="{3B40CCD0-10D2-8FA2-C73C-2FAAF93CF2DE}"/>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86D8963-CFCD-4740-AF60-049850373CDF}" type="datetimeFigureOut">
              <a:rPr lang="zh-CN" altLang="en-US" smtClean="0"/>
              <a:t>2025/4/16</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9E6FDB6-6D2B-46C1-9FA1-D82906A37C3A}" type="slidenum">
              <a:rPr lang="zh-CN" altLang="en-US" smtClean="0"/>
              <a:t>‹#›</a:t>
            </a:fld>
            <a:endParaRPr lang="zh-CN" altLang="en-US"/>
          </a:p>
        </p:txBody>
      </p:sp>
    </p:spTree>
    <p:extLst>
      <p:ext uri="{BB962C8B-B14F-4D97-AF65-F5344CB8AC3E}">
        <p14:creationId xmlns:p14="http://schemas.microsoft.com/office/powerpoint/2010/main" val="218498155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userDrawn="1">
  <p:cSld name="标题幻灯片">
    <p:bg>
      <p:bgPr>
        <a:solidFill>
          <a:srgbClr val="F6F6F8"/>
        </a:solidFill>
        <a:effectLst/>
      </p:bgPr>
    </p:bg>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05B5A7EA-146C-4305-9439-2E099275C5F6}"/>
              </a:ext>
            </a:extLst>
          </p:cNvPr>
          <p:cNvSpPr/>
          <p:nvPr userDrawn="1"/>
        </p:nvSpPr>
        <p:spPr>
          <a:xfrm>
            <a:off x="0" y="0"/>
            <a:ext cx="12192000" cy="6858000"/>
          </a:xfrm>
          <a:prstGeom prst="rect">
            <a:avLst/>
          </a:prstGeom>
          <a:blipFill>
            <a:blip r:embed="rId2"/>
            <a:srcRect/>
            <a:stretch>
              <a:fillRect l="1" t="-1" r="-7" b="1230"/>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802" name="标题 9801"/>
          <p:cNvSpPr>
            <a:spLocks noGrp="1"/>
          </p:cNvSpPr>
          <p:nvPr userDrawn="1">
            <p:ph type="ctrTitle" hasCustomPrompt="1"/>
          </p:nvPr>
        </p:nvSpPr>
        <p:spPr>
          <a:xfrm>
            <a:off x="956667" y="995881"/>
            <a:ext cx="10278667" cy="1970506"/>
          </a:xfrm>
        </p:spPr>
        <p:txBody>
          <a:bodyPr anchor="ctr">
            <a:normAutofit/>
          </a:bodyPr>
          <a:lstStyle>
            <a:lvl1pPr algn="ctr">
              <a:defRPr sz="4000">
                <a:solidFill>
                  <a:srgbClr val="0D0912"/>
                </a:solidFill>
              </a:defRPr>
            </a:lvl1pPr>
          </a:lstStyle>
          <a:p>
            <a:r>
              <a:rPr lang="en-US" dirty="0"/>
              <a:t>Click to edit master title style</a:t>
            </a:r>
            <a:endParaRPr lang="zh-CN" altLang="en-US" dirty="0"/>
          </a:p>
        </p:txBody>
      </p:sp>
      <p:sp>
        <p:nvSpPr>
          <p:cNvPr id="9801" name="副标题 9800"/>
          <p:cNvSpPr>
            <a:spLocks noGrp="1"/>
          </p:cNvSpPr>
          <p:nvPr userDrawn="1">
            <p:ph type="subTitle" idx="1" hasCustomPrompt="1"/>
          </p:nvPr>
        </p:nvSpPr>
        <p:spPr>
          <a:xfrm>
            <a:off x="956667" y="2973810"/>
            <a:ext cx="10278666" cy="497402"/>
          </a:xfrm>
        </p:spPr>
        <p:txBody>
          <a:bodyPr anchor="ctr">
            <a:normAutofit/>
          </a:bodyPr>
          <a:lstStyle>
            <a:lvl1pPr marL="0" indent="0" algn="ctr">
              <a:buNone/>
              <a:defRPr sz="2000">
                <a:solidFill>
                  <a:srgbClr val="0D0912"/>
                </a:solidFill>
              </a:defRPr>
            </a:lvl1pPr>
            <a:lvl2pPr marL="457178" indent="0" algn="ctr">
              <a:buNone/>
              <a:defRPr sz="2000"/>
            </a:lvl2pPr>
            <a:lvl3pPr marL="914354" indent="0" algn="ctr">
              <a:buNone/>
              <a:defRPr sz="1800"/>
            </a:lvl3pPr>
            <a:lvl4pPr marL="1371532" indent="0" algn="ctr">
              <a:buNone/>
              <a:defRPr sz="1600"/>
            </a:lvl4pPr>
            <a:lvl5pPr marL="1828709" indent="0" algn="ctr">
              <a:buNone/>
              <a:defRPr sz="1600"/>
            </a:lvl5pPr>
            <a:lvl6pPr marL="2285886" indent="0" algn="ctr">
              <a:buNone/>
              <a:defRPr sz="1600"/>
            </a:lvl6pPr>
            <a:lvl7pPr marL="2743062" indent="0" algn="ctr">
              <a:buNone/>
              <a:defRPr sz="1600"/>
            </a:lvl7pPr>
            <a:lvl8pPr marL="3200240" indent="0" algn="ctr">
              <a:buNone/>
              <a:defRPr sz="1600"/>
            </a:lvl8pPr>
            <a:lvl9pPr marL="3657418" indent="0" algn="ctr">
              <a:buNone/>
              <a:defRPr sz="1600"/>
            </a:lvl9pPr>
          </a:lstStyle>
          <a:p>
            <a:r>
              <a:rPr lang="en-US" dirty="0"/>
              <a:t>Click to edit master subtitle style</a:t>
            </a:r>
          </a:p>
        </p:txBody>
      </p:sp>
      <p:sp>
        <p:nvSpPr>
          <p:cNvPr id="12" name="文本占位符 11"/>
          <p:cNvSpPr>
            <a:spLocks noGrp="1"/>
          </p:cNvSpPr>
          <p:nvPr userDrawn="1">
            <p:ph type="body" sz="quarter" idx="10" hasCustomPrompt="1"/>
          </p:nvPr>
        </p:nvSpPr>
        <p:spPr>
          <a:xfrm>
            <a:off x="956667" y="4081282"/>
            <a:ext cx="10278666" cy="258922"/>
          </a:xfrm>
        </p:spPr>
        <p:txBody>
          <a:bodyPr vert="horz" anchor="ctr">
            <a:noAutofit/>
          </a:bodyPr>
          <a:lstStyle>
            <a:lvl1pPr marL="0" indent="0" algn="ctr">
              <a:buNone/>
              <a:defRPr sz="1500" b="0">
                <a:solidFill>
                  <a:srgbClr val="0D0912"/>
                </a:solidFill>
              </a:defRPr>
            </a:lvl1pPr>
            <a:lvl2pPr marL="457177" indent="0">
              <a:buNone/>
              <a:defRPr/>
            </a:lvl2pPr>
            <a:lvl3pPr marL="914353" indent="0">
              <a:buNone/>
              <a:defRPr/>
            </a:lvl3pPr>
            <a:lvl4pPr marL="1371531" indent="0">
              <a:buNone/>
              <a:defRPr/>
            </a:lvl4pPr>
            <a:lvl5pPr marL="1828709" indent="0">
              <a:buNone/>
              <a:defRPr/>
            </a:lvl5pPr>
          </a:lstStyle>
          <a:p>
            <a:pPr lvl="0"/>
            <a:r>
              <a:rPr lang="en-US" altLang="zh-CN" dirty="0"/>
              <a:t>Signature</a:t>
            </a:r>
          </a:p>
        </p:txBody>
      </p:sp>
      <p:sp>
        <p:nvSpPr>
          <p:cNvPr id="13" name="文本占位符 12"/>
          <p:cNvSpPr>
            <a:spLocks noGrp="1"/>
          </p:cNvSpPr>
          <p:nvPr userDrawn="1">
            <p:ph type="body" sz="quarter" idx="11" hasCustomPrompt="1"/>
          </p:nvPr>
        </p:nvSpPr>
        <p:spPr>
          <a:xfrm>
            <a:off x="956667" y="4382443"/>
            <a:ext cx="10278667" cy="296392"/>
          </a:xfrm>
        </p:spPr>
        <p:txBody>
          <a:bodyPr vert="horz" anchor="ctr">
            <a:noAutofit/>
          </a:bodyPr>
          <a:lstStyle>
            <a:lvl1pPr marL="0" indent="0" algn="ctr">
              <a:buNone/>
              <a:defRPr sz="1500" b="0">
                <a:solidFill>
                  <a:srgbClr val="0D0912"/>
                </a:solidFill>
              </a:defRPr>
            </a:lvl1pPr>
            <a:lvl2pPr marL="457177" indent="0">
              <a:buNone/>
              <a:defRPr/>
            </a:lvl2pPr>
            <a:lvl3pPr marL="914353" indent="0">
              <a:buNone/>
              <a:defRPr/>
            </a:lvl3pPr>
            <a:lvl4pPr marL="1371531" indent="0">
              <a:buNone/>
              <a:defRPr/>
            </a:lvl4pPr>
            <a:lvl5pPr marL="1828709" indent="0">
              <a:buNone/>
              <a:defRPr/>
            </a:lvl5pPr>
          </a:lstStyle>
          <a:p>
            <a:pPr lvl="0"/>
            <a:r>
              <a:rPr lang="en-US" altLang="zh-CN" dirty="0"/>
              <a:t>Date</a:t>
            </a:r>
            <a:endParaRPr lang="zh-CN" altLang="en-US" dirty="0"/>
          </a:p>
        </p:txBody>
      </p:sp>
    </p:spTree>
    <p:extLst>
      <p:ext uri="{BB962C8B-B14F-4D97-AF65-F5344CB8AC3E}">
        <p14:creationId xmlns:p14="http://schemas.microsoft.com/office/powerpoint/2010/main" val="2882586885"/>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目录">
    <p:spTree>
      <p:nvGrpSpPr>
        <p:cNvPr id="1" name=""/>
        <p:cNvGrpSpPr/>
        <p:nvPr/>
      </p:nvGrpSpPr>
      <p:grpSpPr>
        <a:xfrm>
          <a:off x="0" y="0"/>
          <a:ext cx="0" cy="0"/>
          <a:chOff x="0" y="0"/>
          <a:chExt cx="0" cy="0"/>
        </a:xfrm>
      </p:grpSpPr>
      <p:sp>
        <p:nvSpPr>
          <p:cNvPr id="3" name="日期占位符 2">
            <a:extLst>
              <a:ext uri="{FF2B5EF4-FFF2-40B4-BE49-F238E27FC236}">
                <a16:creationId xmlns:a16="http://schemas.microsoft.com/office/drawing/2014/main" id="{9888B6D7-9D3F-49D7-BACE-73A9D1149A74}"/>
              </a:ext>
            </a:extLst>
          </p:cNvPr>
          <p:cNvSpPr>
            <a:spLocks noGrp="1"/>
          </p:cNvSpPr>
          <p:nvPr>
            <p:ph type="dt" sz="half" idx="10"/>
          </p:nvPr>
        </p:nvSpPr>
        <p:spPr/>
        <p:txBody>
          <a:bodyPr/>
          <a:lstStyle/>
          <a:p>
            <a:fld id="{6489D9C7-5DC6-4263-87FF-7C99F6FB63C3}" type="datetime1">
              <a:rPr lang="zh-CN" altLang="en-US" smtClean="0"/>
              <a:t>2025/4/16</a:t>
            </a:fld>
            <a:endParaRPr lang="zh-CN" altLang="en-US"/>
          </a:p>
        </p:txBody>
      </p:sp>
      <p:sp>
        <p:nvSpPr>
          <p:cNvPr id="4" name="页脚占位符 3">
            <a:extLst>
              <a:ext uri="{FF2B5EF4-FFF2-40B4-BE49-F238E27FC236}">
                <a16:creationId xmlns:a16="http://schemas.microsoft.com/office/drawing/2014/main" id="{7AC997A4-1DD8-4731-B9FD-42398A20FF85}"/>
              </a:ext>
            </a:extLst>
          </p:cNvPr>
          <p:cNvSpPr>
            <a:spLocks noGrp="1"/>
          </p:cNvSpPr>
          <p:nvPr>
            <p:ph type="ftr" sz="quarter" idx="11"/>
          </p:nvPr>
        </p:nvSpPr>
        <p:spPr/>
        <p:txBody>
          <a:bodyPr/>
          <a:lstStyle/>
          <a:p>
            <a:r>
              <a:rPr lang="en-US" altLang="zh-CN"/>
              <a:t>OfficePLUS</a:t>
            </a:r>
            <a:endParaRPr lang="zh-CN" altLang="en-US" dirty="0"/>
          </a:p>
        </p:txBody>
      </p:sp>
      <p:sp>
        <p:nvSpPr>
          <p:cNvPr id="5" name="灯片编号占位符 4">
            <a:extLst>
              <a:ext uri="{FF2B5EF4-FFF2-40B4-BE49-F238E27FC236}">
                <a16:creationId xmlns:a16="http://schemas.microsoft.com/office/drawing/2014/main" id="{DBA9825E-1876-42AD-ABCF-E0E100F351CA}"/>
              </a:ext>
            </a:extLst>
          </p:cNvPr>
          <p:cNvSpPr>
            <a:spLocks noGrp="1"/>
          </p:cNvSpPr>
          <p:nvPr>
            <p:ph type="sldNum" sz="quarter" idx="12"/>
          </p:nvPr>
        </p:nvSpPr>
        <p:spPr/>
        <p:txBody>
          <a:bodyPr/>
          <a:lstStyle/>
          <a:p>
            <a:fld id="{5DD3DB80-B894-403A-B48E-6FDC1A72010E}" type="slidenum">
              <a:rPr lang="zh-CN" altLang="en-US" smtClean="0"/>
              <a:pPr/>
              <a:t>‹#›</a:t>
            </a:fld>
            <a:endParaRPr lang="zh-CN" altLang="en-US"/>
          </a:p>
        </p:txBody>
      </p:sp>
      <p:sp>
        <p:nvSpPr>
          <p:cNvPr id="6" name="标题 5">
            <a:extLst>
              <a:ext uri="{FF2B5EF4-FFF2-40B4-BE49-F238E27FC236}">
                <a16:creationId xmlns:a16="http://schemas.microsoft.com/office/drawing/2014/main" id="{D124F9DB-C87A-423F-9657-38C7A2901430}"/>
              </a:ext>
            </a:extLst>
          </p:cNvPr>
          <p:cNvSpPr>
            <a:spLocks noGrp="1"/>
          </p:cNvSpPr>
          <p:nvPr>
            <p:ph type="title" hasCustomPrompt="1"/>
          </p:nvPr>
        </p:nvSpPr>
        <p:spPr/>
        <p:txBody>
          <a:bodyPr/>
          <a:lstStyle>
            <a:lvl1pPr>
              <a:defRPr/>
            </a:lvl1pPr>
          </a:lstStyle>
          <a:p>
            <a:r>
              <a:rPr lang="en-US" altLang="zh-CN" dirty="0"/>
              <a:t>Click to edit Master title style</a:t>
            </a:r>
            <a:endParaRPr lang="zh-CN" altLang="en-US" dirty="0"/>
          </a:p>
        </p:txBody>
      </p:sp>
      <p:sp>
        <p:nvSpPr>
          <p:cNvPr id="8" name="内容占位符 7">
            <a:extLst>
              <a:ext uri="{FF2B5EF4-FFF2-40B4-BE49-F238E27FC236}">
                <a16:creationId xmlns:a16="http://schemas.microsoft.com/office/drawing/2014/main" id="{2070191C-4093-409C-8FD5-7369A79637AD}"/>
              </a:ext>
            </a:extLst>
          </p:cNvPr>
          <p:cNvSpPr>
            <a:spLocks noGrp="1"/>
          </p:cNvSpPr>
          <p:nvPr>
            <p:ph sz="quarter" idx="13" hasCustomPrompt="1"/>
          </p:nvPr>
        </p:nvSpPr>
        <p:spPr>
          <a:xfrm>
            <a:off x="669925" y="1130299"/>
            <a:ext cx="10850563" cy="5006975"/>
          </a:xfrm>
        </p:spPr>
        <p:txBody>
          <a:bodyPr/>
          <a:lstStyle>
            <a:lvl1pPr>
              <a:defRPr/>
            </a:lvl1pPr>
            <a:lvl2pPr>
              <a:defRPr/>
            </a:lvl2pPr>
            <a:lvl3pPr>
              <a:defRPr/>
            </a:lvl3pPr>
            <a:lvl4pPr>
              <a:defRPr/>
            </a:lvl4pPr>
            <a:lvl5pPr>
              <a:defRPr/>
            </a:lvl5pPr>
          </a:lstStyle>
          <a:p>
            <a:pPr lvl="0"/>
            <a:r>
              <a:rPr lang="en-US" altLang="zh-CN" dirty="0"/>
              <a:t>Edit Master text styles</a:t>
            </a:r>
          </a:p>
          <a:p>
            <a:pPr lvl="1"/>
            <a:r>
              <a:rPr lang="en-US" altLang="zh-CN" dirty="0"/>
              <a:t>Second level</a:t>
            </a:r>
          </a:p>
          <a:p>
            <a:pPr lvl="2"/>
            <a:r>
              <a:rPr lang="en-US" altLang="zh-CN" dirty="0"/>
              <a:t>Third level</a:t>
            </a:r>
          </a:p>
          <a:p>
            <a:pPr lvl="3"/>
            <a:r>
              <a:rPr lang="en-US" altLang="zh-CN" dirty="0"/>
              <a:t>Fourth level</a:t>
            </a:r>
          </a:p>
          <a:p>
            <a:pPr lvl="4"/>
            <a:r>
              <a:rPr lang="en-US" altLang="zh-CN" dirty="0"/>
              <a:t>Fifth level</a:t>
            </a:r>
            <a:endParaRPr lang="zh-CN" altLang="en-US" dirty="0"/>
          </a:p>
        </p:txBody>
      </p:sp>
    </p:spTree>
    <p:extLst>
      <p:ext uri="{BB962C8B-B14F-4D97-AF65-F5344CB8AC3E}">
        <p14:creationId xmlns:p14="http://schemas.microsoft.com/office/powerpoint/2010/main" val="367759340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userDrawn="1">
  <p:cSld name="节标题">
    <p:spTree>
      <p:nvGrpSpPr>
        <p:cNvPr id="1" name=""/>
        <p:cNvGrpSpPr/>
        <p:nvPr/>
      </p:nvGrpSpPr>
      <p:grpSpPr>
        <a:xfrm>
          <a:off x="0" y="0"/>
          <a:ext cx="0" cy="0"/>
          <a:chOff x="0" y="0"/>
          <a:chExt cx="0" cy="0"/>
        </a:xfrm>
      </p:grpSpPr>
      <p:sp>
        <p:nvSpPr>
          <p:cNvPr id="10" name="矩形 9">
            <a:extLst>
              <a:ext uri="{FF2B5EF4-FFF2-40B4-BE49-F238E27FC236}">
                <a16:creationId xmlns:a16="http://schemas.microsoft.com/office/drawing/2014/main" id="{CE55C100-1974-4EB9-A432-384064EC4CE2}"/>
              </a:ext>
            </a:extLst>
          </p:cNvPr>
          <p:cNvSpPr/>
          <p:nvPr userDrawn="1"/>
        </p:nvSpPr>
        <p:spPr>
          <a:xfrm>
            <a:off x="0" y="0"/>
            <a:ext cx="12192000" cy="6858000"/>
          </a:xfrm>
          <a:prstGeom prst="rect">
            <a:avLst/>
          </a:prstGeom>
          <a:blipFill>
            <a:blip r:embed="rId2"/>
            <a:srcRect/>
            <a:stretch>
              <a:fillRect l="1" t="-1" r="-7" b="1230"/>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标题 19"/>
          <p:cNvSpPr>
            <a:spLocks noGrp="1"/>
          </p:cNvSpPr>
          <p:nvPr userDrawn="1">
            <p:ph type="title"/>
          </p:nvPr>
        </p:nvSpPr>
        <p:spPr>
          <a:xfrm>
            <a:off x="5129999" y="2533650"/>
            <a:ext cx="5419185" cy="895350"/>
          </a:xfrm>
        </p:spPr>
        <p:txBody>
          <a:bodyPr anchor="b">
            <a:normAutofit/>
          </a:bodyPr>
          <a:lstStyle>
            <a:lvl1pPr algn="l">
              <a:defRPr sz="2400" b="1">
                <a:solidFill>
                  <a:schemeClr val="tx1"/>
                </a:solidFill>
              </a:defRPr>
            </a:lvl1pPr>
          </a:lstStyle>
          <a:p>
            <a:r>
              <a:rPr lang="en-US" dirty="0"/>
              <a:t>Click to edit Master title style</a:t>
            </a:r>
            <a:endParaRPr lang="zh-CN" altLang="en-US" dirty="0"/>
          </a:p>
        </p:txBody>
      </p:sp>
      <p:sp>
        <p:nvSpPr>
          <p:cNvPr id="21" name="文本占位符 20"/>
          <p:cNvSpPr>
            <a:spLocks noGrp="1"/>
          </p:cNvSpPr>
          <p:nvPr userDrawn="1">
            <p:ph type="body" idx="1"/>
          </p:nvPr>
        </p:nvSpPr>
        <p:spPr>
          <a:xfrm>
            <a:off x="5131115" y="3429000"/>
            <a:ext cx="5419185" cy="1015623"/>
          </a:xfrm>
        </p:spPr>
        <p:txBody>
          <a:bodyPr anchor="t">
            <a:normAutofit/>
          </a:bodyPr>
          <a:lstStyle>
            <a:lvl1pPr marL="0" indent="0" algn="l">
              <a:lnSpc>
                <a:spcPct val="100000"/>
              </a:lnSpc>
              <a:buNone/>
              <a:defRPr sz="1100">
                <a:solidFill>
                  <a:schemeClr val="tx1"/>
                </a:solidFill>
              </a:defRPr>
            </a:lvl1pPr>
            <a:lvl2pPr marL="457178" indent="0">
              <a:buNone/>
              <a:defRPr sz="2000">
                <a:solidFill>
                  <a:schemeClr val="tx1">
                    <a:tint val="75000"/>
                  </a:schemeClr>
                </a:solidFill>
              </a:defRPr>
            </a:lvl2pPr>
            <a:lvl3pPr marL="914354" indent="0">
              <a:buNone/>
              <a:defRPr sz="1800">
                <a:solidFill>
                  <a:schemeClr val="tx1">
                    <a:tint val="75000"/>
                  </a:schemeClr>
                </a:solidFill>
              </a:defRPr>
            </a:lvl3pPr>
            <a:lvl4pPr marL="1371532" indent="0">
              <a:buNone/>
              <a:defRPr sz="1600">
                <a:solidFill>
                  <a:schemeClr val="tx1">
                    <a:tint val="75000"/>
                  </a:schemeClr>
                </a:solidFill>
              </a:defRPr>
            </a:lvl4pPr>
            <a:lvl5pPr marL="1828709" indent="0">
              <a:buNone/>
              <a:defRPr sz="1600">
                <a:solidFill>
                  <a:schemeClr val="tx1">
                    <a:tint val="75000"/>
                  </a:schemeClr>
                </a:solidFill>
              </a:defRPr>
            </a:lvl5pPr>
            <a:lvl6pPr marL="2285886" indent="0">
              <a:buNone/>
              <a:defRPr sz="1600">
                <a:solidFill>
                  <a:schemeClr val="tx1">
                    <a:tint val="75000"/>
                  </a:schemeClr>
                </a:solidFill>
              </a:defRPr>
            </a:lvl6pPr>
            <a:lvl7pPr marL="2743062" indent="0">
              <a:buNone/>
              <a:defRPr sz="1600">
                <a:solidFill>
                  <a:schemeClr val="tx1">
                    <a:tint val="75000"/>
                  </a:schemeClr>
                </a:solidFill>
              </a:defRPr>
            </a:lvl7pPr>
            <a:lvl8pPr marL="3200240" indent="0">
              <a:buNone/>
              <a:defRPr sz="1600">
                <a:solidFill>
                  <a:schemeClr val="tx1">
                    <a:tint val="75000"/>
                  </a:schemeClr>
                </a:solidFill>
              </a:defRPr>
            </a:lvl8pPr>
            <a:lvl9pPr marL="3657418" indent="0">
              <a:buNone/>
              <a:defRPr sz="1600">
                <a:solidFill>
                  <a:schemeClr val="tx1">
                    <a:tint val="75000"/>
                  </a:schemeClr>
                </a:solidFill>
              </a:defRPr>
            </a:lvl9pPr>
          </a:lstStyle>
          <a:p>
            <a:pPr lvl="0"/>
            <a:r>
              <a:rPr lang="en-US" dirty="0"/>
              <a:t>Edit Master text styles</a:t>
            </a:r>
          </a:p>
        </p:txBody>
      </p:sp>
      <p:sp>
        <p:nvSpPr>
          <p:cNvPr id="9" name="等腰三角形 8">
            <a:extLst>
              <a:ext uri="{FF2B5EF4-FFF2-40B4-BE49-F238E27FC236}">
                <a16:creationId xmlns:a16="http://schemas.microsoft.com/office/drawing/2014/main" id="{98BEE1BB-0760-448F-82CC-ED5C5CD19C06}"/>
              </a:ext>
            </a:extLst>
          </p:cNvPr>
          <p:cNvSpPr/>
          <p:nvPr userDrawn="1"/>
        </p:nvSpPr>
        <p:spPr>
          <a:xfrm rot="10800000">
            <a:off x="-1" y="0"/>
            <a:ext cx="12191998" cy="2660631"/>
          </a:xfrm>
          <a:prstGeom prst="triangle">
            <a:avLst/>
          </a:prstGeom>
          <a:solidFill>
            <a:schemeClr val="accent5">
              <a:alpha val="1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等腰三角形 13">
            <a:extLst>
              <a:ext uri="{FF2B5EF4-FFF2-40B4-BE49-F238E27FC236}">
                <a16:creationId xmlns:a16="http://schemas.microsoft.com/office/drawing/2014/main" id="{7DFCC969-23A0-495B-9263-CB0FEB5DD26F}"/>
              </a:ext>
            </a:extLst>
          </p:cNvPr>
          <p:cNvSpPr/>
          <p:nvPr userDrawn="1"/>
        </p:nvSpPr>
        <p:spPr>
          <a:xfrm rot="10800000">
            <a:off x="-1" y="-1"/>
            <a:ext cx="12191998" cy="2189138"/>
          </a:xfrm>
          <a:prstGeom prst="triangle">
            <a:avLst/>
          </a:prstGeom>
          <a:solidFill>
            <a:schemeClr val="accent5">
              <a:alpha val="4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853334272"/>
      </p:ext>
    </p:extLst>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userDrawn="1">
  <p:cSld name="仅标题页">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21C7A1C-3684-4AAF-A408-C63B6CB64104}"/>
              </a:ext>
            </a:extLst>
          </p:cNvPr>
          <p:cNvSpPr>
            <a:spLocks noGrp="1"/>
          </p:cNvSpPr>
          <p:nvPr>
            <p:ph type="title" hasCustomPrompt="1"/>
          </p:nvPr>
        </p:nvSpPr>
        <p:spPr/>
        <p:txBody>
          <a:bodyPr/>
          <a:lstStyle>
            <a:lvl1pPr>
              <a:defRPr/>
            </a:lvl1pPr>
          </a:lstStyle>
          <a:p>
            <a:r>
              <a:rPr lang="en-US" altLang="zh-CN" dirty="0"/>
              <a:t>Click to edit Master title style</a:t>
            </a:r>
            <a:endParaRPr lang="en-US" dirty="0"/>
          </a:p>
        </p:txBody>
      </p:sp>
      <p:sp>
        <p:nvSpPr>
          <p:cNvPr id="3" name="日期占位符 2">
            <a:extLst>
              <a:ext uri="{FF2B5EF4-FFF2-40B4-BE49-F238E27FC236}">
                <a16:creationId xmlns:a16="http://schemas.microsoft.com/office/drawing/2014/main" id="{8986EA5F-D77D-4318-90E9-C04AA8ADC0D1}"/>
              </a:ext>
            </a:extLst>
          </p:cNvPr>
          <p:cNvSpPr>
            <a:spLocks noGrp="1"/>
          </p:cNvSpPr>
          <p:nvPr>
            <p:ph type="dt" sz="half" idx="10"/>
          </p:nvPr>
        </p:nvSpPr>
        <p:spPr/>
        <p:txBody>
          <a:bodyPr/>
          <a:lstStyle/>
          <a:p>
            <a:fld id="{6489D9C7-5DC6-4263-87FF-7C99F6FB63C3}" type="datetime1">
              <a:rPr lang="zh-CN" altLang="en-US" smtClean="0"/>
              <a:t>2025/4/16</a:t>
            </a:fld>
            <a:endParaRPr lang="zh-CN" altLang="en-US"/>
          </a:p>
        </p:txBody>
      </p:sp>
      <p:sp>
        <p:nvSpPr>
          <p:cNvPr id="4" name="页脚占位符 3">
            <a:extLst>
              <a:ext uri="{FF2B5EF4-FFF2-40B4-BE49-F238E27FC236}">
                <a16:creationId xmlns:a16="http://schemas.microsoft.com/office/drawing/2014/main" id="{00832621-D9D9-445E-BFF9-F8348FA1E262}"/>
              </a:ext>
            </a:extLst>
          </p:cNvPr>
          <p:cNvSpPr>
            <a:spLocks noGrp="1"/>
          </p:cNvSpPr>
          <p:nvPr>
            <p:ph type="ftr" sz="quarter" idx="11"/>
          </p:nvPr>
        </p:nvSpPr>
        <p:spPr/>
        <p:txBody>
          <a:bodyPr/>
          <a:lstStyle/>
          <a:p>
            <a:r>
              <a:rPr lang="en-US" altLang="zh-CN"/>
              <a:t>OfficePLUS</a:t>
            </a:r>
            <a:endParaRPr lang="zh-CN" altLang="en-US" dirty="0"/>
          </a:p>
        </p:txBody>
      </p:sp>
      <p:sp>
        <p:nvSpPr>
          <p:cNvPr id="5" name="灯片编号占位符 4">
            <a:extLst>
              <a:ext uri="{FF2B5EF4-FFF2-40B4-BE49-F238E27FC236}">
                <a16:creationId xmlns:a16="http://schemas.microsoft.com/office/drawing/2014/main" id="{8371151B-F790-4A9F-962F-B8718A9560A9}"/>
              </a:ext>
            </a:extLst>
          </p:cNvPr>
          <p:cNvSpPr>
            <a:spLocks noGrp="1"/>
          </p:cNvSpPr>
          <p:nvPr>
            <p:ph type="sldNum" sz="quarter" idx="12"/>
          </p:nvPr>
        </p:nvSpPr>
        <p:spPr/>
        <p:txBody>
          <a:bodyPr/>
          <a:lstStyle/>
          <a:p>
            <a:fld id="{5DD3DB80-B894-403A-B48E-6FDC1A72010E}" type="slidenum">
              <a:rPr lang="zh-CN" altLang="en-US" smtClean="0"/>
              <a:pPr/>
              <a:t>‹#›</a:t>
            </a:fld>
            <a:endParaRPr lang="zh-CN" altLang="en-US"/>
          </a:p>
        </p:txBody>
      </p:sp>
    </p:spTree>
    <p:extLst>
      <p:ext uri="{BB962C8B-B14F-4D97-AF65-F5344CB8AC3E}">
        <p14:creationId xmlns:p14="http://schemas.microsoft.com/office/powerpoint/2010/main" val="128417621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34177286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末尾幻灯片">
    <p:spTree>
      <p:nvGrpSpPr>
        <p:cNvPr id="1" name=""/>
        <p:cNvGrpSpPr/>
        <p:nvPr/>
      </p:nvGrpSpPr>
      <p:grpSpPr>
        <a:xfrm>
          <a:off x="0" y="0"/>
          <a:ext cx="0" cy="0"/>
          <a:chOff x="0" y="0"/>
          <a:chExt cx="0" cy="0"/>
        </a:xfrm>
      </p:grpSpPr>
      <p:sp>
        <p:nvSpPr>
          <p:cNvPr id="10" name="矩形 9">
            <a:extLst>
              <a:ext uri="{FF2B5EF4-FFF2-40B4-BE49-F238E27FC236}">
                <a16:creationId xmlns:a16="http://schemas.microsoft.com/office/drawing/2014/main" id="{9A63700B-81CB-4E40-AF48-C93EFAD3326F}"/>
              </a:ext>
            </a:extLst>
          </p:cNvPr>
          <p:cNvSpPr/>
          <p:nvPr userDrawn="1"/>
        </p:nvSpPr>
        <p:spPr>
          <a:xfrm>
            <a:off x="0" y="1"/>
            <a:ext cx="12192000" cy="6858000"/>
          </a:xfrm>
          <a:prstGeom prst="rect">
            <a:avLst/>
          </a:prstGeom>
          <a:blipFill>
            <a:blip r:embed="rId2"/>
            <a:srcRect/>
            <a:stretch>
              <a:fillRect l="1" t="-1" r="-7" b="1230"/>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矩形 1">
            <a:extLst>
              <a:ext uri="{FF2B5EF4-FFF2-40B4-BE49-F238E27FC236}">
                <a16:creationId xmlns:a16="http://schemas.microsoft.com/office/drawing/2014/main" id="{D5C94A9A-2C11-4DB2-B054-FD29B6285AFA}"/>
              </a:ext>
            </a:extLst>
          </p:cNvPr>
          <p:cNvSpPr/>
          <p:nvPr userDrawn="1"/>
        </p:nvSpPr>
        <p:spPr>
          <a:xfrm>
            <a:off x="0" y="2106245"/>
            <a:ext cx="12192000" cy="2645512"/>
          </a:xfrm>
          <a:prstGeom prst="rect">
            <a:avLst/>
          </a:prstGeom>
          <a:solidFill>
            <a:schemeClr val="accent6">
              <a:alpha val="8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文本占位符 14"/>
          <p:cNvSpPr>
            <a:spLocks noGrp="1"/>
          </p:cNvSpPr>
          <p:nvPr userDrawn="1">
            <p:ph type="body" sz="quarter" idx="18" hasCustomPrompt="1"/>
          </p:nvPr>
        </p:nvSpPr>
        <p:spPr>
          <a:xfrm>
            <a:off x="3657600" y="4199719"/>
            <a:ext cx="4876800" cy="310871"/>
          </a:xfrm>
        </p:spPr>
        <p:txBody>
          <a:bodyPr vert="horz" lIns="91440" tIns="45720" rIns="91440" bIns="45720" rtlCol="0">
            <a:normAutofit/>
          </a:bodyPr>
          <a:lstStyle>
            <a:lvl1pPr marL="0" indent="0" algn="ctr">
              <a:buNone/>
              <a:defRPr lang="zh-CN" altLang="en-US" sz="1500" smtClean="0">
                <a:solidFill>
                  <a:schemeClr val="bg1"/>
                </a:solidFill>
              </a:defRPr>
            </a:lvl1pPr>
            <a:lvl2pPr>
              <a:defRPr lang="zh-CN" altLang="en-US" sz="2000" smtClean="0"/>
            </a:lvl2pPr>
            <a:lvl3pPr>
              <a:defRPr lang="zh-CN" altLang="en-US" sz="1800" smtClean="0"/>
            </a:lvl3pPr>
            <a:lvl4pPr>
              <a:defRPr lang="zh-CN" altLang="en-US" sz="1600" smtClean="0"/>
            </a:lvl4pPr>
            <a:lvl5pPr>
              <a:defRPr lang="zh-CN" altLang="en-US" sz="1600"/>
            </a:lvl5pPr>
          </a:lstStyle>
          <a:p>
            <a:pPr marL="228589" marR="0" lvl="0" indent="-228589" fontAlgn="auto">
              <a:spcAft>
                <a:spcPts val="0"/>
              </a:spcAft>
              <a:buClrTx/>
              <a:buSzTx/>
              <a:tabLst/>
            </a:pPr>
            <a:r>
              <a:rPr lang="en-US" altLang="zh-CN" dirty="0"/>
              <a:t>Data</a:t>
            </a:r>
          </a:p>
        </p:txBody>
      </p:sp>
      <p:sp>
        <p:nvSpPr>
          <p:cNvPr id="6" name="文本占位符 5">
            <a:extLst>
              <a:ext uri="{FF2B5EF4-FFF2-40B4-BE49-F238E27FC236}">
                <a16:creationId xmlns:a16="http://schemas.microsoft.com/office/drawing/2014/main" id="{05EBDA4F-7210-4CAE-8333-80DB24212E78}"/>
              </a:ext>
            </a:extLst>
          </p:cNvPr>
          <p:cNvSpPr>
            <a:spLocks noGrp="1"/>
          </p:cNvSpPr>
          <p:nvPr userDrawn="1">
            <p:ph type="body" sz="quarter" idx="10" hasCustomPrompt="1"/>
          </p:nvPr>
        </p:nvSpPr>
        <p:spPr>
          <a:xfrm>
            <a:off x="3657600" y="3903448"/>
            <a:ext cx="4876800" cy="296271"/>
          </a:xfrm>
        </p:spPr>
        <p:txBody>
          <a:bodyPr vert="horz" anchor="ctr">
            <a:noAutofit/>
          </a:bodyPr>
          <a:lstStyle>
            <a:lvl1pPr marL="0" indent="0" algn="ctr">
              <a:buNone/>
              <a:defRPr sz="1500" b="0">
                <a:solidFill>
                  <a:schemeClr val="bg1"/>
                </a:solidFill>
              </a:defRPr>
            </a:lvl1pPr>
            <a:lvl2pPr marL="457177" indent="0">
              <a:buNone/>
              <a:defRPr/>
            </a:lvl2pPr>
            <a:lvl3pPr marL="914353" indent="0">
              <a:buNone/>
              <a:defRPr/>
            </a:lvl3pPr>
            <a:lvl4pPr marL="1371531" indent="0">
              <a:buNone/>
              <a:defRPr/>
            </a:lvl4pPr>
            <a:lvl5pPr marL="1828709" indent="0">
              <a:buNone/>
              <a:defRPr/>
            </a:lvl5pPr>
          </a:lstStyle>
          <a:p>
            <a:pPr lvl="0"/>
            <a:r>
              <a:rPr lang="en-US" altLang="zh-CN" dirty="0"/>
              <a:t>Signature</a:t>
            </a:r>
          </a:p>
        </p:txBody>
      </p:sp>
      <p:sp>
        <p:nvSpPr>
          <p:cNvPr id="13" name="标题 12"/>
          <p:cNvSpPr>
            <a:spLocks noGrp="1"/>
          </p:cNvSpPr>
          <p:nvPr userDrawn="1">
            <p:ph type="ctrTitle" hasCustomPrompt="1"/>
          </p:nvPr>
        </p:nvSpPr>
        <p:spPr>
          <a:xfrm>
            <a:off x="3657601" y="2093475"/>
            <a:ext cx="4876800" cy="1417642"/>
          </a:xfrm>
        </p:spPr>
        <p:txBody>
          <a:bodyPr anchor="b">
            <a:normAutofit/>
          </a:bodyPr>
          <a:lstStyle>
            <a:lvl1pPr marL="0" indent="0" algn="ctr">
              <a:buFont typeface="Arial" panose="020B0604020202020204" pitchFamily="34" charset="0"/>
              <a:buNone/>
              <a:defRPr sz="3600">
                <a:solidFill>
                  <a:schemeClr val="bg1"/>
                </a:solidFill>
              </a:defRPr>
            </a:lvl1pPr>
          </a:lstStyle>
          <a:p>
            <a:r>
              <a:rPr lang="en-US" altLang="zh-CN" dirty="0"/>
              <a:t>Conclusion</a:t>
            </a:r>
            <a:endParaRPr lang="zh-CN" altLang="en-US" dirty="0"/>
          </a:p>
        </p:txBody>
      </p:sp>
    </p:spTree>
    <p:extLst>
      <p:ext uri="{BB962C8B-B14F-4D97-AF65-F5344CB8AC3E}">
        <p14:creationId xmlns:p14="http://schemas.microsoft.com/office/powerpoint/2010/main" val="2378658405"/>
      </p:ext>
    </p:extLst>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669924" y="1"/>
            <a:ext cx="10850563" cy="1028699"/>
          </a:xfrm>
          <a:prstGeom prst="rect">
            <a:avLst/>
          </a:prstGeom>
        </p:spPr>
        <p:txBody>
          <a:bodyPr vert="horz" lIns="91440" tIns="45720" rIns="91440" bIns="45720" rtlCol="0" anchor="b">
            <a:normAutofit/>
          </a:bodyPr>
          <a:lstStyle/>
          <a:p>
            <a:r>
              <a:rPr lang="en-US" altLang="zh-CN" dirty="0"/>
              <a:t>Click to edit Master title style</a:t>
            </a:r>
            <a:endParaRPr lang="zh-CN" altLang="en-US" dirty="0"/>
          </a:p>
        </p:txBody>
      </p:sp>
      <p:sp>
        <p:nvSpPr>
          <p:cNvPr id="3" name="文本占位符 2"/>
          <p:cNvSpPr>
            <a:spLocks noGrp="1"/>
          </p:cNvSpPr>
          <p:nvPr>
            <p:ph type="body" idx="1"/>
          </p:nvPr>
        </p:nvSpPr>
        <p:spPr>
          <a:xfrm>
            <a:off x="669924" y="1123950"/>
            <a:ext cx="10850563" cy="5019675"/>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zh-CN" altLang="en-US" dirty="0"/>
          </a:p>
        </p:txBody>
      </p:sp>
      <p:cxnSp>
        <p:nvCxnSpPr>
          <p:cNvPr id="7" name="直接连接符 6"/>
          <p:cNvCxnSpPr/>
          <p:nvPr userDrawn="1"/>
        </p:nvCxnSpPr>
        <p:spPr>
          <a:xfrm>
            <a:off x="669924" y="1028700"/>
            <a:ext cx="10850563" cy="0"/>
          </a:xfrm>
          <a:prstGeom prst="line">
            <a:avLst/>
          </a:prstGeom>
          <a:ln w="31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8" name="日期占位符 7">
            <a:extLst>
              <a:ext uri="{FF2B5EF4-FFF2-40B4-BE49-F238E27FC236}">
                <a16:creationId xmlns:a16="http://schemas.microsoft.com/office/drawing/2014/main" id="{04388434-9949-479C-A9C3-67A953F6A939}"/>
              </a:ext>
            </a:extLst>
          </p:cNvPr>
          <p:cNvSpPr>
            <a:spLocks noGrp="1"/>
          </p:cNvSpPr>
          <p:nvPr>
            <p:ph type="dt" sz="half" idx="2"/>
          </p:nvPr>
        </p:nvSpPr>
        <p:spPr>
          <a:xfrm>
            <a:off x="5401732" y="6240463"/>
            <a:ext cx="1388536" cy="206381"/>
          </a:xfrm>
          <a:prstGeom prst="rect">
            <a:avLst/>
          </a:prstGeom>
        </p:spPr>
        <p:txBody>
          <a:bodyPr vert="horz" lIns="91440" tIns="45720" rIns="91440" bIns="45720" rtlCol="0" anchor="ctr"/>
          <a:lstStyle>
            <a:lvl1pPr algn="ctr">
              <a:defRPr sz="1000">
                <a:solidFill>
                  <a:schemeClr val="tx1">
                    <a:lumMod val="50000"/>
                    <a:lumOff val="50000"/>
                  </a:schemeClr>
                </a:solidFill>
              </a:defRPr>
            </a:lvl1pPr>
          </a:lstStyle>
          <a:p>
            <a:fld id="{6489D9C7-5DC6-4263-87FF-7C99F6FB63C3}" type="datetime1">
              <a:rPr lang="zh-CN" altLang="en-US" smtClean="0"/>
              <a:t>2025/4/16</a:t>
            </a:fld>
            <a:endParaRPr lang="zh-CN" altLang="en-US"/>
          </a:p>
        </p:txBody>
      </p:sp>
      <p:sp>
        <p:nvSpPr>
          <p:cNvPr id="9" name="页脚占位符 8">
            <a:extLst>
              <a:ext uri="{FF2B5EF4-FFF2-40B4-BE49-F238E27FC236}">
                <a16:creationId xmlns:a16="http://schemas.microsoft.com/office/drawing/2014/main" id="{50A5656E-7A33-4865-A262-1F96263BAA16}"/>
              </a:ext>
            </a:extLst>
          </p:cNvPr>
          <p:cNvSpPr>
            <a:spLocks noGrp="1"/>
          </p:cNvSpPr>
          <p:nvPr>
            <p:ph type="ftr" sz="quarter" idx="3"/>
          </p:nvPr>
        </p:nvSpPr>
        <p:spPr>
          <a:xfrm>
            <a:off x="669924" y="6240463"/>
            <a:ext cx="4140201" cy="206381"/>
          </a:xfrm>
          <a:prstGeom prst="rect">
            <a:avLst/>
          </a:prstGeom>
        </p:spPr>
        <p:txBody>
          <a:bodyPr vert="horz" lIns="91440" tIns="45720" rIns="91440" bIns="45720" rtlCol="0" anchor="ctr"/>
          <a:lstStyle>
            <a:lvl1pPr algn="l">
              <a:defRPr sz="1000">
                <a:solidFill>
                  <a:schemeClr val="tx1">
                    <a:lumMod val="50000"/>
                    <a:lumOff val="50000"/>
                  </a:schemeClr>
                </a:solidFill>
              </a:defRPr>
            </a:lvl1pPr>
          </a:lstStyle>
          <a:p>
            <a:r>
              <a:rPr lang="en-US" altLang="zh-CN" dirty="0"/>
              <a:t>OfficePLUS</a:t>
            </a:r>
            <a:endParaRPr lang="zh-CN" altLang="en-US" dirty="0"/>
          </a:p>
        </p:txBody>
      </p:sp>
      <p:sp>
        <p:nvSpPr>
          <p:cNvPr id="10" name="灯片编号占位符 9">
            <a:extLst>
              <a:ext uri="{FF2B5EF4-FFF2-40B4-BE49-F238E27FC236}">
                <a16:creationId xmlns:a16="http://schemas.microsoft.com/office/drawing/2014/main" id="{5BF52F79-380E-4278-8B67-588AFE5840F9}"/>
              </a:ext>
            </a:extLst>
          </p:cNvPr>
          <p:cNvSpPr>
            <a:spLocks noGrp="1"/>
          </p:cNvSpPr>
          <p:nvPr>
            <p:ph type="sldNum" sz="quarter" idx="4"/>
          </p:nvPr>
        </p:nvSpPr>
        <p:spPr>
          <a:xfrm>
            <a:off x="8610599" y="6240463"/>
            <a:ext cx="2909888" cy="206381"/>
          </a:xfrm>
          <a:prstGeom prst="rect">
            <a:avLst/>
          </a:prstGeom>
        </p:spPr>
        <p:txBody>
          <a:bodyPr vert="horz" lIns="91440" tIns="45720" rIns="91440" bIns="45720" rtlCol="0" anchor="ctr"/>
          <a:lstStyle>
            <a:lvl1pPr algn="r">
              <a:defRPr sz="1000">
                <a:solidFill>
                  <a:schemeClr val="tx1">
                    <a:lumMod val="50000"/>
                    <a:lumOff val="50000"/>
                  </a:schemeClr>
                </a:solidFill>
              </a:defRPr>
            </a:lvl1pPr>
          </a:lstStyle>
          <a:p>
            <a:fld id="{5DD3DB80-B894-403A-B48E-6FDC1A72010E}" type="slidenum">
              <a:rPr lang="zh-CN" altLang="en-US" smtClean="0"/>
              <a:pPr/>
              <a:t>‹#›</a:t>
            </a:fld>
            <a:endParaRPr lang="zh-CN" altLang="en-US"/>
          </a:p>
        </p:txBody>
      </p:sp>
    </p:spTree>
    <p:extLst>
      <p:ext uri="{BB962C8B-B14F-4D97-AF65-F5344CB8AC3E}">
        <p14:creationId xmlns:p14="http://schemas.microsoft.com/office/powerpoint/2010/main" val="3784027784"/>
      </p:ext>
    </p:extLst>
  </p:cSld>
  <p:clrMap bg1="lt1" tx1="dk1" bg2="lt2" tx2="dk2" accent1="accent1" accent2="accent2" accent3="accent3" accent4="accent4" accent5="accent5" accent6="accent6" hlink="hlink" folHlink="folHlink"/>
  <p:sldLayoutIdLst>
    <p:sldLayoutId id="2147483660" r:id="rId1"/>
    <p:sldLayoutId id="2147483669" r:id="rId2"/>
    <p:sldLayoutId id="2147483651" r:id="rId3"/>
    <p:sldLayoutId id="2147483662" r:id="rId4"/>
    <p:sldLayoutId id="2147483655" r:id="rId5"/>
    <p:sldLayoutId id="2147483661" r:id="rId6"/>
  </p:sldLayoutIdLst>
  <p:hf hdr="0" dt="0"/>
  <p:txStyles>
    <p:titleStyle>
      <a:lvl1pPr algn="l" defTabSz="914354" rtl="0" eaLnBrk="1" latinLnBrk="0" hangingPunct="1">
        <a:lnSpc>
          <a:spcPct val="90000"/>
        </a:lnSpc>
        <a:spcBef>
          <a:spcPct val="0"/>
        </a:spcBef>
        <a:buNone/>
        <a:defRPr sz="2800" b="1" kern="1200">
          <a:solidFill>
            <a:schemeClr val="tx1"/>
          </a:solidFill>
          <a:latin typeface="+mj-lt"/>
          <a:ea typeface="+mj-ea"/>
          <a:cs typeface="+mj-cs"/>
        </a:defRPr>
      </a:lvl1pPr>
    </p:titleStyle>
    <p:bodyStyle>
      <a:lvl1pPr marL="228589" indent="-228589" algn="l" defTabSz="914354"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766" indent="-228589" algn="l" defTabSz="914354"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2942" indent="-228589" algn="l" defTabSz="914354"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120" indent="-228589" algn="l" defTabSz="914354"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298" indent="-228589" algn="l" defTabSz="914354"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474"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652"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829"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006"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354" rtl="0" eaLnBrk="1" latinLnBrk="0" hangingPunct="1">
        <a:defRPr sz="1800" kern="1200">
          <a:solidFill>
            <a:schemeClr val="tx1"/>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2"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422">
          <p15:clr>
            <a:srgbClr val="F26B43"/>
          </p15:clr>
        </p15:guide>
        <p15:guide id="2" pos="7257">
          <p15:clr>
            <a:srgbClr val="F26B43"/>
          </p15:clr>
        </p15:guide>
        <p15:guide id="3" orient="horz" pos="648">
          <p15:clr>
            <a:srgbClr val="F26B43"/>
          </p15:clr>
        </p15:guide>
        <p15:guide id="4" orient="horz" pos="712">
          <p15:clr>
            <a:srgbClr val="F26B43"/>
          </p15:clr>
        </p15:guide>
        <p15:guide id="5" orient="horz" pos="3931">
          <p15:clr>
            <a:srgbClr val="F26B43"/>
          </p15:clr>
        </p15:guide>
        <p15:guide id="6" orient="horz" pos="3866">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1.xml"/><Relationship Id="rId1" Type="http://schemas.openxmlformats.org/officeDocument/2006/relationships/themeOverride" Target="../theme/themeOverride1.xml"/><Relationship Id="rId4" Type="http://schemas.openxmlformats.org/officeDocument/2006/relationships/image" Target="../media/image2.emf"/></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hemeOverride" Target="../theme/themeOverr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hemeOverride" Target="../theme/themeOverride3.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4.xml"/><Relationship Id="rId5" Type="http://schemas.openxmlformats.org/officeDocument/2006/relationships/image" Target="../media/image12.png"/><Relationship Id="rId4" Type="http://schemas.openxmlformats.org/officeDocument/2006/relationships/image" Target="../media/image11.png"/></Relationships>
</file>

<file path=ppt/slides/_rels/slide1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hemeOverride" Target="../theme/themeOverride4.xml"/></Relationships>
</file>

<file path=ppt/slides/_rels/slide1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4.xml"/><Relationship Id="rId6" Type="http://schemas.openxmlformats.org/officeDocument/2006/relationships/image" Target="../media/image12.png"/><Relationship Id="rId5" Type="http://schemas.openxmlformats.org/officeDocument/2006/relationships/image" Target="../media/image18.png"/><Relationship Id="rId4" Type="http://schemas.openxmlformats.org/officeDocument/2006/relationships/image" Target="../media/image17.png"/></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hemeOverride" Target="../theme/themeOverride5.xml"/></Relationships>
</file>

<file path=ppt/slides/_rels/slide19.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6.xml"/><Relationship Id="rId1" Type="http://schemas.openxmlformats.org/officeDocument/2006/relationships/themeOverride" Target="../theme/themeOverride6.xml"/><Relationship Id="rId4" Type="http://schemas.openxmlformats.org/officeDocument/2006/relationships/image" Target="../media/image2.e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对象 2" hidden="1">
            <a:extLst>
              <a:ext uri="{FF2B5EF4-FFF2-40B4-BE49-F238E27FC236}">
                <a16:creationId xmlns:a16="http://schemas.microsoft.com/office/drawing/2014/main" id="{3C326D0B-7DAB-41B6-8030-2E4A18CC949B}"/>
              </a:ext>
            </a:extLst>
          </p:cNvPr>
          <p:cNvGraphicFramePr>
            <a:graphicFrameLocks noChangeAspect="1"/>
          </p:cNvGraphicFramePr>
          <p:nvPr>
            <p:extLst>
              <p:ext uri="{D42A27DB-BD31-4B8C-83A1-F6EECF244321}">
                <p14:modId xmlns:p14="http://schemas.microsoft.com/office/powerpoint/2010/main" val="258408615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47" imgH="348" progId="TCLayout.ActiveDocument.1">
                  <p:embed/>
                </p:oleObj>
              </mc:Choice>
              <mc:Fallback>
                <p:oleObj name="think-cell Slide" r:id="rId3" imgW="347" imgH="348" progId="TCLayout.ActiveDocument.1">
                  <p:embed/>
                  <p:pic>
                    <p:nvPicPr>
                      <p:cNvPr id="3" name="" hidden="1">
                        <a:extLst>
                          <a:ext uri="{FF2B5EF4-FFF2-40B4-BE49-F238E27FC236}">
                            <a16:creationId xmlns:a16="http://schemas.microsoft.com/office/drawing/2014/main" id="{3C326D0B-7DAB-41B6-8030-2E4A18CC949B}"/>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矩形 1" hidden="1">
            <a:extLst>
              <a:ext uri="{FF2B5EF4-FFF2-40B4-BE49-F238E27FC236}">
                <a16:creationId xmlns:a16="http://schemas.microsoft.com/office/drawing/2014/main" id="{EC933494-1B63-4A32-964F-D05236799BAA}"/>
              </a:ext>
            </a:extLst>
          </p:cNvPr>
          <p:cNvSpPr/>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algn="ctr">
              <a:lnSpc>
                <a:spcPct val="90000"/>
              </a:lnSpc>
              <a:spcBef>
                <a:spcPct val="0"/>
              </a:spcBef>
              <a:spcAft>
                <a:spcPct val="0"/>
              </a:spcAft>
            </a:pPr>
            <a:endParaRPr lang="en-US" altLang="zh-CN" sz="4000" b="1" dirty="0">
              <a:cs typeface="+mn-ea"/>
              <a:sym typeface="+mn-lt"/>
            </a:endParaRPr>
          </a:p>
        </p:txBody>
      </p:sp>
      <p:sp>
        <p:nvSpPr>
          <p:cNvPr id="4" name="标题 3"/>
          <p:cNvSpPr>
            <a:spLocks noGrp="1"/>
          </p:cNvSpPr>
          <p:nvPr>
            <p:ph type="ctrTitle"/>
          </p:nvPr>
        </p:nvSpPr>
        <p:spPr>
          <a:xfrm>
            <a:off x="651849" y="1771807"/>
            <a:ext cx="10583483" cy="2085519"/>
          </a:xfrm>
        </p:spPr>
        <p:txBody>
          <a:bodyPr>
            <a:normAutofit/>
          </a:bodyPr>
          <a:lstStyle/>
          <a:p>
            <a:r>
              <a:rPr lang="zh-CN" altLang="en-US" dirty="0">
                <a:solidFill>
                  <a:schemeClr val="tx1"/>
                </a:solidFill>
                <a:latin typeface="+mn-lt"/>
                <a:ea typeface="+mn-ea"/>
                <a:cs typeface="+mn-ea"/>
              </a:rPr>
              <a:t>基于微信小程序的智能记账系统的设计与实现</a:t>
            </a:r>
            <a:br>
              <a:rPr lang="en-US" altLang="zh-CN" dirty="0">
                <a:solidFill>
                  <a:schemeClr val="tx1"/>
                </a:solidFill>
                <a:latin typeface="+mn-lt"/>
                <a:ea typeface="+mn-ea"/>
                <a:cs typeface="+mn-ea"/>
                <a:sym typeface="+mn-lt"/>
              </a:rPr>
            </a:br>
            <a:br>
              <a:rPr lang="en-US" altLang="zh-CN" dirty="0">
                <a:solidFill>
                  <a:schemeClr val="tx1"/>
                </a:solidFill>
                <a:latin typeface="+mn-lt"/>
                <a:ea typeface="+mn-ea"/>
                <a:cs typeface="+mn-ea"/>
                <a:sym typeface="+mn-lt"/>
              </a:rPr>
            </a:br>
            <a:r>
              <a:rPr lang="zh-CN" altLang="en-US" sz="3600" b="0" dirty="0">
                <a:solidFill>
                  <a:schemeClr val="tx1"/>
                </a:solidFill>
                <a:latin typeface="+mn-lt"/>
                <a:ea typeface="+mn-ea"/>
                <a:cs typeface="+mn-ea"/>
                <a:sym typeface="+mn-lt"/>
              </a:rPr>
              <a:t>毕业答辩</a:t>
            </a:r>
            <a:endParaRPr lang="zh-CN" altLang="en-US" b="0" dirty="0">
              <a:solidFill>
                <a:schemeClr val="tx1"/>
              </a:solidFill>
              <a:latin typeface="+mn-lt"/>
              <a:ea typeface="+mn-ea"/>
              <a:cs typeface="+mn-ea"/>
              <a:sym typeface="+mn-lt"/>
            </a:endParaRPr>
          </a:p>
        </p:txBody>
      </p:sp>
      <p:sp>
        <p:nvSpPr>
          <p:cNvPr id="5" name="副标题 4"/>
          <p:cNvSpPr>
            <a:spLocks noGrp="1"/>
          </p:cNvSpPr>
          <p:nvPr>
            <p:ph type="subTitle" idx="1"/>
          </p:nvPr>
        </p:nvSpPr>
        <p:spPr>
          <a:xfrm>
            <a:off x="956666" y="3784510"/>
            <a:ext cx="10278666" cy="258923"/>
          </a:xfrm>
        </p:spPr>
        <p:txBody>
          <a:bodyPr>
            <a:normAutofit fontScale="92500" lnSpcReduction="20000"/>
          </a:bodyPr>
          <a:lstStyle/>
          <a:p>
            <a:r>
              <a:rPr lang="zh-CN" altLang="en-US" sz="1500" spc="300" dirty="0">
                <a:solidFill>
                  <a:schemeClr val="tx1"/>
                </a:solidFill>
                <a:cs typeface="+mn-ea"/>
                <a:sym typeface="+mn-lt"/>
              </a:rPr>
              <a:t> 答辩人：伯松</a:t>
            </a:r>
            <a:r>
              <a:rPr lang="zh-CN" altLang="en-US" sz="1400" spc="300" dirty="0">
                <a:solidFill>
                  <a:schemeClr val="tx1"/>
                </a:solidFill>
                <a:cs typeface="+mn-ea"/>
                <a:sym typeface="+mn-lt"/>
              </a:rPr>
              <a:t>衡</a:t>
            </a:r>
            <a:endParaRPr lang="en-US" altLang="zh-CN" sz="1400" spc="300" dirty="0">
              <a:solidFill>
                <a:schemeClr val="tx1"/>
              </a:solidFill>
              <a:cs typeface="+mn-ea"/>
              <a:sym typeface="+mn-lt"/>
            </a:endParaRPr>
          </a:p>
        </p:txBody>
      </p:sp>
      <p:sp>
        <p:nvSpPr>
          <p:cNvPr id="6" name="文本占位符 5"/>
          <p:cNvSpPr>
            <a:spLocks noGrp="1"/>
          </p:cNvSpPr>
          <p:nvPr>
            <p:ph type="body" sz="quarter" idx="10"/>
          </p:nvPr>
        </p:nvSpPr>
        <p:spPr>
          <a:xfrm>
            <a:off x="956666" y="4043433"/>
            <a:ext cx="10278666" cy="258922"/>
          </a:xfrm>
        </p:spPr>
        <p:txBody>
          <a:bodyPr/>
          <a:lstStyle/>
          <a:p>
            <a:r>
              <a:rPr lang="zh-CN" altLang="en-US" sz="1400" dirty="0">
                <a:solidFill>
                  <a:schemeClr val="tx1"/>
                </a:solidFill>
                <a:cs typeface="+mn-ea"/>
                <a:sym typeface="+mn-lt"/>
              </a:rPr>
              <a:t>指导老师：胡壹伟</a:t>
            </a:r>
            <a:endParaRPr lang="en-US" altLang="zh-CN" sz="1400" dirty="0">
              <a:solidFill>
                <a:schemeClr val="tx1"/>
              </a:solidFill>
              <a:cs typeface="+mn-ea"/>
              <a:sym typeface="+mn-lt"/>
            </a:endParaRPr>
          </a:p>
        </p:txBody>
      </p:sp>
      <p:sp>
        <p:nvSpPr>
          <p:cNvPr id="7" name="文本占位符 6"/>
          <p:cNvSpPr>
            <a:spLocks noGrp="1"/>
          </p:cNvSpPr>
          <p:nvPr>
            <p:ph type="body" sz="quarter" idx="11"/>
          </p:nvPr>
        </p:nvSpPr>
        <p:spPr>
          <a:xfrm>
            <a:off x="956665" y="4674461"/>
            <a:ext cx="10278667" cy="296392"/>
          </a:xfrm>
        </p:spPr>
        <p:txBody>
          <a:bodyPr/>
          <a:lstStyle/>
          <a:p>
            <a:r>
              <a:rPr lang="en-US" altLang="zh-CN" sz="1400" dirty="0">
                <a:solidFill>
                  <a:schemeClr val="tx1"/>
                </a:solidFill>
                <a:cs typeface="+mn-ea"/>
                <a:sym typeface="+mn-lt"/>
              </a:rPr>
              <a:t>2025.04.16</a:t>
            </a:r>
            <a:endParaRPr lang="en-US" altLang="en-US" sz="1400" dirty="0">
              <a:solidFill>
                <a:schemeClr val="tx1"/>
              </a:solidFill>
              <a:cs typeface="+mn-ea"/>
              <a:sym typeface="+mn-lt"/>
            </a:endParaRPr>
          </a:p>
        </p:txBody>
      </p:sp>
    </p:spTree>
    <p:extLst>
      <p:ext uri="{BB962C8B-B14F-4D97-AF65-F5344CB8AC3E}">
        <p14:creationId xmlns:p14="http://schemas.microsoft.com/office/powerpoint/2010/main" val="227174189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title="iSlide™ 版权声明  COPYRIGHT NOTICE"/>
          <p:cNvGrpSpPr>
            <a:grpSpLocks noChangeAspect="1"/>
          </p:cNvGrpSpPr>
          <p:nvPr/>
        </p:nvGrpSpPr>
        <p:grpSpPr>
          <a:xfrm>
            <a:off x="669925" y="1123950"/>
            <a:ext cx="10850563" cy="4301492"/>
            <a:chOff x="669925" y="1123950"/>
            <a:chExt cx="10850563" cy="4301492"/>
          </a:xfrm>
        </p:grpSpPr>
        <p:sp>
          <p:nvSpPr>
            <p:cNvPr id="3" name="矩形 2"/>
            <p:cNvSpPr/>
            <p:nvPr/>
          </p:nvSpPr>
          <p:spPr>
            <a:xfrm>
              <a:off x="669925" y="1123950"/>
              <a:ext cx="10850563" cy="152345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a:endParaRPr lang="zh-CN" altLang="en-US">
                <a:cs typeface="+mn-ea"/>
                <a:sym typeface="+mn-lt"/>
              </a:endParaRPr>
            </a:p>
          </p:txBody>
        </p:sp>
        <p:grpSp>
          <p:nvGrpSpPr>
            <p:cNvPr id="4" name="组合 3"/>
            <p:cNvGrpSpPr/>
            <p:nvPr/>
          </p:nvGrpSpPr>
          <p:grpSpPr>
            <a:xfrm>
              <a:off x="669925" y="1643428"/>
              <a:ext cx="3530781" cy="707886"/>
              <a:chOff x="669925" y="1643428"/>
              <a:chExt cx="3530781" cy="707886"/>
            </a:xfrm>
          </p:grpSpPr>
          <p:sp>
            <p:nvSpPr>
              <p:cNvPr id="29" name="文本框 28">
                <a:extLst>
                  <a:ext uri="{FF2B5EF4-FFF2-40B4-BE49-F238E27FC236}">
                    <a16:creationId xmlns:a16="http://schemas.microsoft.com/office/drawing/2014/main" id="{FCBCE448-A746-45FC-ABE2-27B64D489326}"/>
                  </a:ext>
                </a:extLst>
              </p:cNvPr>
              <p:cNvSpPr txBox="1"/>
              <p:nvPr/>
            </p:nvSpPr>
            <p:spPr bwMode="auto">
              <a:xfrm>
                <a:off x="669925" y="1643428"/>
                <a:ext cx="2996384"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spcBef>
                    <a:spcPct val="0"/>
                  </a:spcBef>
                </a:pPr>
                <a:r>
                  <a:rPr lang="zh-CN" altLang="en-US" sz="4000" b="1" dirty="0">
                    <a:solidFill>
                      <a:schemeClr val="bg1"/>
                    </a:solidFill>
                    <a:cs typeface="+mn-ea"/>
                    <a:sym typeface="+mn-lt"/>
                  </a:rPr>
                  <a:t>目录</a:t>
                </a:r>
                <a:endParaRPr lang="en-US" altLang="zh-CN" sz="4000" b="1" dirty="0">
                  <a:solidFill>
                    <a:schemeClr val="bg1"/>
                  </a:solidFill>
                  <a:cs typeface="+mn-ea"/>
                  <a:sym typeface="+mn-lt"/>
                </a:endParaRPr>
              </a:p>
            </p:txBody>
          </p:sp>
          <p:cxnSp>
            <p:nvCxnSpPr>
              <p:cNvPr id="30" name="直接连接符 29"/>
              <p:cNvCxnSpPr/>
              <p:nvPr/>
            </p:nvCxnSpPr>
            <p:spPr>
              <a:xfrm>
                <a:off x="673100" y="2351314"/>
                <a:ext cx="3527606" cy="0"/>
              </a:xfrm>
              <a:prstGeom prst="line">
                <a:avLst/>
              </a:prstGeom>
              <a:ln w="19050" cap="rnd">
                <a:solidFill>
                  <a:schemeClr val="bg1"/>
                </a:solidFill>
                <a:round/>
              </a:ln>
            </p:spPr>
            <p:style>
              <a:lnRef idx="1">
                <a:schemeClr val="accent1"/>
              </a:lnRef>
              <a:fillRef idx="0">
                <a:schemeClr val="accent1"/>
              </a:fillRef>
              <a:effectRef idx="0">
                <a:schemeClr val="accent1"/>
              </a:effectRef>
              <a:fontRef idx="minor">
                <a:schemeClr val="tx1"/>
              </a:fontRef>
            </p:style>
          </p:cxnSp>
        </p:grpSp>
        <p:sp>
          <p:nvSpPr>
            <p:cNvPr id="5" name="文本框 4"/>
            <p:cNvSpPr txBox="1"/>
            <p:nvPr/>
          </p:nvSpPr>
          <p:spPr>
            <a:xfrm>
              <a:off x="2496930" y="2973966"/>
              <a:ext cx="540533" cy="400110"/>
            </a:xfrm>
            <a:prstGeom prst="rect">
              <a:avLst/>
            </a:prstGeom>
          </p:spPr>
          <p:txBody>
            <a:bodyPr vert="horz" wrap="square" lIns="91440" tIns="45720" rIns="91440" bIns="45720" rtlCol="0" anchor="ctr"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a:r>
                <a:rPr lang="en-US" sz="2000" b="1" dirty="0">
                  <a:solidFill>
                    <a:schemeClr val="accent1"/>
                  </a:solidFill>
                  <a:cs typeface="+mn-ea"/>
                  <a:sym typeface="+mn-lt"/>
                </a:rPr>
                <a:t>01.</a:t>
              </a:r>
            </a:p>
          </p:txBody>
        </p:sp>
        <p:sp>
          <p:nvSpPr>
            <p:cNvPr id="7" name="矩形 6"/>
            <p:cNvSpPr/>
            <p:nvPr/>
          </p:nvSpPr>
          <p:spPr>
            <a:xfrm>
              <a:off x="3002545" y="2989355"/>
              <a:ext cx="8517942" cy="369332"/>
            </a:xfrm>
            <a:prstGeom prst="rect">
              <a:avLst/>
            </a:prstGeom>
          </p:spPr>
          <p:txBody>
            <a:bodyPr wrap="square" lIns="91440" tIns="45720" rIns="91440" bIns="45720" anchor="ctr" anchorCtr="0">
              <a:normAutofit/>
            </a:bodyPr>
            <a:lstStyle/>
            <a:p>
              <a:pPr>
                <a:spcBef>
                  <a:spcPct val="0"/>
                </a:spcBef>
              </a:pPr>
              <a:r>
                <a:rPr lang="zh-CN" altLang="en-US" b="1" dirty="0">
                  <a:cs typeface="+mn-ea"/>
                  <a:sym typeface="+mn-lt"/>
                </a:rPr>
                <a:t>选题的背景与意义</a:t>
              </a:r>
            </a:p>
          </p:txBody>
        </p:sp>
        <p:sp>
          <p:nvSpPr>
            <p:cNvPr id="8" name="文本框 7"/>
            <p:cNvSpPr txBox="1"/>
            <p:nvPr/>
          </p:nvSpPr>
          <p:spPr>
            <a:xfrm>
              <a:off x="2496929" y="3620422"/>
              <a:ext cx="540534" cy="400110"/>
            </a:xfrm>
            <a:prstGeom prst="rect">
              <a:avLst/>
            </a:prstGeom>
          </p:spPr>
          <p:txBody>
            <a:bodyPr vert="horz" wrap="square" lIns="91440" tIns="45720" rIns="91440" bIns="45720" rtlCol="0" anchor="ctr"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a:r>
                <a:rPr lang="en-US" altLang="zh-CN" sz="2000" b="1" dirty="0">
                  <a:solidFill>
                    <a:schemeClr val="accent1"/>
                  </a:solidFill>
                  <a:cs typeface="+mn-ea"/>
                  <a:sym typeface="+mn-lt"/>
                </a:rPr>
                <a:t>02.</a:t>
              </a:r>
              <a:endParaRPr lang="en-US" sz="2000" b="1" dirty="0">
                <a:solidFill>
                  <a:schemeClr val="accent1"/>
                </a:solidFill>
                <a:cs typeface="+mn-ea"/>
                <a:sym typeface="+mn-lt"/>
              </a:endParaRPr>
            </a:p>
          </p:txBody>
        </p:sp>
        <p:sp>
          <p:nvSpPr>
            <p:cNvPr id="10" name="矩形 9"/>
            <p:cNvSpPr/>
            <p:nvPr/>
          </p:nvSpPr>
          <p:spPr>
            <a:xfrm>
              <a:off x="3002545" y="3635811"/>
              <a:ext cx="8517942" cy="369332"/>
            </a:xfrm>
            <a:prstGeom prst="rect">
              <a:avLst/>
            </a:prstGeom>
          </p:spPr>
          <p:txBody>
            <a:bodyPr wrap="square" lIns="91440" tIns="45720" rIns="91440" bIns="45720" anchor="ctr" anchorCtr="0">
              <a:normAutofit/>
            </a:bodyPr>
            <a:lstStyle/>
            <a:p>
              <a:r>
                <a:rPr lang="zh-CN" altLang="en-US" b="1" dirty="0">
                  <a:cs typeface="+mn-ea"/>
                  <a:sym typeface="+mn-lt"/>
                </a:rPr>
                <a:t>开发的流程</a:t>
              </a:r>
            </a:p>
          </p:txBody>
        </p:sp>
        <p:sp>
          <p:nvSpPr>
            <p:cNvPr id="11" name="文本框 10"/>
            <p:cNvSpPr txBox="1"/>
            <p:nvPr/>
          </p:nvSpPr>
          <p:spPr>
            <a:xfrm>
              <a:off x="2496929" y="4266878"/>
              <a:ext cx="540534" cy="400110"/>
            </a:xfrm>
            <a:prstGeom prst="rect">
              <a:avLst/>
            </a:prstGeom>
          </p:spPr>
          <p:txBody>
            <a:bodyPr vert="horz" wrap="square" lIns="91440" tIns="45720" rIns="91440" bIns="45720" rtlCol="0" anchor="ctr"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a:r>
                <a:rPr lang="en-US" altLang="zh-CN" sz="2000" b="1" dirty="0">
                  <a:solidFill>
                    <a:schemeClr val="accent1"/>
                  </a:solidFill>
                  <a:cs typeface="+mn-ea"/>
                  <a:sym typeface="+mn-lt"/>
                </a:rPr>
                <a:t>03.</a:t>
              </a:r>
              <a:endParaRPr lang="en-US" sz="2000" b="1" dirty="0">
                <a:solidFill>
                  <a:schemeClr val="accent1"/>
                </a:solidFill>
                <a:cs typeface="+mn-ea"/>
                <a:sym typeface="+mn-lt"/>
              </a:endParaRPr>
            </a:p>
          </p:txBody>
        </p:sp>
        <p:sp>
          <p:nvSpPr>
            <p:cNvPr id="13" name="矩形 12"/>
            <p:cNvSpPr/>
            <p:nvPr/>
          </p:nvSpPr>
          <p:spPr>
            <a:xfrm>
              <a:off x="3002545" y="4282267"/>
              <a:ext cx="8517942" cy="369332"/>
            </a:xfrm>
            <a:prstGeom prst="rect">
              <a:avLst/>
            </a:prstGeom>
          </p:spPr>
          <p:txBody>
            <a:bodyPr wrap="square" lIns="91440" tIns="45720" rIns="91440" bIns="45720" anchor="ctr" anchorCtr="0">
              <a:normAutofit/>
            </a:bodyPr>
            <a:lstStyle/>
            <a:p>
              <a:pPr>
                <a:spcBef>
                  <a:spcPct val="0"/>
                </a:spcBef>
              </a:pPr>
              <a:r>
                <a:rPr lang="zh-CN" altLang="en-US" b="1" dirty="0">
                  <a:cs typeface="+mn-ea"/>
                  <a:sym typeface="+mn-lt"/>
                </a:rPr>
                <a:t>开发的成果</a:t>
              </a:r>
            </a:p>
          </p:txBody>
        </p:sp>
        <p:sp>
          <p:nvSpPr>
            <p:cNvPr id="14" name="文本框 13"/>
            <p:cNvSpPr txBox="1"/>
            <p:nvPr/>
          </p:nvSpPr>
          <p:spPr>
            <a:xfrm>
              <a:off x="2496929" y="4913334"/>
              <a:ext cx="540534" cy="400110"/>
            </a:xfrm>
            <a:prstGeom prst="rect">
              <a:avLst/>
            </a:prstGeom>
          </p:spPr>
          <p:txBody>
            <a:bodyPr vert="horz" wrap="square" lIns="91440" tIns="45720" rIns="91440" bIns="45720" rtlCol="0" anchor="ctr"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a:r>
                <a:rPr lang="en-US" altLang="zh-CN" sz="2000" b="1" dirty="0">
                  <a:solidFill>
                    <a:schemeClr val="accent1"/>
                  </a:solidFill>
                  <a:cs typeface="+mn-ea"/>
                  <a:sym typeface="+mn-lt"/>
                </a:rPr>
                <a:t>04.</a:t>
              </a:r>
              <a:endParaRPr lang="en-US" sz="2000" b="1" dirty="0">
                <a:solidFill>
                  <a:schemeClr val="accent1"/>
                </a:solidFill>
                <a:cs typeface="+mn-ea"/>
                <a:sym typeface="+mn-lt"/>
              </a:endParaRPr>
            </a:p>
          </p:txBody>
        </p:sp>
        <p:sp>
          <p:nvSpPr>
            <p:cNvPr id="16" name="矩形 15"/>
            <p:cNvSpPr/>
            <p:nvPr/>
          </p:nvSpPr>
          <p:spPr>
            <a:xfrm>
              <a:off x="3002545" y="4928723"/>
              <a:ext cx="8517942" cy="369332"/>
            </a:xfrm>
            <a:prstGeom prst="rect">
              <a:avLst/>
            </a:prstGeom>
          </p:spPr>
          <p:txBody>
            <a:bodyPr wrap="square" lIns="91440" tIns="45720" rIns="91440" bIns="45720" anchor="ctr" anchorCtr="0">
              <a:normAutofit/>
            </a:bodyPr>
            <a:lstStyle/>
            <a:p>
              <a:r>
                <a:rPr lang="zh-CN" altLang="en-US" b="1" dirty="0">
                  <a:cs typeface="+mn-ea"/>
                  <a:sym typeface="+mn-lt"/>
                </a:rPr>
                <a:t>项目感言</a:t>
              </a:r>
            </a:p>
          </p:txBody>
        </p:sp>
        <p:sp>
          <p:nvSpPr>
            <p:cNvPr id="17" name="箭头: V 形 16"/>
            <p:cNvSpPr/>
            <p:nvPr/>
          </p:nvSpPr>
          <p:spPr>
            <a:xfrm>
              <a:off x="2032093" y="3012039"/>
              <a:ext cx="272048" cy="323966"/>
            </a:xfrm>
            <a:prstGeom prst="chevr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fontScale="92500" lnSpcReduction="20000"/>
            </a:bodyPr>
            <a:lstStyle/>
            <a:p>
              <a:pPr algn="ctr"/>
              <a:endParaRPr lang="zh-CN" altLang="en-US">
                <a:solidFill>
                  <a:schemeClr val="tx1"/>
                </a:solidFill>
                <a:cs typeface="+mn-ea"/>
                <a:sym typeface="+mn-lt"/>
              </a:endParaRPr>
            </a:p>
          </p:txBody>
        </p:sp>
        <p:sp>
          <p:nvSpPr>
            <p:cNvPr id="18" name="箭头: V 形 17"/>
            <p:cNvSpPr/>
            <p:nvPr/>
          </p:nvSpPr>
          <p:spPr>
            <a:xfrm>
              <a:off x="2032093" y="3658495"/>
              <a:ext cx="272048" cy="323966"/>
            </a:xfrm>
            <a:prstGeom prst="chevr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fontScale="92500" lnSpcReduction="20000"/>
            </a:bodyPr>
            <a:lstStyle/>
            <a:p>
              <a:pPr algn="ctr"/>
              <a:endParaRPr lang="zh-CN" altLang="en-US">
                <a:solidFill>
                  <a:schemeClr val="tx1"/>
                </a:solidFill>
                <a:cs typeface="+mn-ea"/>
                <a:sym typeface="+mn-lt"/>
              </a:endParaRPr>
            </a:p>
          </p:txBody>
        </p:sp>
        <p:sp>
          <p:nvSpPr>
            <p:cNvPr id="19" name="箭头: V 形 18"/>
            <p:cNvSpPr/>
            <p:nvPr/>
          </p:nvSpPr>
          <p:spPr>
            <a:xfrm>
              <a:off x="2032093" y="4304951"/>
              <a:ext cx="272048" cy="323966"/>
            </a:xfrm>
            <a:prstGeom prst="chevr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fontScale="92500" lnSpcReduction="20000"/>
            </a:bodyPr>
            <a:lstStyle/>
            <a:p>
              <a:pPr algn="ctr"/>
              <a:endParaRPr lang="zh-CN" altLang="en-US">
                <a:solidFill>
                  <a:schemeClr val="tx1"/>
                </a:solidFill>
                <a:cs typeface="+mn-ea"/>
                <a:sym typeface="+mn-lt"/>
              </a:endParaRPr>
            </a:p>
          </p:txBody>
        </p:sp>
        <p:sp>
          <p:nvSpPr>
            <p:cNvPr id="20" name="箭头: V 形 19"/>
            <p:cNvSpPr/>
            <p:nvPr/>
          </p:nvSpPr>
          <p:spPr>
            <a:xfrm>
              <a:off x="2032093" y="4951407"/>
              <a:ext cx="272048" cy="323966"/>
            </a:xfrm>
            <a:prstGeom prst="chevr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fontScale="92500" lnSpcReduction="20000"/>
            </a:bodyPr>
            <a:lstStyle/>
            <a:p>
              <a:pPr algn="ctr"/>
              <a:endParaRPr lang="zh-CN" altLang="en-US">
                <a:solidFill>
                  <a:schemeClr val="tx1"/>
                </a:solidFill>
                <a:cs typeface="+mn-ea"/>
                <a:sym typeface="+mn-lt"/>
              </a:endParaRPr>
            </a:p>
          </p:txBody>
        </p:sp>
        <p:cxnSp>
          <p:nvCxnSpPr>
            <p:cNvPr id="25" name="直接连接符 24"/>
            <p:cNvCxnSpPr/>
            <p:nvPr/>
          </p:nvCxnSpPr>
          <p:spPr>
            <a:xfrm>
              <a:off x="2612571" y="3439886"/>
              <a:ext cx="8907916" cy="0"/>
            </a:xfrm>
            <a:prstGeom prst="line">
              <a:avLst/>
            </a:prstGeom>
            <a:ln w="3175" cap="rnd">
              <a:solidFill>
                <a:schemeClr val="bg1">
                  <a:lumMod val="75000"/>
                </a:schemeClr>
              </a:solidFill>
              <a:round/>
            </a:ln>
          </p:spPr>
          <p:style>
            <a:lnRef idx="1">
              <a:schemeClr val="accent1"/>
            </a:lnRef>
            <a:fillRef idx="0">
              <a:schemeClr val="accent1"/>
            </a:fillRef>
            <a:effectRef idx="0">
              <a:schemeClr val="accent1"/>
            </a:effectRef>
            <a:fontRef idx="minor">
              <a:schemeClr val="tx1"/>
            </a:fontRef>
          </p:style>
        </p:cxnSp>
        <p:cxnSp>
          <p:nvCxnSpPr>
            <p:cNvPr id="26" name="直接连接符 25"/>
            <p:cNvCxnSpPr/>
            <p:nvPr/>
          </p:nvCxnSpPr>
          <p:spPr>
            <a:xfrm>
              <a:off x="2612571" y="4101738"/>
              <a:ext cx="8907916" cy="0"/>
            </a:xfrm>
            <a:prstGeom prst="line">
              <a:avLst/>
            </a:prstGeom>
            <a:ln w="3175" cap="rnd">
              <a:solidFill>
                <a:schemeClr val="bg1">
                  <a:lumMod val="75000"/>
                </a:schemeClr>
              </a:solidFill>
              <a:round/>
            </a:ln>
          </p:spPr>
          <p:style>
            <a:lnRef idx="1">
              <a:schemeClr val="accent1"/>
            </a:lnRef>
            <a:fillRef idx="0">
              <a:schemeClr val="accent1"/>
            </a:fillRef>
            <a:effectRef idx="0">
              <a:schemeClr val="accent1"/>
            </a:effectRef>
            <a:fontRef idx="minor">
              <a:schemeClr val="tx1"/>
            </a:fontRef>
          </p:style>
        </p:cxnSp>
        <p:cxnSp>
          <p:nvCxnSpPr>
            <p:cNvPr id="27" name="直接连接符 26"/>
            <p:cNvCxnSpPr/>
            <p:nvPr/>
          </p:nvCxnSpPr>
          <p:spPr>
            <a:xfrm>
              <a:off x="2612571" y="4763590"/>
              <a:ext cx="8907916" cy="0"/>
            </a:xfrm>
            <a:prstGeom prst="line">
              <a:avLst/>
            </a:prstGeom>
            <a:ln w="3175" cap="rnd">
              <a:solidFill>
                <a:schemeClr val="bg1">
                  <a:lumMod val="75000"/>
                </a:schemeClr>
              </a:solidFill>
              <a:round/>
            </a:ln>
          </p:spPr>
          <p:style>
            <a:lnRef idx="1">
              <a:schemeClr val="accent1"/>
            </a:lnRef>
            <a:fillRef idx="0">
              <a:schemeClr val="accent1"/>
            </a:fillRef>
            <a:effectRef idx="0">
              <a:schemeClr val="accent1"/>
            </a:effectRef>
            <a:fontRef idx="minor">
              <a:schemeClr val="tx1"/>
            </a:fontRef>
          </p:style>
        </p:cxnSp>
        <p:cxnSp>
          <p:nvCxnSpPr>
            <p:cNvPr id="28" name="直接连接符 27"/>
            <p:cNvCxnSpPr/>
            <p:nvPr/>
          </p:nvCxnSpPr>
          <p:spPr>
            <a:xfrm>
              <a:off x="2612571" y="5425442"/>
              <a:ext cx="8907916" cy="0"/>
            </a:xfrm>
            <a:prstGeom prst="line">
              <a:avLst/>
            </a:prstGeom>
            <a:ln w="3175" cap="rnd">
              <a:solidFill>
                <a:schemeClr val="bg1">
                  <a:lumMod val="75000"/>
                </a:schemeClr>
              </a:solidFill>
              <a:round/>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87114292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a:xfrm>
            <a:off x="4741815" y="2981325"/>
            <a:ext cx="5419185" cy="895350"/>
          </a:xfrm>
        </p:spPr>
        <p:txBody>
          <a:bodyPr>
            <a:normAutofit/>
          </a:bodyPr>
          <a:lstStyle/>
          <a:p>
            <a:r>
              <a:rPr lang="zh-CN" altLang="en-US" sz="4400" b="1" dirty="0">
                <a:cs typeface="+mn-ea"/>
                <a:sym typeface="+mn-lt"/>
              </a:rPr>
              <a:t>选题的背景与意义</a:t>
            </a:r>
            <a:endParaRPr lang="en-US" altLang="zh-CN" sz="4400" dirty="0">
              <a:latin typeface="+mn-lt"/>
              <a:ea typeface="+mn-ea"/>
              <a:cs typeface="+mn-ea"/>
              <a:sym typeface="+mn-lt"/>
            </a:endParaRPr>
          </a:p>
        </p:txBody>
      </p:sp>
      <p:sp>
        <p:nvSpPr>
          <p:cNvPr id="9" name="文本框 8">
            <a:extLst>
              <a:ext uri="{FF2B5EF4-FFF2-40B4-BE49-F238E27FC236}">
                <a16:creationId xmlns:a16="http://schemas.microsoft.com/office/drawing/2014/main" id="{04F69230-F3A6-4586-9371-A858F4763E9F}"/>
              </a:ext>
            </a:extLst>
          </p:cNvPr>
          <p:cNvSpPr txBox="1"/>
          <p:nvPr/>
        </p:nvSpPr>
        <p:spPr>
          <a:xfrm>
            <a:off x="3297281" y="2981325"/>
            <a:ext cx="1029774" cy="895350"/>
          </a:xfrm>
          <a:prstGeom prst="rect">
            <a:avLst/>
          </a:prstGeom>
          <a:noFill/>
          <a:ln w="117475">
            <a:noFill/>
          </a:ln>
        </p:spPr>
        <p:txBody>
          <a:bodyPr wrap="none" rtlCol="0">
            <a:prstTxWarp prst="textPlain">
              <a:avLst/>
            </a:prstTxWarp>
            <a:spAutoFit/>
          </a:bodyPr>
          <a:lstStyle/>
          <a:p>
            <a:pPr algn="ctr"/>
            <a:r>
              <a:rPr lang="en-US" altLang="zh-CN" spc="100" dirty="0">
                <a:cs typeface="+mn-ea"/>
                <a:sym typeface="+mn-lt"/>
              </a:rPr>
              <a:t>/01</a:t>
            </a:r>
            <a:endParaRPr lang="zh-CN" altLang="en-US" spc="100" dirty="0">
              <a:cs typeface="+mn-ea"/>
              <a:sym typeface="+mn-lt"/>
            </a:endParaRPr>
          </a:p>
        </p:txBody>
      </p:sp>
    </p:spTree>
    <p:extLst>
      <p:ext uri="{BB962C8B-B14F-4D97-AF65-F5344CB8AC3E}">
        <p14:creationId xmlns:p14="http://schemas.microsoft.com/office/powerpoint/2010/main" val="237159738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B95728F-3308-4875-9FFA-50BABE2DC14C}"/>
              </a:ext>
            </a:extLst>
          </p:cNvPr>
          <p:cNvSpPr>
            <a:spLocks noGrp="1"/>
          </p:cNvSpPr>
          <p:nvPr>
            <p:ph type="title"/>
          </p:nvPr>
        </p:nvSpPr>
        <p:spPr/>
        <p:txBody>
          <a:bodyPr/>
          <a:lstStyle/>
          <a:p>
            <a:r>
              <a:rPr lang="zh-CN" altLang="en-US" dirty="0">
                <a:cs typeface="+mn-ea"/>
                <a:sym typeface="+mn-lt"/>
              </a:rPr>
              <a:t>项目</a:t>
            </a:r>
            <a:r>
              <a:rPr lang="zh-CN" altLang="en-US" b="1" dirty="0">
                <a:cs typeface="+mn-ea"/>
                <a:sym typeface="+mn-lt"/>
              </a:rPr>
              <a:t>的背景</a:t>
            </a:r>
            <a:endParaRPr lang="zh-CN" altLang="en-US" dirty="0">
              <a:latin typeface="+mn-lt"/>
              <a:ea typeface="+mn-ea"/>
              <a:cs typeface="+mn-ea"/>
              <a:sym typeface="+mn-lt"/>
            </a:endParaRPr>
          </a:p>
        </p:txBody>
      </p:sp>
      <p:sp>
        <p:nvSpPr>
          <p:cNvPr id="4" name="灯片编号占位符 3">
            <a:extLst>
              <a:ext uri="{FF2B5EF4-FFF2-40B4-BE49-F238E27FC236}">
                <a16:creationId xmlns:a16="http://schemas.microsoft.com/office/drawing/2014/main" id="{9B2D8113-3932-4A0F-AEDA-748022229272}"/>
              </a:ext>
            </a:extLst>
          </p:cNvPr>
          <p:cNvSpPr>
            <a:spLocks noGrp="1"/>
          </p:cNvSpPr>
          <p:nvPr>
            <p:ph type="sldNum" sz="quarter" idx="12"/>
          </p:nvPr>
        </p:nvSpPr>
        <p:spPr/>
        <p:txBody>
          <a:bodyPr/>
          <a:lstStyle/>
          <a:p>
            <a:fld id="{5DD3DB80-B894-403A-B48E-6FDC1A72010E}" type="slidenum">
              <a:rPr lang="zh-CN" altLang="en-US" smtClean="0">
                <a:cs typeface="+mn-ea"/>
                <a:sym typeface="+mn-lt"/>
              </a:rPr>
              <a:pPr/>
              <a:t>4</a:t>
            </a:fld>
            <a:endParaRPr lang="zh-CN" altLang="en-US">
              <a:cs typeface="+mn-ea"/>
              <a:sym typeface="+mn-lt"/>
            </a:endParaRPr>
          </a:p>
        </p:txBody>
      </p:sp>
      <p:grpSp>
        <p:nvGrpSpPr>
          <p:cNvPr id="5" name="组合 4"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title="iSlide™ 版权声明  COPYRIGHT NOTICE">
            <a:extLst>
              <a:ext uri="{FF2B5EF4-FFF2-40B4-BE49-F238E27FC236}">
                <a16:creationId xmlns:a16="http://schemas.microsoft.com/office/drawing/2014/main" id="{DBE908DA-1B76-49F2-B470-E25B7D6889C3}"/>
              </a:ext>
            </a:extLst>
          </p:cNvPr>
          <p:cNvGrpSpPr>
            <a:grpSpLocks noChangeAspect="1"/>
          </p:cNvGrpSpPr>
          <p:nvPr/>
        </p:nvGrpSpPr>
        <p:grpSpPr>
          <a:xfrm>
            <a:off x="0" y="1182688"/>
            <a:ext cx="11798072" cy="5060052"/>
            <a:chOff x="0" y="1182688"/>
            <a:chExt cx="11798072" cy="5060052"/>
          </a:xfrm>
        </p:grpSpPr>
        <p:sp>
          <p:nvSpPr>
            <p:cNvPr id="6" name="矩形 5">
              <a:extLst>
                <a:ext uri="{FF2B5EF4-FFF2-40B4-BE49-F238E27FC236}">
                  <a16:creationId xmlns:a16="http://schemas.microsoft.com/office/drawing/2014/main" id="{B1372E7E-9768-4B87-BC17-852B780DDB83}"/>
                </a:ext>
              </a:extLst>
            </p:cNvPr>
            <p:cNvSpPr/>
            <p:nvPr/>
          </p:nvSpPr>
          <p:spPr>
            <a:xfrm>
              <a:off x="0" y="1455474"/>
              <a:ext cx="7083197" cy="4660901"/>
            </a:xfrm>
            <a:prstGeom prst="rect">
              <a:avLst/>
            </a:prstGeom>
            <a:gradFill flip="none" rotWithShape="1">
              <a:gsLst>
                <a:gs pos="0">
                  <a:schemeClr val="bg1">
                    <a:lumMod val="95000"/>
                  </a:schemeClr>
                </a:gs>
                <a:gs pos="100000">
                  <a:schemeClr val="bg1">
                    <a:alpha val="0"/>
                  </a:schemeClr>
                </a:gs>
              </a:gsLst>
              <a:lin ang="0" scaled="1"/>
              <a:tileRect/>
            </a:gradFill>
            <a:ln w="12700" cap="rnd">
              <a:noFill/>
              <a:prstDash val="solid"/>
              <a:round/>
              <a:headEnd/>
              <a:tailE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rmAutofit/>
            </a:bodyPr>
            <a:lstStyle/>
            <a:p>
              <a:pPr algn="ctr" defTabSz="914354"/>
              <a:endParaRPr lang="zh-CN" altLang="en-US" b="1" dirty="0">
                <a:solidFill>
                  <a:schemeClr val="bg1"/>
                </a:solidFill>
                <a:cs typeface="+mn-ea"/>
                <a:sym typeface="+mn-lt"/>
              </a:endParaRPr>
            </a:p>
          </p:txBody>
        </p:sp>
        <p:sp>
          <p:nvSpPr>
            <p:cNvPr id="7" name="矩形 6">
              <a:extLst>
                <a:ext uri="{FF2B5EF4-FFF2-40B4-BE49-F238E27FC236}">
                  <a16:creationId xmlns:a16="http://schemas.microsoft.com/office/drawing/2014/main" id="{DECA5B3A-A59B-4D43-AF53-8D1B01EDF4A7}"/>
                </a:ext>
              </a:extLst>
            </p:cNvPr>
            <p:cNvSpPr/>
            <p:nvPr/>
          </p:nvSpPr>
          <p:spPr>
            <a:xfrm>
              <a:off x="6838761" y="1182688"/>
              <a:ext cx="4959311" cy="4754807"/>
            </a:xfrm>
            <a:prstGeom prst="rect">
              <a:avLst/>
            </a:prstGeom>
            <a:solidFill>
              <a:schemeClr val="bg1"/>
            </a:solidFill>
            <a:ln w="12700" cap="rnd">
              <a:noFill/>
              <a:prstDash val="solid"/>
              <a:round/>
              <a:headEnd/>
              <a:tailEnd/>
            </a:ln>
            <a:effectLst>
              <a:outerShdw blurRad="50800" sx="101000" sy="101000" algn="ctr"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rmAutofit/>
            </a:bodyPr>
            <a:lstStyle/>
            <a:p>
              <a:pPr algn="ctr" defTabSz="914354"/>
              <a:endParaRPr lang="zh-CN" altLang="en-US" b="1" dirty="0">
                <a:solidFill>
                  <a:schemeClr val="bg1"/>
                </a:solidFill>
                <a:cs typeface="+mn-ea"/>
                <a:sym typeface="+mn-lt"/>
              </a:endParaRPr>
            </a:p>
          </p:txBody>
        </p:sp>
        <p:sp>
          <p:nvSpPr>
            <p:cNvPr id="11" name="文本框 10">
              <a:extLst>
                <a:ext uri="{FF2B5EF4-FFF2-40B4-BE49-F238E27FC236}">
                  <a16:creationId xmlns:a16="http://schemas.microsoft.com/office/drawing/2014/main" id="{854BC120-CDFB-4822-AF18-42A22B945443}"/>
                </a:ext>
              </a:extLst>
            </p:cNvPr>
            <p:cNvSpPr txBox="1"/>
            <p:nvPr/>
          </p:nvSpPr>
          <p:spPr>
            <a:xfrm>
              <a:off x="1134304" y="3951690"/>
              <a:ext cx="4959311" cy="2291050"/>
            </a:xfrm>
            <a:prstGeom prst="rect">
              <a:avLst/>
            </a:prstGeom>
            <a:noFill/>
            <a:ln>
              <a:noFill/>
            </a:ln>
          </p:spPr>
          <p:txBody>
            <a:bodyPr wrap="square" lIns="91440" tIns="45720" rIns="91440" bIns="45720" anchor="t"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nSpc>
                  <a:spcPct val="150000"/>
                </a:lnSpc>
                <a:buSzPct val="25000"/>
              </a:pPr>
              <a:r>
                <a:rPr lang="zh-CN" altLang="zh-CN" sz="1600" kern="100" dirty="0">
                  <a:latin typeface="+mn-ea"/>
                  <a:cs typeface="Times New Roman" panose="02020603050405020304" pitchFamily="18" charset="0"/>
                </a:rPr>
                <a:t>微信小程序凭借着便捷，快速，开发简单的优点在各个领域中发光发热，各种方面的小程序如小程序游戏、小程序点餐、小程序购物等，微信小程序作为一种轻量化应用，无需下载安装、即用即走，</a:t>
              </a:r>
              <a:r>
                <a:rPr lang="zh-CN" altLang="en-US" sz="1600" kern="100" dirty="0">
                  <a:latin typeface="+mn-ea"/>
                  <a:cs typeface="Times New Roman" panose="02020603050405020304" pitchFamily="18" charset="0"/>
                </a:rPr>
                <a:t>有效的解决了低频场景下的服务需求。</a:t>
              </a:r>
              <a:endParaRPr lang="zh-CN" altLang="zh-CN" sz="1600" kern="100" dirty="0">
                <a:latin typeface="+mn-ea"/>
                <a:cs typeface="Times New Roman" panose="02020603050405020304" pitchFamily="18" charset="0"/>
              </a:endParaRPr>
            </a:p>
          </p:txBody>
        </p:sp>
      </p:grpSp>
      <p:sp>
        <p:nvSpPr>
          <p:cNvPr id="13" name="文本框 12">
            <a:extLst>
              <a:ext uri="{FF2B5EF4-FFF2-40B4-BE49-F238E27FC236}">
                <a16:creationId xmlns:a16="http://schemas.microsoft.com/office/drawing/2014/main" id="{203BAC89-1BB6-F5C4-5551-77795FA4FEAE}"/>
              </a:ext>
            </a:extLst>
          </p:cNvPr>
          <p:cNvSpPr txBox="1"/>
          <p:nvPr/>
        </p:nvSpPr>
        <p:spPr>
          <a:xfrm>
            <a:off x="1134305" y="1182688"/>
            <a:ext cx="5175960" cy="2402484"/>
          </a:xfrm>
          <a:prstGeom prst="rect">
            <a:avLst/>
          </a:prstGeom>
          <a:noFill/>
          <a:ln>
            <a:noFill/>
          </a:ln>
        </p:spPr>
        <p:txBody>
          <a:bodyPr wrap="square" lIns="91440" tIns="45720" rIns="91440" bIns="45720" anchor="t"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nSpc>
                <a:spcPct val="150000"/>
              </a:lnSpc>
              <a:buSzPct val="25000"/>
            </a:pPr>
            <a:r>
              <a:rPr lang="zh-CN" altLang="zh-CN" sz="1600" kern="100" dirty="0">
                <a:effectLst/>
                <a:latin typeface="+mn-ea"/>
                <a:cs typeface="Times New Roman" panose="02020603050405020304" pitchFamily="18" charset="0"/>
              </a:rPr>
              <a:t>随着智能手机的普及和移动互联网技术的发展，人们习惯于通过移动设备进行日常事务管理，其中就包括了财务管理。</a:t>
            </a:r>
            <a:r>
              <a:rPr lang="zh-CN" altLang="en-US" sz="1600" kern="100" dirty="0">
                <a:effectLst/>
                <a:latin typeface="+mn-ea"/>
                <a:cs typeface="Times New Roman" panose="02020603050405020304" pitchFamily="18" charset="0"/>
              </a:rPr>
              <a:t>但大多数广告繁多、使用安装麻烦、用户每天使用率低的低频场景服务市场开拓困难。</a:t>
            </a:r>
            <a:endParaRPr lang="en-US" sz="1050" dirty="0">
              <a:latin typeface="+mn-ea"/>
              <a:cs typeface="+mn-ea"/>
              <a:sym typeface="+mn-lt"/>
            </a:endParaRPr>
          </a:p>
        </p:txBody>
      </p:sp>
      <p:sp>
        <p:nvSpPr>
          <p:cNvPr id="14" name="标题 1">
            <a:extLst>
              <a:ext uri="{FF2B5EF4-FFF2-40B4-BE49-F238E27FC236}">
                <a16:creationId xmlns:a16="http://schemas.microsoft.com/office/drawing/2014/main" id="{1AD12E2D-FBAF-912F-A4EF-FF957A3B0BD0}"/>
              </a:ext>
            </a:extLst>
          </p:cNvPr>
          <p:cNvSpPr txBox="1">
            <a:spLocks/>
          </p:cNvSpPr>
          <p:nvPr/>
        </p:nvSpPr>
        <p:spPr>
          <a:xfrm>
            <a:off x="668336" y="2868981"/>
            <a:ext cx="10850563" cy="1028699"/>
          </a:xfrm>
          <a:prstGeom prst="rect">
            <a:avLst/>
          </a:prstGeom>
        </p:spPr>
        <p:txBody>
          <a:bodyPr vert="horz" lIns="91440" tIns="45720" rIns="91440" bIns="45720" rtlCol="0" anchor="b">
            <a:normAutofit/>
          </a:bodyPr>
          <a:lstStyle>
            <a:lvl1pPr algn="l" defTabSz="914354" rtl="0" eaLnBrk="1" latinLnBrk="0" hangingPunct="1">
              <a:lnSpc>
                <a:spcPct val="90000"/>
              </a:lnSpc>
              <a:spcBef>
                <a:spcPct val="0"/>
              </a:spcBef>
              <a:buNone/>
              <a:defRPr sz="2800" b="1" kern="1200">
                <a:solidFill>
                  <a:schemeClr val="tx1"/>
                </a:solidFill>
                <a:latin typeface="+mj-lt"/>
                <a:ea typeface="+mj-ea"/>
                <a:cs typeface="+mj-cs"/>
              </a:defRPr>
            </a:lvl1pPr>
          </a:lstStyle>
          <a:p>
            <a:r>
              <a:rPr lang="zh-CN" altLang="en-US" dirty="0">
                <a:cs typeface="+mn-ea"/>
                <a:sym typeface="+mn-lt"/>
              </a:rPr>
              <a:t>项目的意义</a:t>
            </a:r>
            <a:endParaRPr lang="zh-CN" altLang="en-US" dirty="0">
              <a:latin typeface="+mn-lt"/>
              <a:ea typeface="+mn-ea"/>
              <a:cs typeface="+mn-ea"/>
              <a:sym typeface="+mn-lt"/>
            </a:endParaRPr>
          </a:p>
        </p:txBody>
      </p:sp>
      <p:grpSp>
        <p:nvGrpSpPr>
          <p:cNvPr id="16" name="组合 15">
            <a:extLst>
              <a:ext uri="{FF2B5EF4-FFF2-40B4-BE49-F238E27FC236}">
                <a16:creationId xmlns:a16="http://schemas.microsoft.com/office/drawing/2014/main" id="{A7951C32-04C8-5722-7D5F-75EA4FA2A63E}"/>
              </a:ext>
            </a:extLst>
          </p:cNvPr>
          <p:cNvGrpSpPr/>
          <p:nvPr/>
        </p:nvGrpSpPr>
        <p:grpSpPr>
          <a:xfrm>
            <a:off x="7083197" y="514350"/>
            <a:ext cx="5990896" cy="5990896"/>
            <a:chOff x="0" y="0"/>
            <a:chExt cx="6797964" cy="6797964"/>
          </a:xfrm>
          <a:effectLst>
            <a:outerShdw blurRad="50800" dist="38100" dir="2700000" algn="tl" rotWithShape="0">
              <a:prstClr val="black">
                <a:alpha val="40000"/>
              </a:prstClr>
            </a:outerShdw>
          </a:effectLst>
        </p:grpSpPr>
        <p:sp>
          <p:nvSpPr>
            <p:cNvPr id="17" name="椭圆 16">
              <a:extLst>
                <a:ext uri="{FF2B5EF4-FFF2-40B4-BE49-F238E27FC236}">
                  <a16:creationId xmlns:a16="http://schemas.microsoft.com/office/drawing/2014/main" id="{AB1EB5DB-271E-6421-29C1-A4DCD3752D6E}"/>
                </a:ext>
              </a:extLst>
            </p:cNvPr>
            <p:cNvSpPr/>
            <p:nvPr/>
          </p:nvSpPr>
          <p:spPr>
            <a:xfrm>
              <a:off x="0" y="0"/>
              <a:ext cx="6797964" cy="6797964"/>
            </a:xfrm>
            <a:prstGeom prst="ellipse">
              <a:avLst/>
            </a:prstGeom>
            <a:solidFill>
              <a:srgbClr val="D28A7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8" name="椭圆 17">
              <a:extLst>
                <a:ext uri="{FF2B5EF4-FFF2-40B4-BE49-F238E27FC236}">
                  <a16:creationId xmlns:a16="http://schemas.microsoft.com/office/drawing/2014/main" id="{FF33241F-0439-A5C6-4345-AC870F479717}"/>
                </a:ext>
              </a:extLst>
            </p:cNvPr>
            <p:cNvSpPr/>
            <p:nvPr/>
          </p:nvSpPr>
          <p:spPr>
            <a:xfrm>
              <a:off x="2234045" y="2264063"/>
              <a:ext cx="2329873" cy="2329873"/>
            </a:xfrm>
            <a:prstGeom prst="ellipse">
              <a:avLst/>
            </a:prstGeom>
            <a:solidFill>
              <a:srgbClr val="6F5F5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9" name="弧形 18">
              <a:extLst>
                <a:ext uri="{FF2B5EF4-FFF2-40B4-BE49-F238E27FC236}">
                  <a16:creationId xmlns:a16="http://schemas.microsoft.com/office/drawing/2014/main" id="{7AF9CF40-E3D9-CAB9-4913-EDBB88798E19}"/>
                </a:ext>
              </a:extLst>
            </p:cNvPr>
            <p:cNvSpPr/>
            <p:nvPr/>
          </p:nvSpPr>
          <p:spPr>
            <a:xfrm>
              <a:off x="461817" y="491836"/>
              <a:ext cx="5874328" cy="5874328"/>
            </a:xfrm>
            <a:prstGeom prst="arc">
              <a:avLst>
                <a:gd name="adj1" fmla="val 16200000"/>
                <a:gd name="adj2" fmla="val 19688224"/>
              </a:avLst>
            </a:prstGeom>
            <a:ln w="19050">
              <a:solidFill>
                <a:srgbClr val="FEC397"/>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cs typeface="+mn-ea"/>
                <a:sym typeface="+mn-lt"/>
              </a:endParaRPr>
            </a:p>
          </p:txBody>
        </p:sp>
        <p:sp>
          <p:nvSpPr>
            <p:cNvPr id="20" name="弧形 19">
              <a:extLst>
                <a:ext uri="{FF2B5EF4-FFF2-40B4-BE49-F238E27FC236}">
                  <a16:creationId xmlns:a16="http://schemas.microsoft.com/office/drawing/2014/main" id="{A7A7B35F-3ECD-2B44-D4CF-47B67B5187F4}"/>
                </a:ext>
              </a:extLst>
            </p:cNvPr>
            <p:cNvSpPr/>
            <p:nvPr/>
          </p:nvSpPr>
          <p:spPr>
            <a:xfrm>
              <a:off x="644234" y="644235"/>
              <a:ext cx="5509493" cy="5509493"/>
            </a:xfrm>
            <a:prstGeom prst="arc">
              <a:avLst>
                <a:gd name="adj1" fmla="val 2890845"/>
                <a:gd name="adj2" fmla="val 9649780"/>
              </a:avLst>
            </a:prstGeom>
            <a:ln w="19050">
              <a:solidFill>
                <a:srgbClr val="FEC397"/>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cs typeface="+mn-ea"/>
                <a:sym typeface="+mn-lt"/>
              </a:endParaRPr>
            </a:p>
          </p:txBody>
        </p:sp>
        <p:sp>
          <p:nvSpPr>
            <p:cNvPr id="21" name="弧形 20">
              <a:extLst>
                <a:ext uri="{FF2B5EF4-FFF2-40B4-BE49-F238E27FC236}">
                  <a16:creationId xmlns:a16="http://schemas.microsoft.com/office/drawing/2014/main" id="{39DE44D0-75B5-F94E-083E-B533420AAC3E}"/>
                </a:ext>
              </a:extLst>
            </p:cNvPr>
            <p:cNvSpPr/>
            <p:nvPr/>
          </p:nvSpPr>
          <p:spPr>
            <a:xfrm>
              <a:off x="1200726" y="1200727"/>
              <a:ext cx="4396508" cy="4396508"/>
            </a:xfrm>
            <a:prstGeom prst="arc">
              <a:avLst>
                <a:gd name="adj1" fmla="val 8257915"/>
                <a:gd name="adj2" fmla="val 14897862"/>
              </a:avLst>
            </a:prstGeom>
            <a:ln w="19050">
              <a:solidFill>
                <a:srgbClr val="FEC397"/>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cs typeface="+mn-ea"/>
                <a:sym typeface="+mn-lt"/>
              </a:endParaRPr>
            </a:p>
          </p:txBody>
        </p:sp>
        <p:sp>
          <p:nvSpPr>
            <p:cNvPr id="22" name="弧形 21">
              <a:extLst>
                <a:ext uri="{FF2B5EF4-FFF2-40B4-BE49-F238E27FC236}">
                  <a16:creationId xmlns:a16="http://schemas.microsoft.com/office/drawing/2014/main" id="{0277FAC7-1F37-F557-F4EF-F4ED9FA99232}"/>
                </a:ext>
              </a:extLst>
            </p:cNvPr>
            <p:cNvSpPr/>
            <p:nvPr/>
          </p:nvSpPr>
          <p:spPr>
            <a:xfrm>
              <a:off x="1227281" y="1230746"/>
              <a:ext cx="4396508" cy="4396508"/>
            </a:xfrm>
            <a:prstGeom prst="arc">
              <a:avLst>
                <a:gd name="adj1" fmla="val 1378405"/>
                <a:gd name="adj2" fmla="val 4975790"/>
              </a:avLst>
            </a:prstGeom>
            <a:ln w="19050">
              <a:solidFill>
                <a:srgbClr val="FEC397"/>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cs typeface="+mn-ea"/>
                <a:sym typeface="+mn-lt"/>
              </a:endParaRPr>
            </a:p>
          </p:txBody>
        </p:sp>
        <p:sp>
          <p:nvSpPr>
            <p:cNvPr id="23" name="弧形 22">
              <a:extLst>
                <a:ext uri="{FF2B5EF4-FFF2-40B4-BE49-F238E27FC236}">
                  <a16:creationId xmlns:a16="http://schemas.microsoft.com/office/drawing/2014/main" id="{052BDB42-398E-F5B8-D832-3AD18C4964A2}"/>
                </a:ext>
              </a:extLst>
            </p:cNvPr>
            <p:cNvSpPr/>
            <p:nvPr/>
          </p:nvSpPr>
          <p:spPr>
            <a:xfrm>
              <a:off x="758534" y="758535"/>
              <a:ext cx="5280892" cy="5280892"/>
            </a:xfrm>
            <a:prstGeom prst="arc">
              <a:avLst>
                <a:gd name="adj1" fmla="val 18599213"/>
                <a:gd name="adj2" fmla="val 2571614"/>
              </a:avLst>
            </a:prstGeom>
            <a:ln w="19050">
              <a:solidFill>
                <a:srgbClr val="FEC397"/>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cs typeface="+mn-ea"/>
                <a:sym typeface="+mn-lt"/>
              </a:endParaRPr>
            </a:p>
          </p:txBody>
        </p:sp>
        <p:sp>
          <p:nvSpPr>
            <p:cNvPr id="24" name="椭圆 23">
              <a:extLst>
                <a:ext uri="{FF2B5EF4-FFF2-40B4-BE49-F238E27FC236}">
                  <a16:creationId xmlns:a16="http://schemas.microsoft.com/office/drawing/2014/main" id="{B73B2681-7ED5-587E-99FF-B9CE5E1DC37B}"/>
                </a:ext>
              </a:extLst>
            </p:cNvPr>
            <p:cNvSpPr/>
            <p:nvPr/>
          </p:nvSpPr>
          <p:spPr>
            <a:xfrm>
              <a:off x="2448060" y="2479386"/>
              <a:ext cx="1899225" cy="1899225"/>
            </a:xfrm>
            <a:prstGeom prst="ellipse">
              <a:avLst/>
            </a:prstGeom>
            <a:solidFill>
              <a:srgbClr val="3A32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5" name="弧形 24">
              <a:extLst>
                <a:ext uri="{FF2B5EF4-FFF2-40B4-BE49-F238E27FC236}">
                  <a16:creationId xmlns:a16="http://schemas.microsoft.com/office/drawing/2014/main" id="{C691DFF4-34AA-4231-C5EE-D6BE0991F110}"/>
                </a:ext>
              </a:extLst>
            </p:cNvPr>
            <p:cNvSpPr/>
            <p:nvPr/>
          </p:nvSpPr>
          <p:spPr>
            <a:xfrm>
              <a:off x="1484743" y="1484744"/>
              <a:ext cx="3828474" cy="3828474"/>
            </a:xfrm>
            <a:prstGeom prst="arc">
              <a:avLst>
                <a:gd name="adj1" fmla="val 12542335"/>
                <a:gd name="adj2" fmla="val 21269952"/>
              </a:avLst>
            </a:prstGeom>
            <a:ln w="19050">
              <a:solidFill>
                <a:srgbClr val="FEC397"/>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cs typeface="+mn-ea"/>
                <a:sym typeface="+mn-lt"/>
              </a:endParaRPr>
            </a:p>
          </p:txBody>
        </p:sp>
      </p:grpSp>
    </p:spTree>
    <p:extLst>
      <p:ext uri="{BB962C8B-B14F-4D97-AF65-F5344CB8AC3E}">
        <p14:creationId xmlns:p14="http://schemas.microsoft.com/office/powerpoint/2010/main" val="2255478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fill="hold" nodeType="withEffect">
                                  <p:stCondLst>
                                    <p:cond delay="0"/>
                                  </p:stCondLst>
                                  <p:childTnLst>
                                    <p:animRot by="21600000">
                                      <p:cBhvr>
                                        <p:cTn id="6" dur="4000" fill="hold"/>
                                        <p:tgtEl>
                                          <p:spTgt spid="16"/>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a:xfrm>
            <a:off x="4767860" y="2981325"/>
            <a:ext cx="5419185" cy="895350"/>
          </a:xfrm>
        </p:spPr>
        <p:txBody>
          <a:bodyPr>
            <a:normAutofit/>
          </a:bodyPr>
          <a:lstStyle/>
          <a:p>
            <a:r>
              <a:rPr lang="zh-CN" altLang="en-US" sz="4400" dirty="0">
                <a:latin typeface="+mn-lt"/>
                <a:ea typeface="+mn-ea"/>
                <a:cs typeface="+mn-ea"/>
                <a:sym typeface="+mn-lt"/>
              </a:rPr>
              <a:t>开发流程</a:t>
            </a:r>
            <a:endParaRPr lang="en-US" altLang="zh-CN" sz="4400" dirty="0">
              <a:latin typeface="+mn-lt"/>
              <a:ea typeface="+mn-ea"/>
              <a:cs typeface="+mn-ea"/>
              <a:sym typeface="+mn-lt"/>
            </a:endParaRPr>
          </a:p>
        </p:txBody>
      </p:sp>
      <p:sp>
        <p:nvSpPr>
          <p:cNvPr id="9" name="文本框 8">
            <a:extLst>
              <a:ext uri="{FF2B5EF4-FFF2-40B4-BE49-F238E27FC236}">
                <a16:creationId xmlns:a16="http://schemas.microsoft.com/office/drawing/2014/main" id="{04F69230-F3A6-4586-9371-A858F4763E9F}"/>
              </a:ext>
            </a:extLst>
          </p:cNvPr>
          <p:cNvSpPr txBox="1"/>
          <p:nvPr/>
        </p:nvSpPr>
        <p:spPr>
          <a:xfrm>
            <a:off x="3261067" y="2981325"/>
            <a:ext cx="1029774" cy="895350"/>
          </a:xfrm>
          <a:prstGeom prst="rect">
            <a:avLst/>
          </a:prstGeom>
          <a:noFill/>
          <a:ln w="117475">
            <a:noFill/>
          </a:ln>
        </p:spPr>
        <p:txBody>
          <a:bodyPr wrap="none" rtlCol="0">
            <a:prstTxWarp prst="textPlain">
              <a:avLst/>
            </a:prstTxWarp>
            <a:spAutoFit/>
          </a:bodyPr>
          <a:lstStyle/>
          <a:p>
            <a:pPr algn="ctr"/>
            <a:r>
              <a:rPr lang="en-US" altLang="zh-CN" spc="100" dirty="0">
                <a:cs typeface="+mn-ea"/>
                <a:sym typeface="+mn-lt"/>
              </a:rPr>
              <a:t>/02</a:t>
            </a:r>
            <a:endParaRPr lang="zh-CN" altLang="en-US" spc="100" dirty="0">
              <a:cs typeface="+mn-ea"/>
              <a:sym typeface="+mn-lt"/>
            </a:endParaRPr>
          </a:p>
        </p:txBody>
      </p:sp>
    </p:spTree>
    <p:extLst>
      <p:ext uri="{BB962C8B-B14F-4D97-AF65-F5344CB8AC3E}">
        <p14:creationId xmlns:p14="http://schemas.microsoft.com/office/powerpoint/2010/main" val="191771451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pattFill prst="pct10">
          <a:fgClr>
            <a:schemeClr val="accent1"/>
          </a:fgClr>
          <a:bgClr>
            <a:schemeClr val="bg1"/>
          </a:bgClr>
        </a:pattFill>
        <a:effectLst/>
      </p:bgPr>
    </p:bg>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5A56F34-943B-4203-B6C6-2FF6C3A5B779}"/>
              </a:ext>
            </a:extLst>
          </p:cNvPr>
          <p:cNvSpPr>
            <a:spLocks noGrp="1"/>
          </p:cNvSpPr>
          <p:nvPr>
            <p:ph type="title"/>
          </p:nvPr>
        </p:nvSpPr>
        <p:spPr/>
        <p:txBody>
          <a:bodyPr/>
          <a:lstStyle/>
          <a:p>
            <a:r>
              <a:rPr lang="zh-CN" altLang="en-US">
                <a:latin typeface="+mn-lt"/>
                <a:ea typeface="+mn-ea"/>
                <a:cs typeface="+mn-ea"/>
                <a:sym typeface="+mn-lt"/>
              </a:rPr>
              <a:t>系统架构介绍</a:t>
            </a:r>
            <a:endParaRPr lang="en-US" altLang="zh-CN" dirty="0">
              <a:latin typeface="+mn-lt"/>
              <a:ea typeface="+mn-ea"/>
              <a:cs typeface="+mn-ea"/>
              <a:sym typeface="+mn-lt"/>
            </a:endParaRPr>
          </a:p>
        </p:txBody>
      </p:sp>
      <p:sp>
        <p:nvSpPr>
          <p:cNvPr id="4" name="灯片编号占位符 3">
            <a:extLst>
              <a:ext uri="{FF2B5EF4-FFF2-40B4-BE49-F238E27FC236}">
                <a16:creationId xmlns:a16="http://schemas.microsoft.com/office/drawing/2014/main" id="{C3FFCBCB-07DC-4797-82F6-3E2F323BDE0E}"/>
              </a:ext>
            </a:extLst>
          </p:cNvPr>
          <p:cNvSpPr>
            <a:spLocks noGrp="1"/>
          </p:cNvSpPr>
          <p:nvPr>
            <p:ph type="sldNum" sz="quarter" idx="12"/>
          </p:nvPr>
        </p:nvSpPr>
        <p:spPr/>
        <p:txBody>
          <a:bodyPr/>
          <a:lstStyle/>
          <a:p>
            <a:fld id="{5DD3DB80-B894-403A-B48E-6FDC1A72010E}" type="slidenum">
              <a:rPr lang="zh-CN" altLang="en-US" smtClean="0">
                <a:cs typeface="+mn-ea"/>
                <a:sym typeface="+mn-lt"/>
              </a:rPr>
              <a:pPr/>
              <a:t>6</a:t>
            </a:fld>
            <a:endParaRPr lang="zh-CN" altLang="en-US">
              <a:cs typeface="+mn-ea"/>
              <a:sym typeface="+mn-lt"/>
            </a:endParaRPr>
          </a:p>
        </p:txBody>
      </p:sp>
      <p:grpSp>
        <p:nvGrpSpPr>
          <p:cNvPr id="248" name="组合 247"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title="iSlide™ 版权声明  COPYRIGHT NOTICE">
            <a:extLst>
              <a:ext uri="{FF2B5EF4-FFF2-40B4-BE49-F238E27FC236}">
                <a16:creationId xmlns:a16="http://schemas.microsoft.com/office/drawing/2014/main" id="{652960AD-89FE-4B4A-90E6-F9C1BDC10C8C}"/>
              </a:ext>
            </a:extLst>
          </p:cNvPr>
          <p:cNvGrpSpPr/>
          <p:nvPr/>
        </p:nvGrpSpPr>
        <p:grpSpPr>
          <a:xfrm>
            <a:off x="162691" y="1900638"/>
            <a:ext cx="4247554" cy="3056729"/>
            <a:chOff x="2922738" y="1145382"/>
            <a:chExt cx="6346524" cy="4567237"/>
          </a:xfrm>
        </p:grpSpPr>
        <p:sp>
          <p:nvSpPr>
            <p:cNvPr id="269" name="任意多边形: 形状 268">
              <a:extLst>
                <a:ext uri="{FF2B5EF4-FFF2-40B4-BE49-F238E27FC236}">
                  <a16:creationId xmlns:a16="http://schemas.microsoft.com/office/drawing/2014/main" id="{7DD3FB50-B2C6-4C67-A869-129D4C56D969}"/>
                </a:ext>
              </a:extLst>
            </p:cNvPr>
            <p:cNvSpPr/>
            <p:nvPr/>
          </p:nvSpPr>
          <p:spPr bwMode="auto">
            <a:xfrm>
              <a:off x="2922738" y="1559807"/>
              <a:ext cx="6346524" cy="4152812"/>
            </a:xfrm>
            <a:custGeom>
              <a:avLst/>
              <a:gdLst>
                <a:gd name="T0" fmla="*/ 3671 w 4335"/>
                <a:gd name="T1" fmla="*/ 2673 h 2840"/>
                <a:gd name="T2" fmla="*/ 2998 w 4335"/>
                <a:gd name="T3" fmla="*/ 2833 h 2840"/>
                <a:gd name="T4" fmla="*/ 2540 w 4335"/>
                <a:gd name="T5" fmla="*/ 2815 h 2840"/>
                <a:gd name="T6" fmla="*/ 1812 w 4335"/>
                <a:gd name="T7" fmla="*/ 2570 h 2840"/>
                <a:gd name="T8" fmla="*/ 1520 w 4335"/>
                <a:gd name="T9" fmla="*/ 2372 h 2840"/>
                <a:gd name="T10" fmla="*/ 1474 w 4335"/>
                <a:gd name="T11" fmla="*/ 2335 h 2840"/>
                <a:gd name="T12" fmla="*/ 1400 w 4335"/>
                <a:gd name="T13" fmla="*/ 2282 h 2840"/>
                <a:gd name="T14" fmla="*/ 1357 w 4335"/>
                <a:gd name="T15" fmla="*/ 2262 h 2840"/>
                <a:gd name="T16" fmla="*/ 1186 w 4335"/>
                <a:gd name="T17" fmla="*/ 2240 h 2840"/>
                <a:gd name="T18" fmla="*/ 1147 w 4335"/>
                <a:gd name="T19" fmla="*/ 2244 h 2840"/>
                <a:gd name="T20" fmla="*/ 871 w 4335"/>
                <a:gd name="T21" fmla="*/ 2322 h 2840"/>
                <a:gd name="T22" fmla="*/ 796 w 4335"/>
                <a:gd name="T23" fmla="*/ 2345 h 2840"/>
                <a:gd name="T24" fmla="*/ 459 w 4335"/>
                <a:gd name="T25" fmla="*/ 2348 h 2840"/>
                <a:gd name="T26" fmla="*/ 451 w 4335"/>
                <a:gd name="T27" fmla="*/ 2345 h 2840"/>
                <a:gd name="T28" fmla="*/ 411 w 4335"/>
                <a:gd name="T29" fmla="*/ 2332 h 2840"/>
                <a:gd name="T30" fmla="*/ 373 w 4335"/>
                <a:gd name="T31" fmla="*/ 2316 h 2840"/>
                <a:gd name="T32" fmla="*/ 335 w 4335"/>
                <a:gd name="T33" fmla="*/ 2297 h 2840"/>
                <a:gd name="T34" fmla="*/ 292 w 4335"/>
                <a:gd name="T35" fmla="*/ 2272 h 2840"/>
                <a:gd name="T36" fmla="*/ 245 w 4335"/>
                <a:gd name="T37" fmla="*/ 2239 h 2840"/>
                <a:gd name="T38" fmla="*/ 164 w 4335"/>
                <a:gd name="T39" fmla="*/ 2165 h 2840"/>
                <a:gd name="T40" fmla="*/ 139 w 4335"/>
                <a:gd name="T41" fmla="*/ 2136 h 2840"/>
                <a:gd name="T42" fmla="*/ 115 w 4335"/>
                <a:gd name="T43" fmla="*/ 2105 h 2840"/>
                <a:gd name="T44" fmla="*/ 46 w 4335"/>
                <a:gd name="T45" fmla="*/ 1979 h 2840"/>
                <a:gd name="T46" fmla="*/ 26 w 4335"/>
                <a:gd name="T47" fmla="*/ 1920 h 2840"/>
                <a:gd name="T48" fmla="*/ 0 w 4335"/>
                <a:gd name="T49" fmla="*/ 1647 h 2840"/>
                <a:gd name="T50" fmla="*/ 24 w 4335"/>
                <a:gd name="T51" fmla="*/ 1179 h 2840"/>
                <a:gd name="T52" fmla="*/ 54 w 4335"/>
                <a:gd name="T53" fmla="*/ 1033 h 2840"/>
                <a:gd name="T54" fmla="*/ 304 w 4335"/>
                <a:gd name="T55" fmla="*/ 568 h 2840"/>
                <a:gd name="T56" fmla="*/ 686 w 4335"/>
                <a:gd name="T57" fmla="*/ 215 h 2840"/>
                <a:gd name="T58" fmla="*/ 703 w 4335"/>
                <a:gd name="T59" fmla="*/ 204 h 2840"/>
                <a:gd name="T60" fmla="*/ 728 w 4335"/>
                <a:gd name="T61" fmla="*/ 188 h 2840"/>
                <a:gd name="T62" fmla="*/ 745 w 4335"/>
                <a:gd name="T63" fmla="*/ 178 h 2840"/>
                <a:gd name="T64" fmla="*/ 759 w 4335"/>
                <a:gd name="T65" fmla="*/ 170 h 2840"/>
                <a:gd name="T66" fmla="*/ 890 w 4335"/>
                <a:gd name="T67" fmla="*/ 102 h 2840"/>
                <a:gd name="T68" fmla="*/ 1076 w 4335"/>
                <a:gd name="T69" fmla="*/ 39 h 2840"/>
                <a:gd name="T70" fmla="*/ 1203 w 4335"/>
                <a:gd name="T71" fmla="*/ 15 h 2840"/>
                <a:gd name="T72" fmla="*/ 2044 w 4335"/>
                <a:gd name="T73" fmla="*/ 248 h 2840"/>
                <a:gd name="T74" fmla="*/ 2550 w 4335"/>
                <a:gd name="T75" fmla="*/ 467 h 2840"/>
                <a:gd name="T76" fmla="*/ 3227 w 4335"/>
                <a:gd name="T77" fmla="*/ 530 h 2840"/>
                <a:gd name="T78" fmla="*/ 4175 w 4335"/>
                <a:gd name="T79" fmla="*/ 1391 h 2840"/>
                <a:gd name="T80" fmla="*/ 4217 w 4335"/>
                <a:gd name="T81" fmla="*/ 2211 h 28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4335" h="2840">
                  <a:moveTo>
                    <a:pt x="4217" y="2211"/>
                  </a:moveTo>
                  <a:cubicBezTo>
                    <a:pt x="4110" y="2430"/>
                    <a:pt x="3895" y="2577"/>
                    <a:pt x="3671" y="2673"/>
                  </a:cubicBezTo>
                  <a:cubicBezTo>
                    <a:pt x="3492" y="2750"/>
                    <a:pt x="3303" y="2801"/>
                    <a:pt x="3109" y="2823"/>
                  </a:cubicBezTo>
                  <a:cubicBezTo>
                    <a:pt x="3072" y="2828"/>
                    <a:pt x="3035" y="2831"/>
                    <a:pt x="2998" y="2833"/>
                  </a:cubicBezTo>
                  <a:cubicBezTo>
                    <a:pt x="2902" y="2840"/>
                    <a:pt x="2807" y="2840"/>
                    <a:pt x="2711" y="2833"/>
                  </a:cubicBezTo>
                  <a:cubicBezTo>
                    <a:pt x="2654" y="2829"/>
                    <a:pt x="2597" y="2823"/>
                    <a:pt x="2540" y="2815"/>
                  </a:cubicBezTo>
                  <a:cubicBezTo>
                    <a:pt x="2342" y="2786"/>
                    <a:pt x="2149" y="2730"/>
                    <a:pt x="1967" y="2648"/>
                  </a:cubicBezTo>
                  <a:cubicBezTo>
                    <a:pt x="1914" y="2624"/>
                    <a:pt x="1863" y="2598"/>
                    <a:pt x="1812" y="2570"/>
                  </a:cubicBezTo>
                  <a:cubicBezTo>
                    <a:pt x="1728" y="2524"/>
                    <a:pt x="1647" y="2471"/>
                    <a:pt x="1570" y="2412"/>
                  </a:cubicBezTo>
                  <a:cubicBezTo>
                    <a:pt x="1553" y="2399"/>
                    <a:pt x="1537" y="2386"/>
                    <a:pt x="1520" y="2372"/>
                  </a:cubicBezTo>
                  <a:cubicBezTo>
                    <a:pt x="1513" y="2367"/>
                    <a:pt x="1513" y="2367"/>
                    <a:pt x="1513" y="2367"/>
                  </a:cubicBezTo>
                  <a:cubicBezTo>
                    <a:pt x="1500" y="2356"/>
                    <a:pt x="1487" y="2345"/>
                    <a:pt x="1474" y="2335"/>
                  </a:cubicBezTo>
                  <a:cubicBezTo>
                    <a:pt x="1453" y="2316"/>
                    <a:pt x="1429" y="2300"/>
                    <a:pt x="1405" y="2285"/>
                  </a:cubicBezTo>
                  <a:cubicBezTo>
                    <a:pt x="1404" y="2284"/>
                    <a:pt x="1402" y="2283"/>
                    <a:pt x="1400" y="2282"/>
                  </a:cubicBezTo>
                  <a:cubicBezTo>
                    <a:pt x="1396" y="2280"/>
                    <a:pt x="1391" y="2277"/>
                    <a:pt x="1387" y="2275"/>
                  </a:cubicBezTo>
                  <a:cubicBezTo>
                    <a:pt x="1377" y="2270"/>
                    <a:pt x="1367" y="2266"/>
                    <a:pt x="1357" y="2262"/>
                  </a:cubicBezTo>
                  <a:cubicBezTo>
                    <a:pt x="1311" y="2244"/>
                    <a:pt x="1262" y="2238"/>
                    <a:pt x="1211" y="2239"/>
                  </a:cubicBezTo>
                  <a:cubicBezTo>
                    <a:pt x="1203" y="2239"/>
                    <a:pt x="1195" y="2240"/>
                    <a:pt x="1186" y="2240"/>
                  </a:cubicBezTo>
                  <a:cubicBezTo>
                    <a:pt x="1175" y="2241"/>
                    <a:pt x="1163" y="2242"/>
                    <a:pt x="1151" y="2244"/>
                  </a:cubicBezTo>
                  <a:cubicBezTo>
                    <a:pt x="1147" y="2244"/>
                    <a:pt x="1147" y="2244"/>
                    <a:pt x="1147" y="2244"/>
                  </a:cubicBezTo>
                  <a:cubicBezTo>
                    <a:pt x="1110" y="2249"/>
                    <a:pt x="1073" y="2257"/>
                    <a:pt x="1037" y="2268"/>
                  </a:cubicBezTo>
                  <a:cubicBezTo>
                    <a:pt x="981" y="2284"/>
                    <a:pt x="926" y="2304"/>
                    <a:pt x="871" y="2322"/>
                  </a:cubicBezTo>
                  <a:cubicBezTo>
                    <a:pt x="848" y="2330"/>
                    <a:pt x="824" y="2337"/>
                    <a:pt x="801" y="2344"/>
                  </a:cubicBezTo>
                  <a:cubicBezTo>
                    <a:pt x="796" y="2345"/>
                    <a:pt x="796" y="2345"/>
                    <a:pt x="796" y="2345"/>
                  </a:cubicBezTo>
                  <a:cubicBezTo>
                    <a:pt x="762" y="2354"/>
                    <a:pt x="728" y="2362"/>
                    <a:pt x="693" y="2366"/>
                  </a:cubicBezTo>
                  <a:cubicBezTo>
                    <a:pt x="615" y="2376"/>
                    <a:pt x="535" y="2370"/>
                    <a:pt x="459" y="2348"/>
                  </a:cubicBezTo>
                  <a:cubicBezTo>
                    <a:pt x="456" y="2347"/>
                    <a:pt x="456" y="2347"/>
                    <a:pt x="456" y="2347"/>
                  </a:cubicBezTo>
                  <a:cubicBezTo>
                    <a:pt x="451" y="2345"/>
                    <a:pt x="451" y="2345"/>
                    <a:pt x="451" y="2345"/>
                  </a:cubicBezTo>
                  <a:cubicBezTo>
                    <a:pt x="445" y="2343"/>
                    <a:pt x="445" y="2343"/>
                    <a:pt x="445" y="2343"/>
                  </a:cubicBezTo>
                  <a:cubicBezTo>
                    <a:pt x="433" y="2340"/>
                    <a:pt x="422" y="2336"/>
                    <a:pt x="411" y="2332"/>
                  </a:cubicBezTo>
                  <a:cubicBezTo>
                    <a:pt x="405" y="2329"/>
                    <a:pt x="405" y="2329"/>
                    <a:pt x="405" y="2329"/>
                  </a:cubicBezTo>
                  <a:cubicBezTo>
                    <a:pt x="394" y="2325"/>
                    <a:pt x="383" y="2321"/>
                    <a:pt x="373" y="2316"/>
                  </a:cubicBezTo>
                  <a:cubicBezTo>
                    <a:pt x="367" y="2313"/>
                    <a:pt x="367" y="2313"/>
                    <a:pt x="367" y="2313"/>
                  </a:cubicBezTo>
                  <a:cubicBezTo>
                    <a:pt x="356" y="2308"/>
                    <a:pt x="345" y="2303"/>
                    <a:pt x="335" y="2297"/>
                  </a:cubicBezTo>
                  <a:cubicBezTo>
                    <a:pt x="332" y="2295"/>
                    <a:pt x="328" y="2293"/>
                    <a:pt x="324" y="2291"/>
                  </a:cubicBezTo>
                  <a:cubicBezTo>
                    <a:pt x="313" y="2285"/>
                    <a:pt x="303" y="2279"/>
                    <a:pt x="292" y="2272"/>
                  </a:cubicBezTo>
                  <a:cubicBezTo>
                    <a:pt x="281" y="2265"/>
                    <a:pt x="270" y="2258"/>
                    <a:pt x="260" y="2250"/>
                  </a:cubicBezTo>
                  <a:cubicBezTo>
                    <a:pt x="255" y="2246"/>
                    <a:pt x="250" y="2243"/>
                    <a:pt x="245" y="2239"/>
                  </a:cubicBezTo>
                  <a:cubicBezTo>
                    <a:pt x="217" y="2218"/>
                    <a:pt x="192" y="2195"/>
                    <a:pt x="168" y="2169"/>
                  </a:cubicBezTo>
                  <a:cubicBezTo>
                    <a:pt x="166" y="2168"/>
                    <a:pt x="165" y="2167"/>
                    <a:pt x="164" y="2165"/>
                  </a:cubicBezTo>
                  <a:cubicBezTo>
                    <a:pt x="158" y="2158"/>
                    <a:pt x="151" y="2151"/>
                    <a:pt x="145" y="2144"/>
                  </a:cubicBezTo>
                  <a:cubicBezTo>
                    <a:pt x="143" y="2142"/>
                    <a:pt x="141" y="2139"/>
                    <a:pt x="139" y="2136"/>
                  </a:cubicBezTo>
                  <a:cubicBezTo>
                    <a:pt x="131" y="2127"/>
                    <a:pt x="124" y="2119"/>
                    <a:pt x="118" y="2109"/>
                  </a:cubicBezTo>
                  <a:cubicBezTo>
                    <a:pt x="117" y="2108"/>
                    <a:pt x="116" y="2107"/>
                    <a:pt x="115" y="2105"/>
                  </a:cubicBezTo>
                  <a:cubicBezTo>
                    <a:pt x="88" y="2068"/>
                    <a:pt x="65" y="2027"/>
                    <a:pt x="47" y="1983"/>
                  </a:cubicBezTo>
                  <a:cubicBezTo>
                    <a:pt x="47" y="1982"/>
                    <a:pt x="46" y="1981"/>
                    <a:pt x="46" y="1979"/>
                  </a:cubicBezTo>
                  <a:cubicBezTo>
                    <a:pt x="41" y="1966"/>
                    <a:pt x="36" y="1952"/>
                    <a:pt x="31" y="1937"/>
                  </a:cubicBezTo>
                  <a:cubicBezTo>
                    <a:pt x="29" y="1932"/>
                    <a:pt x="28" y="1925"/>
                    <a:pt x="26" y="1920"/>
                  </a:cubicBezTo>
                  <a:cubicBezTo>
                    <a:pt x="26" y="1918"/>
                    <a:pt x="25" y="1916"/>
                    <a:pt x="25" y="1914"/>
                  </a:cubicBezTo>
                  <a:cubicBezTo>
                    <a:pt x="3" y="1827"/>
                    <a:pt x="0" y="1737"/>
                    <a:pt x="0" y="1647"/>
                  </a:cubicBezTo>
                  <a:cubicBezTo>
                    <a:pt x="0" y="1637"/>
                    <a:pt x="0" y="1626"/>
                    <a:pt x="0" y="1616"/>
                  </a:cubicBezTo>
                  <a:cubicBezTo>
                    <a:pt x="1" y="1470"/>
                    <a:pt x="3" y="1323"/>
                    <a:pt x="24" y="1179"/>
                  </a:cubicBezTo>
                  <a:cubicBezTo>
                    <a:pt x="24" y="1178"/>
                    <a:pt x="25" y="1177"/>
                    <a:pt x="25" y="1176"/>
                  </a:cubicBezTo>
                  <a:cubicBezTo>
                    <a:pt x="32" y="1128"/>
                    <a:pt x="42" y="1080"/>
                    <a:pt x="54" y="1033"/>
                  </a:cubicBezTo>
                  <a:cubicBezTo>
                    <a:pt x="67" y="984"/>
                    <a:pt x="83" y="935"/>
                    <a:pt x="103" y="888"/>
                  </a:cubicBezTo>
                  <a:cubicBezTo>
                    <a:pt x="153" y="772"/>
                    <a:pt x="224" y="666"/>
                    <a:pt x="304" y="568"/>
                  </a:cubicBezTo>
                  <a:cubicBezTo>
                    <a:pt x="400" y="451"/>
                    <a:pt x="510" y="342"/>
                    <a:pt x="633" y="252"/>
                  </a:cubicBezTo>
                  <a:cubicBezTo>
                    <a:pt x="650" y="240"/>
                    <a:pt x="668" y="227"/>
                    <a:pt x="686" y="215"/>
                  </a:cubicBezTo>
                  <a:cubicBezTo>
                    <a:pt x="694" y="209"/>
                    <a:pt x="694" y="209"/>
                    <a:pt x="694" y="209"/>
                  </a:cubicBezTo>
                  <a:cubicBezTo>
                    <a:pt x="697" y="207"/>
                    <a:pt x="700" y="205"/>
                    <a:pt x="703" y="204"/>
                  </a:cubicBezTo>
                  <a:cubicBezTo>
                    <a:pt x="709" y="200"/>
                    <a:pt x="715" y="196"/>
                    <a:pt x="721" y="192"/>
                  </a:cubicBezTo>
                  <a:cubicBezTo>
                    <a:pt x="728" y="188"/>
                    <a:pt x="728" y="188"/>
                    <a:pt x="728" y="188"/>
                  </a:cubicBezTo>
                  <a:cubicBezTo>
                    <a:pt x="741" y="180"/>
                    <a:pt x="741" y="180"/>
                    <a:pt x="741" y="180"/>
                  </a:cubicBezTo>
                  <a:cubicBezTo>
                    <a:pt x="745" y="178"/>
                    <a:pt x="745" y="178"/>
                    <a:pt x="745" y="178"/>
                  </a:cubicBezTo>
                  <a:cubicBezTo>
                    <a:pt x="752" y="174"/>
                    <a:pt x="752" y="174"/>
                    <a:pt x="752" y="174"/>
                  </a:cubicBezTo>
                  <a:cubicBezTo>
                    <a:pt x="759" y="170"/>
                    <a:pt x="759" y="170"/>
                    <a:pt x="759" y="170"/>
                  </a:cubicBezTo>
                  <a:cubicBezTo>
                    <a:pt x="767" y="165"/>
                    <a:pt x="775" y="160"/>
                    <a:pt x="783" y="156"/>
                  </a:cubicBezTo>
                  <a:cubicBezTo>
                    <a:pt x="818" y="136"/>
                    <a:pt x="854" y="118"/>
                    <a:pt x="890" y="102"/>
                  </a:cubicBezTo>
                  <a:cubicBezTo>
                    <a:pt x="901" y="98"/>
                    <a:pt x="912" y="93"/>
                    <a:pt x="923" y="89"/>
                  </a:cubicBezTo>
                  <a:cubicBezTo>
                    <a:pt x="973" y="68"/>
                    <a:pt x="1024" y="52"/>
                    <a:pt x="1076" y="39"/>
                  </a:cubicBezTo>
                  <a:cubicBezTo>
                    <a:pt x="1095" y="34"/>
                    <a:pt x="1114" y="29"/>
                    <a:pt x="1134" y="26"/>
                  </a:cubicBezTo>
                  <a:cubicBezTo>
                    <a:pt x="1157" y="21"/>
                    <a:pt x="1180" y="18"/>
                    <a:pt x="1203" y="15"/>
                  </a:cubicBezTo>
                  <a:cubicBezTo>
                    <a:pt x="1240" y="10"/>
                    <a:pt x="1277" y="7"/>
                    <a:pt x="1314" y="6"/>
                  </a:cubicBezTo>
                  <a:cubicBezTo>
                    <a:pt x="1575" y="0"/>
                    <a:pt x="1839" y="85"/>
                    <a:pt x="2044" y="248"/>
                  </a:cubicBezTo>
                  <a:cubicBezTo>
                    <a:pt x="2125" y="313"/>
                    <a:pt x="2199" y="390"/>
                    <a:pt x="2290" y="440"/>
                  </a:cubicBezTo>
                  <a:cubicBezTo>
                    <a:pt x="2370" y="483"/>
                    <a:pt x="2464" y="501"/>
                    <a:pt x="2550" y="467"/>
                  </a:cubicBezTo>
                  <a:cubicBezTo>
                    <a:pt x="2621" y="439"/>
                    <a:pt x="2667" y="425"/>
                    <a:pt x="2746" y="429"/>
                  </a:cubicBezTo>
                  <a:cubicBezTo>
                    <a:pt x="2911" y="438"/>
                    <a:pt x="3073" y="472"/>
                    <a:pt x="3227" y="530"/>
                  </a:cubicBezTo>
                  <a:cubicBezTo>
                    <a:pt x="3234" y="532"/>
                    <a:pt x="3240" y="534"/>
                    <a:pt x="3246" y="537"/>
                  </a:cubicBezTo>
                  <a:cubicBezTo>
                    <a:pt x="3649" y="691"/>
                    <a:pt x="3995" y="997"/>
                    <a:pt x="4175" y="1391"/>
                  </a:cubicBezTo>
                  <a:cubicBezTo>
                    <a:pt x="4180" y="1401"/>
                    <a:pt x="4185" y="1411"/>
                    <a:pt x="4189" y="1422"/>
                  </a:cubicBezTo>
                  <a:cubicBezTo>
                    <a:pt x="4296" y="1673"/>
                    <a:pt x="4335" y="1966"/>
                    <a:pt x="4217" y="2211"/>
                  </a:cubicBezTo>
                </a:path>
              </a:pathLst>
            </a:custGeom>
            <a:solidFill>
              <a:srgbClr val="4285F4">
                <a:alpha val="10000"/>
              </a:srgbClr>
            </a:solidFill>
            <a:ln>
              <a:noFill/>
            </a:ln>
          </p:spPr>
          <p:txBody>
            <a:bodyPr wrap="square" lIns="91440" tIns="45720" rIns="91440" bIns="45720" anchor="ctr">
              <a:normAutofit/>
            </a:bodyPr>
            <a:lstStyle/>
            <a:p>
              <a:pPr algn="ctr"/>
              <a:endParaRPr>
                <a:cs typeface="+mn-ea"/>
                <a:sym typeface="+mn-lt"/>
              </a:endParaRPr>
            </a:p>
          </p:txBody>
        </p:sp>
        <p:sp>
          <p:nvSpPr>
            <p:cNvPr id="270" name="任意多边形: 形状 269">
              <a:extLst>
                <a:ext uri="{FF2B5EF4-FFF2-40B4-BE49-F238E27FC236}">
                  <a16:creationId xmlns:a16="http://schemas.microsoft.com/office/drawing/2014/main" id="{242E1571-D06F-4886-A416-D1FC11FCC17D}"/>
                </a:ext>
              </a:extLst>
            </p:cNvPr>
            <p:cNvSpPr/>
            <p:nvPr/>
          </p:nvSpPr>
          <p:spPr bwMode="auto">
            <a:xfrm>
              <a:off x="2922738" y="2525657"/>
              <a:ext cx="1173063" cy="2508812"/>
            </a:xfrm>
            <a:custGeom>
              <a:avLst/>
              <a:gdLst>
                <a:gd name="T0" fmla="*/ 801 w 801"/>
                <a:gd name="T1" fmla="*/ 166 h 1716"/>
                <a:gd name="T2" fmla="*/ 801 w 801"/>
                <a:gd name="T3" fmla="*/ 1683 h 1716"/>
                <a:gd name="T4" fmla="*/ 795 w 801"/>
                <a:gd name="T5" fmla="*/ 1684 h 1716"/>
                <a:gd name="T6" fmla="*/ 693 w 801"/>
                <a:gd name="T7" fmla="*/ 1706 h 1716"/>
                <a:gd name="T8" fmla="*/ 459 w 801"/>
                <a:gd name="T9" fmla="*/ 1687 h 1716"/>
                <a:gd name="T10" fmla="*/ 456 w 801"/>
                <a:gd name="T11" fmla="*/ 1686 h 1716"/>
                <a:gd name="T12" fmla="*/ 451 w 801"/>
                <a:gd name="T13" fmla="*/ 1684 h 1716"/>
                <a:gd name="T14" fmla="*/ 444 w 801"/>
                <a:gd name="T15" fmla="*/ 1682 h 1716"/>
                <a:gd name="T16" fmla="*/ 411 w 801"/>
                <a:gd name="T17" fmla="*/ 1671 h 1716"/>
                <a:gd name="T18" fmla="*/ 404 w 801"/>
                <a:gd name="T19" fmla="*/ 1668 h 1716"/>
                <a:gd name="T20" fmla="*/ 373 w 801"/>
                <a:gd name="T21" fmla="*/ 1655 h 1716"/>
                <a:gd name="T22" fmla="*/ 366 w 801"/>
                <a:gd name="T23" fmla="*/ 1652 h 1716"/>
                <a:gd name="T24" fmla="*/ 335 w 801"/>
                <a:gd name="T25" fmla="*/ 1636 h 1716"/>
                <a:gd name="T26" fmla="*/ 324 w 801"/>
                <a:gd name="T27" fmla="*/ 1630 h 1716"/>
                <a:gd name="T28" fmla="*/ 292 w 801"/>
                <a:gd name="T29" fmla="*/ 1611 h 1716"/>
                <a:gd name="T30" fmla="*/ 260 w 801"/>
                <a:gd name="T31" fmla="*/ 1589 h 1716"/>
                <a:gd name="T32" fmla="*/ 245 w 801"/>
                <a:gd name="T33" fmla="*/ 1578 h 1716"/>
                <a:gd name="T34" fmla="*/ 168 w 801"/>
                <a:gd name="T35" fmla="*/ 1508 h 1716"/>
                <a:gd name="T36" fmla="*/ 164 w 801"/>
                <a:gd name="T37" fmla="*/ 1504 h 1716"/>
                <a:gd name="T38" fmla="*/ 145 w 801"/>
                <a:gd name="T39" fmla="*/ 1483 h 1716"/>
                <a:gd name="T40" fmla="*/ 138 w 801"/>
                <a:gd name="T41" fmla="*/ 1475 h 1716"/>
                <a:gd name="T42" fmla="*/ 118 w 801"/>
                <a:gd name="T43" fmla="*/ 1448 h 1716"/>
                <a:gd name="T44" fmla="*/ 115 w 801"/>
                <a:gd name="T45" fmla="*/ 1444 h 1716"/>
                <a:gd name="T46" fmla="*/ 47 w 801"/>
                <a:gd name="T47" fmla="*/ 1322 h 1716"/>
                <a:gd name="T48" fmla="*/ 46 w 801"/>
                <a:gd name="T49" fmla="*/ 1318 h 1716"/>
                <a:gd name="T50" fmla="*/ 31 w 801"/>
                <a:gd name="T51" fmla="*/ 1277 h 1716"/>
                <a:gd name="T52" fmla="*/ 26 w 801"/>
                <a:gd name="T53" fmla="*/ 1259 h 1716"/>
                <a:gd name="T54" fmla="*/ 25 w 801"/>
                <a:gd name="T55" fmla="*/ 1253 h 1716"/>
                <a:gd name="T56" fmla="*/ 0 w 801"/>
                <a:gd name="T57" fmla="*/ 986 h 1716"/>
                <a:gd name="T58" fmla="*/ 0 w 801"/>
                <a:gd name="T59" fmla="*/ 955 h 1716"/>
                <a:gd name="T60" fmla="*/ 24 w 801"/>
                <a:gd name="T61" fmla="*/ 518 h 1716"/>
                <a:gd name="T62" fmla="*/ 25 w 801"/>
                <a:gd name="T63" fmla="*/ 515 h 1716"/>
                <a:gd name="T64" fmla="*/ 54 w 801"/>
                <a:gd name="T65" fmla="*/ 372 h 1716"/>
                <a:gd name="T66" fmla="*/ 463 w 801"/>
                <a:gd name="T67" fmla="*/ 372 h 1716"/>
                <a:gd name="T68" fmla="*/ 463 w 801"/>
                <a:gd name="T69" fmla="*/ 166 h 1716"/>
                <a:gd name="T70" fmla="*/ 544 w 801"/>
                <a:gd name="T71" fmla="*/ 166 h 1716"/>
                <a:gd name="T72" fmla="*/ 544 w 801"/>
                <a:gd name="T73" fmla="*/ 0 h 1716"/>
                <a:gd name="T74" fmla="*/ 719 w 801"/>
                <a:gd name="T75" fmla="*/ 0 h 1716"/>
                <a:gd name="T76" fmla="*/ 719 w 801"/>
                <a:gd name="T77" fmla="*/ 166 h 1716"/>
                <a:gd name="T78" fmla="*/ 801 w 801"/>
                <a:gd name="T79" fmla="*/ 166 h 17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801" h="1716">
                  <a:moveTo>
                    <a:pt x="801" y="166"/>
                  </a:moveTo>
                  <a:cubicBezTo>
                    <a:pt x="801" y="1683"/>
                    <a:pt x="801" y="1683"/>
                    <a:pt x="801" y="1683"/>
                  </a:cubicBezTo>
                  <a:cubicBezTo>
                    <a:pt x="795" y="1684"/>
                    <a:pt x="795" y="1684"/>
                    <a:pt x="795" y="1684"/>
                  </a:cubicBezTo>
                  <a:cubicBezTo>
                    <a:pt x="762" y="1694"/>
                    <a:pt x="728" y="1701"/>
                    <a:pt x="693" y="1706"/>
                  </a:cubicBezTo>
                  <a:cubicBezTo>
                    <a:pt x="614" y="1716"/>
                    <a:pt x="535" y="1709"/>
                    <a:pt x="459" y="1687"/>
                  </a:cubicBezTo>
                  <a:cubicBezTo>
                    <a:pt x="456" y="1686"/>
                    <a:pt x="456" y="1686"/>
                    <a:pt x="456" y="1686"/>
                  </a:cubicBezTo>
                  <a:cubicBezTo>
                    <a:pt x="451" y="1684"/>
                    <a:pt x="451" y="1684"/>
                    <a:pt x="451" y="1684"/>
                  </a:cubicBezTo>
                  <a:cubicBezTo>
                    <a:pt x="444" y="1682"/>
                    <a:pt x="444" y="1682"/>
                    <a:pt x="444" y="1682"/>
                  </a:cubicBezTo>
                  <a:cubicBezTo>
                    <a:pt x="433" y="1679"/>
                    <a:pt x="422" y="1675"/>
                    <a:pt x="411" y="1671"/>
                  </a:cubicBezTo>
                  <a:cubicBezTo>
                    <a:pt x="404" y="1668"/>
                    <a:pt x="404" y="1668"/>
                    <a:pt x="404" y="1668"/>
                  </a:cubicBezTo>
                  <a:cubicBezTo>
                    <a:pt x="394" y="1664"/>
                    <a:pt x="383" y="1660"/>
                    <a:pt x="373" y="1655"/>
                  </a:cubicBezTo>
                  <a:cubicBezTo>
                    <a:pt x="366" y="1652"/>
                    <a:pt x="366" y="1652"/>
                    <a:pt x="366" y="1652"/>
                  </a:cubicBezTo>
                  <a:cubicBezTo>
                    <a:pt x="356" y="1647"/>
                    <a:pt x="345" y="1642"/>
                    <a:pt x="335" y="1636"/>
                  </a:cubicBezTo>
                  <a:cubicBezTo>
                    <a:pt x="331" y="1634"/>
                    <a:pt x="328" y="1632"/>
                    <a:pt x="324" y="1630"/>
                  </a:cubicBezTo>
                  <a:cubicBezTo>
                    <a:pt x="313" y="1624"/>
                    <a:pt x="303" y="1618"/>
                    <a:pt x="292" y="1611"/>
                  </a:cubicBezTo>
                  <a:cubicBezTo>
                    <a:pt x="281" y="1604"/>
                    <a:pt x="270" y="1597"/>
                    <a:pt x="260" y="1589"/>
                  </a:cubicBezTo>
                  <a:cubicBezTo>
                    <a:pt x="255" y="1586"/>
                    <a:pt x="250" y="1582"/>
                    <a:pt x="245" y="1578"/>
                  </a:cubicBezTo>
                  <a:cubicBezTo>
                    <a:pt x="217" y="1557"/>
                    <a:pt x="191" y="1534"/>
                    <a:pt x="168" y="1508"/>
                  </a:cubicBezTo>
                  <a:cubicBezTo>
                    <a:pt x="166" y="1507"/>
                    <a:pt x="165" y="1506"/>
                    <a:pt x="164" y="1504"/>
                  </a:cubicBezTo>
                  <a:cubicBezTo>
                    <a:pt x="157" y="1497"/>
                    <a:pt x="151" y="1490"/>
                    <a:pt x="145" y="1483"/>
                  </a:cubicBezTo>
                  <a:cubicBezTo>
                    <a:pt x="143" y="1481"/>
                    <a:pt x="141" y="1478"/>
                    <a:pt x="138" y="1475"/>
                  </a:cubicBezTo>
                  <a:cubicBezTo>
                    <a:pt x="131" y="1467"/>
                    <a:pt x="124" y="1458"/>
                    <a:pt x="118" y="1448"/>
                  </a:cubicBezTo>
                  <a:cubicBezTo>
                    <a:pt x="117" y="1447"/>
                    <a:pt x="116" y="1446"/>
                    <a:pt x="115" y="1444"/>
                  </a:cubicBezTo>
                  <a:cubicBezTo>
                    <a:pt x="87" y="1407"/>
                    <a:pt x="65" y="1366"/>
                    <a:pt x="47" y="1322"/>
                  </a:cubicBezTo>
                  <a:cubicBezTo>
                    <a:pt x="47" y="1321"/>
                    <a:pt x="46" y="1320"/>
                    <a:pt x="46" y="1318"/>
                  </a:cubicBezTo>
                  <a:cubicBezTo>
                    <a:pt x="40" y="1305"/>
                    <a:pt x="36" y="1291"/>
                    <a:pt x="31" y="1277"/>
                  </a:cubicBezTo>
                  <a:cubicBezTo>
                    <a:pt x="29" y="1271"/>
                    <a:pt x="28" y="1265"/>
                    <a:pt x="26" y="1259"/>
                  </a:cubicBezTo>
                  <a:cubicBezTo>
                    <a:pt x="26" y="1257"/>
                    <a:pt x="25" y="1255"/>
                    <a:pt x="25" y="1253"/>
                  </a:cubicBezTo>
                  <a:cubicBezTo>
                    <a:pt x="3" y="1166"/>
                    <a:pt x="0" y="1076"/>
                    <a:pt x="0" y="986"/>
                  </a:cubicBezTo>
                  <a:cubicBezTo>
                    <a:pt x="0" y="976"/>
                    <a:pt x="0" y="965"/>
                    <a:pt x="0" y="955"/>
                  </a:cubicBezTo>
                  <a:cubicBezTo>
                    <a:pt x="1" y="809"/>
                    <a:pt x="3" y="662"/>
                    <a:pt x="24" y="518"/>
                  </a:cubicBezTo>
                  <a:cubicBezTo>
                    <a:pt x="24" y="517"/>
                    <a:pt x="25" y="516"/>
                    <a:pt x="25" y="515"/>
                  </a:cubicBezTo>
                  <a:cubicBezTo>
                    <a:pt x="32" y="467"/>
                    <a:pt x="42" y="419"/>
                    <a:pt x="54" y="372"/>
                  </a:cubicBezTo>
                  <a:cubicBezTo>
                    <a:pt x="463" y="372"/>
                    <a:pt x="463" y="372"/>
                    <a:pt x="463" y="372"/>
                  </a:cubicBezTo>
                  <a:cubicBezTo>
                    <a:pt x="463" y="166"/>
                    <a:pt x="463" y="166"/>
                    <a:pt x="463" y="166"/>
                  </a:cubicBezTo>
                  <a:cubicBezTo>
                    <a:pt x="544" y="166"/>
                    <a:pt x="544" y="166"/>
                    <a:pt x="544" y="166"/>
                  </a:cubicBezTo>
                  <a:cubicBezTo>
                    <a:pt x="544" y="0"/>
                    <a:pt x="544" y="0"/>
                    <a:pt x="544" y="0"/>
                  </a:cubicBezTo>
                  <a:cubicBezTo>
                    <a:pt x="719" y="0"/>
                    <a:pt x="719" y="0"/>
                    <a:pt x="719" y="0"/>
                  </a:cubicBezTo>
                  <a:cubicBezTo>
                    <a:pt x="719" y="166"/>
                    <a:pt x="719" y="166"/>
                    <a:pt x="719" y="166"/>
                  </a:cubicBezTo>
                  <a:cubicBezTo>
                    <a:pt x="801" y="166"/>
                    <a:pt x="801" y="166"/>
                    <a:pt x="801" y="166"/>
                  </a:cubicBezTo>
                </a:path>
              </a:pathLst>
            </a:custGeom>
            <a:solidFill>
              <a:srgbClr val="4285F4">
                <a:alpha val="20000"/>
              </a:srgbClr>
            </a:solidFill>
            <a:ln>
              <a:noFill/>
            </a:ln>
          </p:spPr>
          <p:txBody>
            <a:bodyPr wrap="square" lIns="91440" tIns="45720" rIns="91440" bIns="45720" anchor="ctr">
              <a:normAutofit/>
            </a:bodyPr>
            <a:lstStyle/>
            <a:p>
              <a:pPr algn="ctr"/>
              <a:endParaRPr>
                <a:cs typeface="+mn-ea"/>
                <a:sym typeface="+mn-lt"/>
              </a:endParaRPr>
            </a:p>
          </p:txBody>
        </p:sp>
        <p:sp>
          <p:nvSpPr>
            <p:cNvPr id="271" name="任意多边形: 形状 270">
              <a:extLst>
                <a:ext uri="{FF2B5EF4-FFF2-40B4-BE49-F238E27FC236}">
                  <a16:creationId xmlns:a16="http://schemas.microsoft.com/office/drawing/2014/main" id="{258349FE-DD1B-4B68-90A4-7E97EC765B7A}"/>
                </a:ext>
              </a:extLst>
            </p:cNvPr>
            <p:cNvSpPr/>
            <p:nvPr/>
          </p:nvSpPr>
          <p:spPr bwMode="auto">
            <a:xfrm>
              <a:off x="4909238" y="2333857"/>
              <a:ext cx="4360024" cy="3378762"/>
            </a:xfrm>
            <a:custGeom>
              <a:avLst/>
              <a:gdLst>
                <a:gd name="T0" fmla="*/ 2860 w 2978"/>
                <a:gd name="T1" fmla="*/ 1681 h 2310"/>
                <a:gd name="T2" fmla="*/ 2314 w 2978"/>
                <a:gd name="T3" fmla="*/ 2143 h 2310"/>
                <a:gd name="T4" fmla="*/ 1752 w 2978"/>
                <a:gd name="T5" fmla="*/ 2293 h 2310"/>
                <a:gd name="T6" fmla="*/ 1641 w 2978"/>
                <a:gd name="T7" fmla="*/ 2303 h 2310"/>
                <a:gd name="T8" fmla="*/ 1354 w 2978"/>
                <a:gd name="T9" fmla="*/ 2303 h 2310"/>
                <a:gd name="T10" fmla="*/ 1183 w 2978"/>
                <a:gd name="T11" fmla="*/ 2285 h 2310"/>
                <a:gd name="T12" fmla="*/ 610 w 2978"/>
                <a:gd name="T13" fmla="*/ 2118 h 2310"/>
                <a:gd name="T14" fmla="*/ 455 w 2978"/>
                <a:gd name="T15" fmla="*/ 2040 h 2310"/>
                <a:gd name="T16" fmla="*/ 213 w 2978"/>
                <a:gd name="T17" fmla="*/ 1882 h 2310"/>
                <a:gd name="T18" fmla="*/ 163 w 2978"/>
                <a:gd name="T19" fmla="*/ 1842 h 2310"/>
                <a:gd name="T20" fmla="*/ 156 w 2978"/>
                <a:gd name="T21" fmla="*/ 1837 h 2310"/>
                <a:gd name="T22" fmla="*/ 117 w 2978"/>
                <a:gd name="T23" fmla="*/ 1805 h 2310"/>
                <a:gd name="T24" fmla="*/ 48 w 2978"/>
                <a:gd name="T25" fmla="*/ 1755 h 2310"/>
                <a:gd name="T26" fmla="*/ 43 w 2978"/>
                <a:gd name="T27" fmla="*/ 1752 h 2310"/>
                <a:gd name="T28" fmla="*/ 30 w 2978"/>
                <a:gd name="T29" fmla="*/ 1745 h 2310"/>
                <a:gd name="T30" fmla="*/ 0 w 2978"/>
                <a:gd name="T31" fmla="*/ 1732 h 2310"/>
                <a:gd name="T32" fmla="*/ 0 w 2978"/>
                <a:gd name="T33" fmla="*/ 1111 h 2310"/>
                <a:gd name="T34" fmla="*/ 743 w 2978"/>
                <a:gd name="T35" fmla="*/ 1111 h 2310"/>
                <a:gd name="T36" fmla="*/ 743 w 2978"/>
                <a:gd name="T37" fmla="*/ 1250 h 2310"/>
                <a:gd name="T38" fmla="*/ 1068 w 2978"/>
                <a:gd name="T39" fmla="*/ 1250 h 2310"/>
                <a:gd name="T40" fmla="*/ 1068 w 2978"/>
                <a:gd name="T41" fmla="*/ 239 h 2310"/>
                <a:gd name="T42" fmla="*/ 1452 w 2978"/>
                <a:gd name="T43" fmla="*/ 239 h 2310"/>
                <a:gd name="T44" fmla="*/ 1452 w 2978"/>
                <a:gd name="T45" fmla="*/ 643 h 2310"/>
                <a:gd name="T46" fmla="*/ 1642 w 2978"/>
                <a:gd name="T47" fmla="*/ 643 h 2310"/>
                <a:gd name="T48" fmla="*/ 1642 w 2978"/>
                <a:gd name="T49" fmla="*/ 404 h 2310"/>
                <a:gd name="T50" fmla="*/ 1798 w 2978"/>
                <a:gd name="T51" fmla="*/ 404 h 2310"/>
                <a:gd name="T52" fmla="*/ 1798 w 2978"/>
                <a:gd name="T53" fmla="*/ 149 h 2310"/>
                <a:gd name="T54" fmla="*/ 1870 w 2978"/>
                <a:gd name="T55" fmla="*/ 149 h 2310"/>
                <a:gd name="T56" fmla="*/ 1870 w 2978"/>
                <a:gd name="T57" fmla="*/ 0 h 2310"/>
                <a:gd name="T58" fmla="*/ 1889 w 2978"/>
                <a:gd name="T59" fmla="*/ 7 h 2310"/>
                <a:gd name="T60" fmla="*/ 1889 w 2978"/>
                <a:gd name="T61" fmla="*/ 149 h 2310"/>
                <a:gd name="T62" fmla="*/ 1959 w 2978"/>
                <a:gd name="T63" fmla="*/ 149 h 2310"/>
                <a:gd name="T64" fmla="*/ 1959 w 2978"/>
                <a:gd name="T65" fmla="*/ 404 h 2310"/>
                <a:gd name="T66" fmla="*/ 2116 w 2978"/>
                <a:gd name="T67" fmla="*/ 404 h 2310"/>
                <a:gd name="T68" fmla="*/ 2116 w 2978"/>
                <a:gd name="T69" fmla="*/ 643 h 2310"/>
                <a:gd name="T70" fmla="*/ 2347 w 2978"/>
                <a:gd name="T71" fmla="*/ 643 h 2310"/>
                <a:gd name="T72" fmla="*/ 2347 w 2978"/>
                <a:gd name="T73" fmla="*/ 1555 h 2310"/>
                <a:gd name="T74" fmla="*/ 2714 w 2978"/>
                <a:gd name="T75" fmla="*/ 1555 h 2310"/>
                <a:gd name="T76" fmla="*/ 2714 w 2978"/>
                <a:gd name="T77" fmla="*/ 892 h 2310"/>
                <a:gd name="T78" fmla="*/ 2832 w 2978"/>
                <a:gd name="T79" fmla="*/ 892 h 2310"/>
                <a:gd name="T80" fmla="*/ 2860 w 2978"/>
                <a:gd name="T81" fmla="*/ 1681 h 23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978" h="2310">
                  <a:moveTo>
                    <a:pt x="2860" y="1681"/>
                  </a:moveTo>
                  <a:cubicBezTo>
                    <a:pt x="2753" y="1900"/>
                    <a:pt x="2538" y="2047"/>
                    <a:pt x="2314" y="2143"/>
                  </a:cubicBezTo>
                  <a:cubicBezTo>
                    <a:pt x="2135" y="2220"/>
                    <a:pt x="1946" y="2271"/>
                    <a:pt x="1752" y="2293"/>
                  </a:cubicBezTo>
                  <a:cubicBezTo>
                    <a:pt x="1715" y="2298"/>
                    <a:pt x="1678" y="2301"/>
                    <a:pt x="1641" y="2303"/>
                  </a:cubicBezTo>
                  <a:cubicBezTo>
                    <a:pt x="1545" y="2310"/>
                    <a:pt x="1450" y="2310"/>
                    <a:pt x="1354" y="2303"/>
                  </a:cubicBezTo>
                  <a:cubicBezTo>
                    <a:pt x="1297" y="2299"/>
                    <a:pt x="1240" y="2293"/>
                    <a:pt x="1183" y="2285"/>
                  </a:cubicBezTo>
                  <a:cubicBezTo>
                    <a:pt x="985" y="2256"/>
                    <a:pt x="792" y="2200"/>
                    <a:pt x="610" y="2118"/>
                  </a:cubicBezTo>
                  <a:cubicBezTo>
                    <a:pt x="557" y="2094"/>
                    <a:pt x="506" y="2068"/>
                    <a:pt x="455" y="2040"/>
                  </a:cubicBezTo>
                  <a:cubicBezTo>
                    <a:pt x="371" y="1994"/>
                    <a:pt x="290" y="1941"/>
                    <a:pt x="213" y="1882"/>
                  </a:cubicBezTo>
                  <a:cubicBezTo>
                    <a:pt x="196" y="1869"/>
                    <a:pt x="180" y="1856"/>
                    <a:pt x="163" y="1842"/>
                  </a:cubicBezTo>
                  <a:cubicBezTo>
                    <a:pt x="156" y="1837"/>
                    <a:pt x="156" y="1837"/>
                    <a:pt x="156" y="1837"/>
                  </a:cubicBezTo>
                  <a:cubicBezTo>
                    <a:pt x="143" y="1826"/>
                    <a:pt x="130" y="1815"/>
                    <a:pt x="117" y="1805"/>
                  </a:cubicBezTo>
                  <a:cubicBezTo>
                    <a:pt x="96" y="1786"/>
                    <a:pt x="72" y="1770"/>
                    <a:pt x="48" y="1755"/>
                  </a:cubicBezTo>
                  <a:cubicBezTo>
                    <a:pt x="47" y="1754"/>
                    <a:pt x="45" y="1753"/>
                    <a:pt x="43" y="1752"/>
                  </a:cubicBezTo>
                  <a:cubicBezTo>
                    <a:pt x="39" y="1750"/>
                    <a:pt x="34" y="1747"/>
                    <a:pt x="30" y="1745"/>
                  </a:cubicBezTo>
                  <a:cubicBezTo>
                    <a:pt x="20" y="1740"/>
                    <a:pt x="10" y="1736"/>
                    <a:pt x="0" y="1732"/>
                  </a:cubicBezTo>
                  <a:cubicBezTo>
                    <a:pt x="0" y="1111"/>
                    <a:pt x="0" y="1111"/>
                    <a:pt x="0" y="1111"/>
                  </a:cubicBezTo>
                  <a:cubicBezTo>
                    <a:pt x="743" y="1111"/>
                    <a:pt x="743" y="1111"/>
                    <a:pt x="743" y="1111"/>
                  </a:cubicBezTo>
                  <a:cubicBezTo>
                    <a:pt x="743" y="1250"/>
                    <a:pt x="743" y="1250"/>
                    <a:pt x="743" y="1250"/>
                  </a:cubicBezTo>
                  <a:cubicBezTo>
                    <a:pt x="1068" y="1250"/>
                    <a:pt x="1068" y="1250"/>
                    <a:pt x="1068" y="1250"/>
                  </a:cubicBezTo>
                  <a:cubicBezTo>
                    <a:pt x="1068" y="239"/>
                    <a:pt x="1068" y="239"/>
                    <a:pt x="1068" y="239"/>
                  </a:cubicBezTo>
                  <a:cubicBezTo>
                    <a:pt x="1452" y="239"/>
                    <a:pt x="1452" y="239"/>
                    <a:pt x="1452" y="239"/>
                  </a:cubicBezTo>
                  <a:cubicBezTo>
                    <a:pt x="1452" y="643"/>
                    <a:pt x="1452" y="643"/>
                    <a:pt x="1452" y="643"/>
                  </a:cubicBezTo>
                  <a:cubicBezTo>
                    <a:pt x="1642" y="643"/>
                    <a:pt x="1642" y="643"/>
                    <a:pt x="1642" y="643"/>
                  </a:cubicBezTo>
                  <a:cubicBezTo>
                    <a:pt x="1642" y="404"/>
                    <a:pt x="1642" y="404"/>
                    <a:pt x="1642" y="404"/>
                  </a:cubicBezTo>
                  <a:cubicBezTo>
                    <a:pt x="1798" y="404"/>
                    <a:pt x="1798" y="404"/>
                    <a:pt x="1798" y="404"/>
                  </a:cubicBezTo>
                  <a:cubicBezTo>
                    <a:pt x="1798" y="149"/>
                    <a:pt x="1798" y="149"/>
                    <a:pt x="1798" y="149"/>
                  </a:cubicBezTo>
                  <a:cubicBezTo>
                    <a:pt x="1870" y="149"/>
                    <a:pt x="1870" y="149"/>
                    <a:pt x="1870" y="149"/>
                  </a:cubicBezTo>
                  <a:cubicBezTo>
                    <a:pt x="1870" y="0"/>
                    <a:pt x="1870" y="0"/>
                    <a:pt x="1870" y="0"/>
                  </a:cubicBezTo>
                  <a:cubicBezTo>
                    <a:pt x="1877" y="2"/>
                    <a:pt x="1883" y="4"/>
                    <a:pt x="1889" y="7"/>
                  </a:cubicBezTo>
                  <a:cubicBezTo>
                    <a:pt x="1889" y="149"/>
                    <a:pt x="1889" y="149"/>
                    <a:pt x="1889" y="149"/>
                  </a:cubicBezTo>
                  <a:cubicBezTo>
                    <a:pt x="1959" y="149"/>
                    <a:pt x="1959" y="149"/>
                    <a:pt x="1959" y="149"/>
                  </a:cubicBezTo>
                  <a:cubicBezTo>
                    <a:pt x="1959" y="404"/>
                    <a:pt x="1959" y="404"/>
                    <a:pt x="1959" y="404"/>
                  </a:cubicBezTo>
                  <a:cubicBezTo>
                    <a:pt x="2116" y="404"/>
                    <a:pt x="2116" y="404"/>
                    <a:pt x="2116" y="404"/>
                  </a:cubicBezTo>
                  <a:cubicBezTo>
                    <a:pt x="2116" y="643"/>
                    <a:pt x="2116" y="643"/>
                    <a:pt x="2116" y="643"/>
                  </a:cubicBezTo>
                  <a:cubicBezTo>
                    <a:pt x="2347" y="643"/>
                    <a:pt x="2347" y="643"/>
                    <a:pt x="2347" y="643"/>
                  </a:cubicBezTo>
                  <a:cubicBezTo>
                    <a:pt x="2347" y="1555"/>
                    <a:pt x="2347" y="1555"/>
                    <a:pt x="2347" y="1555"/>
                  </a:cubicBezTo>
                  <a:cubicBezTo>
                    <a:pt x="2714" y="1555"/>
                    <a:pt x="2714" y="1555"/>
                    <a:pt x="2714" y="1555"/>
                  </a:cubicBezTo>
                  <a:cubicBezTo>
                    <a:pt x="2714" y="892"/>
                    <a:pt x="2714" y="892"/>
                    <a:pt x="2714" y="892"/>
                  </a:cubicBezTo>
                  <a:cubicBezTo>
                    <a:pt x="2832" y="892"/>
                    <a:pt x="2832" y="892"/>
                    <a:pt x="2832" y="892"/>
                  </a:cubicBezTo>
                  <a:cubicBezTo>
                    <a:pt x="2939" y="1143"/>
                    <a:pt x="2978" y="1436"/>
                    <a:pt x="2860" y="1681"/>
                  </a:cubicBezTo>
                </a:path>
              </a:pathLst>
            </a:custGeom>
            <a:solidFill>
              <a:srgbClr val="4285F4">
                <a:alpha val="20000"/>
              </a:srgbClr>
            </a:solidFill>
            <a:ln>
              <a:noFill/>
            </a:ln>
          </p:spPr>
          <p:txBody>
            <a:bodyPr wrap="square" lIns="91440" tIns="45720" rIns="91440" bIns="45720" anchor="ctr">
              <a:normAutofit/>
            </a:bodyPr>
            <a:lstStyle/>
            <a:p>
              <a:pPr algn="ctr"/>
              <a:endParaRPr>
                <a:cs typeface="+mn-ea"/>
                <a:sym typeface="+mn-lt"/>
              </a:endParaRPr>
            </a:p>
          </p:txBody>
        </p:sp>
        <p:sp>
          <p:nvSpPr>
            <p:cNvPr id="272" name="矩形 271">
              <a:extLst>
                <a:ext uri="{FF2B5EF4-FFF2-40B4-BE49-F238E27FC236}">
                  <a16:creationId xmlns:a16="http://schemas.microsoft.com/office/drawing/2014/main" id="{20147CC5-81F9-4D15-9549-B370E744F40D}"/>
                </a:ext>
              </a:extLst>
            </p:cNvPr>
            <p:cNvSpPr/>
            <p:nvPr/>
          </p:nvSpPr>
          <p:spPr bwMode="auto">
            <a:xfrm>
              <a:off x="6642287" y="2905832"/>
              <a:ext cx="250025" cy="251738"/>
            </a:xfrm>
            <a:prstGeom prst="rect">
              <a:avLst/>
            </a:prstGeom>
            <a:solidFill>
              <a:srgbClr val="4285F4">
                <a:alpha val="20000"/>
              </a:srgbClr>
            </a:solidFill>
            <a:ln>
              <a:noFill/>
            </a:ln>
          </p:spPr>
          <p:txBody>
            <a:bodyPr wrap="square" lIns="91440" tIns="45720" rIns="91440" bIns="45720" anchor="ctr">
              <a:normAutofit fontScale="32500" lnSpcReduction="20000"/>
            </a:bodyPr>
            <a:lstStyle/>
            <a:p>
              <a:pPr algn="ctr"/>
              <a:endParaRPr>
                <a:cs typeface="+mn-ea"/>
                <a:sym typeface="+mn-lt"/>
              </a:endParaRPr>
            </a:p>
          </p:txBody>
        </p:sp>
        <p:sp>
          <p:nvSpPr>
            <p:cNvPr id="273" name="矩形 272">
              <a:extLst>
                <a:ext uri="{FF2B5EF4-FFF2-40B4-BE49-F238E27FC236}">
                  <a16:creationId xmlns:a16="http://schemas.microsoft.com/office/drawing/2014/main" id="{97F0AD79-F522-4F1B-96EF-4224906FA7B5}"/>
                </a:ext>
              </a:extLst>
            </p:cNvPr>
            <p:cNvSpPr/>
            <p:nvPr/>
          </p:nvSpPr>
          <p:spPr bwMode="auto">
            <a:xfrm>
              <a:off x="6642287" y="3426431"/>
              <a:ext cx="250025" cy="250025"/>
            </a:xfrm>
            <a:prstGeom prst="rect">
              <a:avLst/>
            </a:prstGeom>
            <a:solidFill>
              <a:srgbClr val="4285F4">
                <a:alpha val="20000"/>
              </a:srgbClr>
            </a:solidFill>
            <a:ln>
              <a:noFill/>
            </a:ln>
          </p:spPr>
          <p:txBody>
            <a:bodyPr wrap="square" lIns="91440" tIns="45720" rIns="91440" bIns="45720" anchor="ctr">
              <a:normAutofit fontScale="32500" lnSpcReduction="20000"/>
            </a:bodyPr>
            <a:lstStyle/>
            <a:p>
              <a:pPr algn="ctr"/>
              <a:endParaRPr>
                <a:cs typeface="+mn-ea"/>
                <a:sym typeface="+mn-lt"/>
              </a:endParaRPr>
            </a:p>
          </p:txBody>
        </p:sp>
        <p:sp>
          <p:nvSpPr>
            <p:cNvPr id="274" name="矩形 273">
              <a:extLst>
                <a:ext uri="{FF2B5EF4-FFF2-40B4-BE49-F238E27FC236}">
                  <a16:creationId xmlns:a16="http://schemas.microsoft.com/office/drawing/2014/main" id="{AEEF5197-C801-436A-8357-81D3E8C1A0F5}"/>
                </a:ext>
              </a:extLst>
            </p:cNvPr>
            <p:cNvSpPr/>
            <p:nvPr/>
          </p:nvSpPr>
          <p:spPr bwMode="auto">
            <a:xfrm>
              <a:off x="6642287" y="3945318"/>
              <a:ext cx="250025" cy="250025"/>
            </a:xfrm>
            <a:prstGeom prst="rect">
              <a:avLst/>
            </a:prstGeom>
            <a:solidFill>
              <a:srgbClr val="4285F4">
                <a:alpha val="20000"/>
              </a:srgbClr>
            </a:solidFill>
            <a:ln>
              <a:noFill/>
            </a:ln>
          </p:spPr>
          <p:txBody>
            <a:bodyPr wrap="square" lIns="91440" tIns="45720" rIns="91440" bIns="45720" anchor="ctr">
              <a:normAutofit fontScale="32500" lnSpcReduction="20000"/>
            </a:bodyPr>
            <a:lstStyle/>
            <a:p>
              <a:pPr algn="ctr"/>
              <a:endParaRPr>
                <a:cs typeface="+mn-ea"/>
                <a:sym typeface="+mn-lt"/>
              </a:endParaRPr>
            </a:p>
          </p:txBody>
        </p:sp>
        <p:sp>
          <p:nvSpPr>
            <p:cNvPr id="275" name="矩形 274">
              <a:extLst>
                <a:ext uri="{FF2B5EF4-FFF2-40B4-BE49-F238E27FC236}">
                  <a16:creationId xmlns:a16="http://schemas.microsoft.com/office/drawing/2014/main" id="{36D0F9A6-B726-4D06-9C78-402FAA3FD2F8}"/>
                </a:ext>
              </a:extLst>
            </p:cNvPr>
            <p:cNvSpPr/>
            <p:nvPr/>
          </p:nvSpPr>
          <p:spPr bwMode="auto">
            <a:xfrm>
              <a:off x="6642287" y="4464206"/>
              <a:ext cx="250025" cy="251738"/>
            </a:xfrm>
            <a:prstGeom prst="rect">
              <a:avLst/>
            </a:prstGeom>
            <a:solidFill>
              <a:srgbClr val="4285F4">
                <a:alpha val="20000"/>
              </a:srgbClr>
            </a:solidFill>
            <a:ln>
              <a:noFill/>
            </a:ln>
          </p:spPr>
          <p:txBody>
            <a:bodyPr wrap="square" lIns="91440" tIns="45720" rIns="91440" bIns="45720" anchor="ctr">
              <a:normAutofit fontScale="32500" lnSpcReduction="20000"/>
            </a:bodyPr>
            <a:lstStyle/>
            <a:p>
              <a:pPr algn="ctr"/>
              <a:endParaRPr>
                <a:cs typeface="+mn-ea"/>
                <a:sym typeface="+mn-lt"/>
              </a:endParaRPr>
            </a:p>
          </p:txBody>
        </p:sp>
        <p:sp>
          <p:nvSpPr>
            <p:cNvPr id="276" name="矩形 275">
              <a:extLst>
                <a:ext uri="{FF2B5EF4-FFF2-40B4-BE49-F238E27FC236}">
                  <a16:creationId xmlns:a16="http://schemas.microsoft.com/office/drawing/2014/main" id="{3421417D-800E-4F39-BB7D-43FE715EC837}"/>
                </a:ext>
              </a:extLst>
            </p:cNvPr>
            <p:cNvSpPr/>
            <p:nvPr/>
          </p:nvSpPr>
          <p:spPr bwMode="auto">
            <a:xfrm>
              <a:off x="6642287" y="4984806"/>
              <a:ext cx="250025" cy="250025"/>
            </a:xfrm>
            <a:prstGeom prst="rect">
              <a:avLst/>
            </a:prstGeom>
            <a:solidFill>
              <a:srgbClr val="4285F4">
                <a:alpha val="20000"/>
              </a:srgbClr>
            </a:solidFill>
            <a:ln>
              <a:noFill/>
            </a:ln>
          </p:spPr>
          <p:txBody>
            <a:bodyPr wrap="square" lIns="91440" tIns="45720" rIns="91440" bIns="45720" anchor="ctr">
              <a:normAutofit fontScale="32500" lnSpcReduction="20000"/>
            </a:bodyPr>
            <a:lstStyle/>
            <a:p>
              <a:pPr algn="ctr"/>
              <a:endParaRPr>
                <a:cs typeface="+mn-ea"/>
                <a:sym typeface="+mn-lt"/>
              </a:endParaRPr>
            </a:p>
          </p:txBody>
        </p:sp>
        <p:sp>
          <p:nvSpPr>
            <p:cNvPr id="277" name="任意多边形: 形状 276">
              <a:extLst>
                <a:ext uri="{FF2B5EF4-FFF2-40B4-BE49-F238E27FC236}">
                  <a16:creationId xmlns:a16="http://schemas.microsoft.com/office/drawing/2014/main" id="{C0F7D0EC-CF18-46A5-B7FC-8BEB06AD21C9}"/>
                </a:ext>
              </a:extLst>
            </p:cNvPr>
            <p:cNvSpPr/>
            <p:nvPr/>
          </p:nvSpPr>
          <p:spPr bwMode="auto">
            <a:xfrm>
              <a:off x="6642287" y="5505406"/>
              <a:ext cx="250025" cy="196938"/>
            </a:xfrm>
            <a:custGeom>
              <a:avLst/>
              <a:gdLst>
                <a:gd name="T0" fmla="*/ 171 w 171"/>
                <a:gd name="T1" fmla="*/ 0 h 135"/>
                <a:gd name="T2" fmla="*/ 171 w 171"/>
                <a:gd name="T3" fmla="*/ 135 h 135"/>
                <a:gd name="T4" fmla="*/ 0 w 171"/>
                <a:gd name="T5" fmla="*/ 117 h 135"/>
                <a:gd name="T6" fmla="*/ 0 w 171"/>
                <a:gd name="T7" fmla="*/ 0 h 135"/>
                <a:gd name="T8" fmla="*/ 171 w 171"/>
                <a:gd name="T9" fmla="*/ 0 h 135"/>
              </a:gdLst>
              <a:ahLst/>
              <a:cxnLst>
                <a:cxn ang="0">
                  <a:pos x="T0" y="T1"/>
                </a:cxn>
                <a:cxn ang="0">
                  <a:pos x="T2" y="T3"/>
                </a:cxn>
                <a:cxn ang="0">
                  <a:pos x="T4" y="T5"/>
                </a:cxn>
                <a:cxn ang="0">
                  <a:pos x="T6" y="T7"/>
                </a:cxn>
                <a:cxn ang="0">
                  <a:pos x="T8" y="T9"/>
                </a:cxn>
              </a:cxnLst>
              <a:rect l="0" t="0" r="r" b="b"/>
              <a:pathLst>
                <a:path w="171" h="135">
                  <a:moveTo>
                    <a:pt x="171" y="0"/>
                  </a:moveTo>
                  <a:cubicBezTo>
                    <a:pt x="171" y="135"/>
                    <a:pt x="171" y="135"/>
                    <a:pt x="171" y="135"/>
                  </a:cubicBezTo>
                  <a:cubicBezTo>
                    <a:pt x="114" y="131"/>
                    <a:pt x="57" y="125"/>
                    <a:pt x="0" y="117"/>
                  </a:cubicBezTo>
                  <a:cubicBezTo>
                    <a:pt x="0" y="0"/>
                    <a:pt x="0" y="0"/>
                    <a:pt x="0" y="0"/>
                  </a:cubicBezTo>
                  <a:lnTo>
                    <a:pt x="171" y="0"/>
                  </a:lnTo>
                  <a:close/>
                </a:path>
              </a:pathLst>
            </a:custGeom>
            <a:solidFill>
              <a:srgbClr val="4285F4">
                <a:alpha val="20000"/>
              </a:srgbClr>
            </a:solidFill>
            <a:ln>
              <a:noFill/>
            </a:ln>
          </p:spPr>
          <p:txBody>
            <a:bodyPr wrap="square" lIns="91440" tIns="45720" rIns="91440" bIns="45720" anchor="ctr">
              <a:normAutofit fontScale="25000" lnSpcReduction="20000"/>
            </a:bodyPr>
            <a:lstStyle/>
            <a:p>
              <a:pPr algn="ctr"/>
              <a:endParaRPr>
                <a:cs typeface="+mn-ea"/>
                <a:sym typeface="+mn-lt"/>
              </a:endParaRPr>
            </a:p>
          </p:txBody>
        </p:sp>
        <p:sp>
          <p:nvSpPr>
            <p:cNvPr id="278" name="矩形 277">
              <a:extLst>
                <a:ext uri="{FF2B5EF4-FFF2-40B4-BE49-F238E27FC236}">
                  <a16:creationId xmlns:a16="http://schemas.microsoft.com/office/drawing/2014/main" id="{7E75C622-2778-4B46-B716-15B10AEB208E}"/>
                </a:ext>
              </a:extLst>
            </p:cNvPr>
            <p:cNvSpPr/>
            <p:nvPr/>
          </p:nvSpPr>
          <p:spPr bwMode="auto">
            <a:xfrm>
              <a:off x="4993151" y="4284393"/>
              <a:ext cx="878513" cy="113025"/>
            </a:xfrm>
            <a:prstGeom prst="rect">
              <a:avLst/>
            </a:prstGeom>
            <a:solidFill>
              <a:srgbClr val="4285F4">
                <a:alpha val="20000"/>
              </a:srgbClr>
            </a:solidFill>
            <a:ln>
              <a:noFill/>
            </a:ln>
          </p:spPr>
          <p:txBody>
            <a:bodyPr wrap="square" lIns="91440" tIns="45720" rIns="91440" bIns="45720" anchor="ctr">
              <a:normAutofit fontScale="25000" lnSpcReduction="20000"/>
            </a:bodyPr>
            <a:lstStyle/>
            <a:p>
              <a:pPr algn="ctr"/>
              <a:endParaRPr>
                <a:cs typeface="+mn-ea"/>
                <a:sym typeface="+mn-lt"/>
              </a:endParaRPr>
            </a:p>
          </p:txBody>
        </p:sp>
        <p:sp>
          <p:nvSpPr>
            <p:cNvPr id="279" name="矩形 278">
              <a:extLst>
                <a:ext uri="{FF2B5EF4-FFF2-40B4-BE49-F238E27FC236}">
                  <a16:creationId xmlns:a16="http://schemas.microsoft.com/office/drawing/2014/main" id="{0BE9899E-75F7-4A38-B7DD-554D72BBF362}"/>
                </a:ext>
              </a:extLst>
            </p:cNvPr>
            <p:cNvSpPr/>
            <p:nvPr/>
          </p:nvSpPr>
          <p:spPr bwMode="auto">
            <a:xfrm>
              <a:off x="4993151" y="4284393"/>
              <a:ext cx="878513" cy="113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ctr">
              <a:normAutofit fontScale="25000" lnSpcReduction="20000"/>
            </a:bodyPr>
            <a:lstStyle/>
            <a:p>
              <a:pPr algn="ctr"/>
              <a:endParaRPr>
                <a:cs typeface="+mn-ea"/>
                <a:sym typeface="+mn-lt"/>
              </a:endParaRPr>
            </a:p>
          </p:txBody>
        </p:sp>
        <p:sp>
          <p:nvSpPr>
            <p:cNvPr id="280" name="任意多边形: 形状 279">
              <a:extLst>
                <a:ext uri="{FF2B5EF4-FFF2-40B4-BE49-F238E27FC236}">
                  <a16:creationId xmlns:a16="http://schemas.microsoft.com/office/drawing/2014/main" id="{F76D4230-C6FE-44E5-9F67-A2FA9527B042}"/>
                </a:ext>
              </a:extLst>
            </p:cNvPr>
            <p:cNvSpPr/>
            <p:nvPr/>
          </p:nvSpPr>
          <p:spPr bwMode="auto">
            <a:xfrm>
              <a:off x="5698701" y="4628606"/>
              <a:ext cx="172963" cy="113025"/>
            </a:xfrm>
            <a:custGeom>
              <a:avLst/>
              <a:gdLst>
                <a:gd name="T0" fmla="*/ 101 w 101"/>
                <a:gd name="T1" fmla="*/ 0 h 66"/>
                <a:gd name="T2" fmla="*/ 55 w 101"/>
                <a:gd name="T3" fmla="*/ 0 h 66"/>
                <a:gd name="T4" fmla="*/ 0 w 101"/>
                <a:gd name="T5" fmla="*/ 66 h 66"/>
                <a:gd name="T6" fmla="*/ 101 w 101"/>
                <a:gd name="T7" fmla="*/ 66 h 66"/>
                <a:gd name="T8" fmla="*/ 101 w 101"/>
                <a:gd name="T9" fmla="*/ 0 h 66"/>
              </a:gdLst>
              <a:ahLst/>
              <a:cxnLst>
                <a:cxn ang="0">
                  <a:pos x="T0" y="T1"/>
                </a:cxn>
                <a:cxn ang="0">
                  <a:pos x="T2" y="T3"/>
                </a:cxn>
                <a:cxn ang="0">
                  <a:pos x="T4" y="T5"/>
                </a:cxn>
                <a:cxn ang="0">
                  <a:pos x="T6" y="T7"/>
                </a:cxn>
                <a:cxn ang="0">
                  <a:pos x="T8" y="T9"/>
                </a:cxn>
              </a:cxnLst>
              <a:rect l="0" t="0" r="r" b="b"/>
              <a:pathLst>
                <a:path w="101" h="66">
                  <a:moveTo>
                    <a:pt x="101" y="0"/>
                  </a:moveTo>
                  <a:lnTo>
                    <a:pt x="55" y="0"/>
                  </a:lnTo>
                  <a:lnTo>
                    <a:pt x="0" y="66"/>
                  </a:lnTo>
                  <a:lnTo>
                    <a:pt x="101" y="66"/>
                  </a:lnTo>
                  <a:lnTo>
                    <a:pt x="101" y="0"/>
                  </a:lnTo>
                  <a:close/>
                </a:path>
              </a:pathLst>
            </a:custGeom>
            <a:solidFill>
              <a:srgbClr val="4285F4"/>
            </a:solidFill>
            <a:ln>
              <a:noFill/>
            </a:ln>
            <a:extLst>
              <a:ext uri="{91240B29-F687-4F45-9708-019B960494DF}">
                <a14:hiddenLine xmlns:a14="http://schemas.microsoft.com/office/drawing/2010/main" w="9525">
                  <a:solidFill>
                    <a:srgbClr val="000000"/>
                  </a:solidFill>
                  <a:round/>
                  <a:headEnd/>
                  <a:tailEnd/>
                </a14:hiddenLine>
              </a:ext>
            </a:extLst>
          </p:spPr>
          <p:txBody>
            <a:bodyPr wrap="square" lIns="91440" tIns="45720" rIns="91440" bIns="45720" anchor="ctr">
              <a:normAutofit fontScale="25000" lnSpcReduction="20000"/>
            </a:bodyPr>
            <a:lstStyle/>
            <a:p>
              <a:pPr algn="ctr"/>
              <a:endParaRPr>
                <a:cs typeface="+mn-ea"/>
                <a:sym typeface="+mn-lt"/>
              </a:endParaRPr>
            </a:p>
          </p:txBody>
        </p:sp>
        <p:sp>
          <p:nvSpPr>
            <p:cNvPr id="281" name="任意多边形: 形状 280">
              <a:extLst>
                <a:ext uri="{FF2B5EF4-FFF2-40B4-BE49-F238E27FC236}">
                  <a16:creationId xmlns:a16="http://schemas.microsoft.com/office/drawing/2014/main" id="{E0A85666-F244-4D36-8BE4-1743668965AC}"/>
                </a:ext>
              </a:extLst>
            </p:cNvPr>
            <p:cNvSpPr/>
            <p:nvPr/>
          </p:nvSpPr>
          <p:spPr bwMode="auto">
            <a:xfrm>
              <a:off x="5698701" y="4628606"/>
              <a:ext cx="172963" cy="113025"/>
            </a:xfrm>
            <a:custGeom>
              <a:avLst/>
              <a:gdLst>
                <a:gd name="T0" fmla="*/ 101 w 101"/>
                <a:gd name="T1" fmla="*/ 0 h 66"/>
                <a:gd name="T2" fmla="*/ 55 w 101"/>
                <a:gd name="T3" fmla="*/ 0 h 66"/>
                <a:gd name="T4" fmla="*/ 0 w 101"/>
                <a:gd name="T5" fmla="*/ 66 h 66"/>
                <a:gd name="T6" fmla="*/ 101 w 101"/>
                <a:gd name="T7" fmla="*/ 66 h 66"/>
                <a:gd name="T8" fmla="*/ 101 w 101"/>
                <a:gd name="T9" fmla="*/ 0 h 66"/>
              </a:gdLst>
              <a:ahLst/>
              <a:cxnLst>
                <a:cxn ang="0">
                  <a:pos x="T0" y="T1"/>
                </a:cxn>
                <a:cxn ang="0">
                  <a:pos x="T2" y="T3"/>
                </a:cxn>
                <a:cxn ang="0">
                  <a:pos x="T4" y="T5"/>
                </a:cxn>
                <a:cxn ang="0">
                  <a:pos x="T6" y="T7"/>
                </a:cxn>
                <a:cxn ang="0">
                  <a:pos x="T8" y="T9"/>
                </a:cxn>
              </a:cxnLst>
              <a:rect l="0" t="0" r="r" b="b"/>
              <a:pathLst>
                <a:path w="101" h="66">
                  <a:moveTo>
                    <a:pt x="101" y="0"/>
                  </a:moveTo>
                  <a:lnTo>
                    <a:pt x="55" y="0"/>
                  </a:lnTo>
                  <a:lnTo>
                    <a:pt x="0" y="66"/>
                  </a:lnTo>
                  <a:lnTo>
                    <a:pt x="101" y="66"/>
                  </a:lnTo>
                  <a:lnTo>
                    <a:pt x="101"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square" lIns="91440" tIns="45720" rIns="91440" bIns="45720" anchor="ctr">
              <a:normAutofit fontScale="25000" lnSpcReduction="20000"/>
            </a:bodyPr>
            <a:lstStyle/>
            <a:p>
              <a:pPr algn="ctr"/>
              <a:endParaRPr>
                <a:cs typeface="+mn-ea"/>
                <a:sym typeface="+mn-lt"/>
              </a:endParaRPr>
            </a:p>
          </p:txBody>
        </p:sp>
        <p:sp>
          <p:nvSpPr>
            <p:cNvPr id="282" name="任意多边形: 形状 281">
              <a:extLst>
                <a:ext uri="{FF2B5EF4-FFF2-40B4-BE49-F238E27FC236}">
                  <a16:creationId xmlns:a16="http://schemas.microsoft.com/office/drawing/2014/main" id="{6EA6AB4B-4FCB-4C30-BB54-8F9610F07B6E}"/>
                </a:ext>
              </a:extLst>
            </p:cNvPr>
            <p:cNvSpPr/>
            <p:nvPr/>
          </p:nvSpPr>
          <p:spPr bwMode="auto">
            <a:xfrm>
              <a:off x="5080488" y="4974531"/>
              <a:ext cx="791175" cy="111313"/>
            </a:xfrm>
            <a:custGeom>
              <a:avLst/>
              <a:gdLst>
                <a:gd name="T0" fmla="*/ 540 w 540"/>
                <a:gd name="T1" fmla="*/ 0 h 77"/>
                <a:gd name="T2" fmla="*/ 540 w 540"/>
                <a:gd name="T3" fmla="*/ 77 h 77"/>
                <a:gd name="T4" fmla="*/ 96 w 540"/>
                <a:gd name="T5" fmla="*/ 77 h 77"/>
                <a:gd name="T6" fmla="*/ 46 w 540"/>
                <a:gd name="T7" fmla="*/ 37 h 77"/>
                <a:gd name="T8" fmla="*/ 39 w 540"/>
                <a:gd name="T9" fmla="*/ 32 h 77"/>
                <a:gd name="T10" fmla="*/ 0 w 540"/>
                <a:gd name="T11" fmla="*/ 0 h 77"/>
                <a:gd name="T12" fmla="*/ 540 w 540"/>
                <a:gd name="T13" fmla="*/ 0 h 77"/>
              </a:gdLst>
              <a:ahLst/>
              <a:cxnLst>
                <a:cxn ang="0">
                  <a:pos x="T0" y="T1"/>
                </a:cxn>
                <a:cxn ang="0">
                  <a:pos x="T2" y="T3"/>
                </a:cxn>
                <a:cxn ang="0">
                  <a:pos x="T4" y="T5"/>
                </a:cxn>
                <a:cxn ang="0">
                  <a:pos x="T6" y="T7"/>
                </a:cxn>
                <a:cxn ang="0">
                  <a:pos x="T8" y="T9"/>
                </a:cxn>
                <a:cxn ang="0">
                  <a:pos x="T10" y="T11"/>
                </a:cxn>
                <a:cxn ang="0">
                  <a:pos x="T12" y="T13"/>
                </a:cxn>
              </a:cxnLst>
              <a:rect l="0" t="0" r="r" b="b"/>
              <a:pathLst>
                <a:path w="540" h="77">
                  <a:moveTo>
                    <a:pt x="540" y="0"/>
                  </a:moveTo>
                  <a:cubicBezTo>
                    <a:pt x="540" y="77"/>
                    <a:pt x="540" y="77"/>
                    <a:pt x="540" y="77"/>
                  </a:cubicBezTo>
                  <a:cubicBezTo>
                    <a:pt x="96" y="77"/>
                    <a:pt x="96" y="77"/>
                    <a:pt x="96" y="77"/>
                  </a:cubicBezTo>
                  <a:cubicBezTo>
                    <a:pt x="79" y="64"/>
                    <a:pt x="63" y="51"/>
                    <a:pt x="46" y="37"/>
                  </a:cubicBezTo>
                  <a:cubicBezTo>
                    <a:pt x="39" y="32"/>
                    <a:pt x="39" y="32"/>
                    <a:pt x="39" y="32"/>
                  </a:cubicBezTo>
                  <a:cubicBezTo>
                    <a:pt x="26" y="21"/>
                    <a:pt x="13" y="10"/>
                    <a:pt x="0" y="0"/>
                  </a:cubicBezTo>
                  <a:lnTo>
                    <a:pt x="540" y="0"/>
                  </a:lnTo>
                  <a:close/>
                </a:path>
              </a:pathLst>
            </a:custGeom>
            <a:solidFill>
              <a:srgbClr val="4285F4">
                <a:alpha val="20000"/>
              </a:srgbClr>
            </a:solidFill>
            <a:ln>
              <a:noFill/>
            </a:ln>
          </p:spPr>
          <p:txBody>
            <a:bodyPr wrap="square" lIns="91440" tIns="45720" rIns="91440" bIns="45720" anchor="ctr">
              <a:normAutofit fontScale="25000" lnSpcReduction="20000"/>
            </a:bodyPr>
            <a:lstStyle/>
            <a:p>
              <a:pPr algn="ctr"/>
              <a:endParaRPr>
                <a:cs typeface="+mn-ea"/>
                <a:sym typeface="+mn-lt"/>
              </a:endParaRPr>
            </a:p>
          </p:txBody>
        </p:sp>
        <p:sp>
          <p:nvSpPr>
            <p:cNvPr id="283" name="任意多边形: 形状 282">
              <a:extLst>
                <a:ext uri="{FF2B5EF4-FFF2-40B4-BE49-F238E27FC236}">
                  <a16:creationId xmlns:a16="http://schemas.microsoft.com/office/drawing/2014/main" id="{C8C9B531-2DB2-457F-9AB3-378218AC3334}"/>
                </a:ext>
              </a:extLst>
            </p:cNvPr>
            <p:cNvSpPr/>
            <p:nvPr/>
          </p:nvSpPr>
          <p:spPr bwMode="auto">
            <a:xfrm>
              <a:off x="5575401" y="5317031"/>
              <a:ext cx="296263" cy="114738"/>
            </a:xfrm>
            <a:custGeom>
              <a:avLst/>
              <a:gdLst>
                <a:gd name="T0" fmla="*/ 202 w 202"/>
                <a:gd name="T1" fmla="*/ 0 h 78"/>
                <a:gd name="T2" fmla="*/ 202 w 202"/>
                <a:gd name="T3" fmla="*/ 78 h 78"/>
                <a:gd name="T4" fmla="*/ 155 w 202"/>
                <a:gd name="T5" fmla="*/ 78 h 78"/>
                <a:gd name="T6" fmla="*/ 0 w 202"/>
                <a:gd name="T7" fmla="*/ 0 h 78"/>
                <a:gd name="T8" fmla="*/ 202 w 202"/>
                <a:gd name="T9" fmla="*/ 0 h 78"/>
              </a:gdLst>
              <a:ahLst/>
              <a:cxnLst>
                <a:cxn ang="0">
                  <a:pos x="T0" y="T1"/>
                </a:cxn>
                <a:cxn ang="0">
                  <a:pos x="T2" y="T3"/>
                </a:cxn>
                <a:cxn ang="0">
                  <a:pos x="T4" y="T5"/>
                </a:cxn>
                <a:cxn ang="0">
                  <a:pos x="T6" y="T7"/>
                </a:cxn>
                <a:cxn ang="0">
                  <a:pos x="T8" y="T9"/>
                </a:cxn>
              </a:cxnLst>
              <a:rect l="0" t="0" r="r" b="b"/>
              <a:pathLst>
                <a:path w="202" h="78">
                  <a:moveTo>
                    <a:pt x="202" y="0"/>
                  </a:moveTo>
                  <a:cubicBezTo>
                    <a:pt x="202" y="78"/>
                    <a:pt x="202" y="78"/>
                    <a:pt x="202" y="78"/>
                  </a:cubicBezTo>
                  <a:cubicBezTo>
                    <a:pt x="155" y="78"/>
                    <a:pt x="155" y="78"/>
                    <a:pt x="155" y="78"/>
                  </a:cubicBezTo>
                  <a:cubicBezTo>
                    <a:pt x="102" y="54"/>
                    <a:pt x="51" y="28"/>
                    <a:pt x="0" y="0"/>
                  </a:cubicBezTo>
                  <a:lnTo>
                    <a:pt x="202" y="0"/>
                  </a:lnTo>
                  <a:close/>
                </a:path>
              </a:pathLst>
            </a:custGeom>
            <a:solidFill>
              <a:srgbClr val="4285F4">
                <a:alpha val="20000"/>
              </a:srgbClr>
            </a:solidFill>
            <a:ln>
              <a:noFill/>
            </a:ln>
          </p:spPr>
          <p:txBody>
            <a:bodyPr wrap="square" lIns="91440" tIns="45720" rIns="91440" bIns="45720" anchor="ctr">
              <a:normAutofit fontScale="25000" lnSpcReduction="20000"/>
            </a:bodyPr>
            <a:lstStyle/>
            <a:p>
              <a:pPr algn="ctr"/>
              <a:endParaRPr>
                <a:cs typeface="+mn-ea"/>
                <a:sym typeface="+mn-lt"/>
              </a:endParaRPr>
            </a:p>
          </p:txBody>
        </p:sp>
        <p:sp>
          <p:nvSpPr>
            <p:cNvPr id="284" name="矩形 283">
              <a:extLst>
                <a:ext uri="{FF2B5EF4-FFF2-40B4-BE49-F238E27FC236}">
                  <a16:creationId xmlns:a16="http://schemas.microsoft.com/office/drawing/2014/main" id="{A468A7E2-B606-4D7C-A97E-5F978888FAD7}"/>
                </a:ext>
              </a:extLst>
            </p:cNvPr>
            <p:cNvSpPr/>
            <p:nvPr/>
          </p:nvSpPr>
          <p:spPr bwMode="auto">
            <a:xfrm>
              <a:off x="7311875" y="3583981"/>
              <a:ext cx="162688" cy="164400"/>
            </a:xfrm>
            <a:prstGeom prst="rect">
              <a:avLst/>
            </a:prstGeom>
            <a:solidFill>
              <a:srgbClr val="4285F4">
                <a:alpha val="20000"/>
              </a:srgbClr>
            </a:solidFill>
            <a:ln>
              <a:noFill/>
            </a:ln>
          </p:spPr>
          <p:txBody>
            <a:bodyPr wrap="square" lIns="91440" tIns="45720" rIns="91440" bIns="45720" anchor="ctr">
              <a:normAutofit fontScale="25000" lnSpcReduction="20000"/>
            </a:bodyPr>
            <a:lstStyle/>
            <a:p>
              <a:pPr algn="ctr"/>
              <a:endParaRPr>
                <a:cs typeface="+mn-ea"/>
                <a:sym typeface="+mn-lt"/>
              </a:endParaRPr>
            </a:p>
          </p:txBody>
        </p:sp>
        <p:sp>
          <p:nvSpPr>
            <p:cNvPr id="285" name="矩形 284">
              <a:extLst>
                <a:ext uri="{FF2B5EF4-FFF2-40B4-BE49-F238E27FC236}">
                  <a16:creationId xmlns:a16="http://schemas.microsoft.com/office/drawing/2014/main" id="{12D21A32-F9AD-4EB1-A148-7ED2E7C57477}"/>
                </a:ext>
              </a:extLst>
            </p:cNvPr>
            <p:cNvSpPr/>
            <p:nvPr/>
          </p:nvSpPr>
          <p:spPr bwMode="auto">
            <a:xfrm>
              <a:off x="7936937" y="3583981"/>
              <a:ext cx="160975" cy="164400"/>
            </a:xfrm>
            <a:prstGeom prst="rect">
              <a:avLst/>
            </a:prstGeom>
            <a:solidFill>
              <a:srgbClr val="4285F4">
                <a:alpha val="20000"/>
              </a:srgbClr>
            </a:solidFill>
            <a:ln>
              <a:noFill/>
            </a:ln>
          </p:spPr>
          <p:txBody>
            <a:bodyPr wrap="square" lIns="91440" tIns="45720" rIns="91440" bIns="45720" anchor="ctr">
              <a:normAutofit fontScale="25000" lnSpcReduction="20000"/>
            </a:bodyPr>
            <a:lstStyle/>
            <a:p>
              <a:pPr algn="ctr"/>
              <a:endParaRPr>
                <a:cs typeface="+mn-ea"/>
                <a:sym typeface="+mn-lt"/>
              </a:endParaRPr>
            </a:p>
          </p:txBody>
        </p:sp>
        <p:sp>
          <p:nvSpPr>
            <p:cNvPr id="286" name="矩形 285">
              <a:extLst>
                <a:ext uri="{FF2B5EF4-FFF2-40B4-BE49-F238E27FC236}">
                  <a16:creationId xmlns:a16="http://schemas.microsoft.com/office/drawing/2014/main" id="{D4D0932A-AA91-481B-90B8-677B3BFB3979}"/>
                </a:ext>
              </a:extLst>
            </p:cNvPr>
            <p:cNvSpPr/>
            <p:nvPr/>
          </p:nvSpPr>
          <p:spPr bwMode="auto">
            <a:xfrm>
              <a:off x="7311875" y="3988131"/>
              <a:ext cx="162688" cy="162688"/>
            </a:xfrm>
            <a:prstGeom prst="rect">
              <a:avLst/>
            </a:prstGeom>
            <a:solidFill>
              <a:srgbClr val="4285F4">
                <a:alpha val="20000"/>
              </a:srgbClr>
            </a:solidFill>
            <a:ln>
              <a:noFill/>
            </a:ln>
          </p:spPr>
          <p:txBody>
            <a:bodyPr wrap="square" lIns="91440" tIns="45720" rIns="91440" bIns="45720" anchor="ctr">
              <a:normAutofit fontScale="25000" lnSpcReduction="20000"/>
            </a:bodyPr>
            <a:lstStyle/>
            <a:p>
              <a:pPr algn="ctr"/>
              <a:endParaRPr>
                <a:cs typeface="+mn-ea"/>
                <a:sym typeface="+mn-lt"/>
              </a:endParaRPr>
            </a:p>
          </p:txBody>
        </p:sp>
        <p:sp>
          <p:nvSpPr>
            <p:cNvPr id="287" name="矩形 286">
              <a:extLst>
                <a:ext uri="{FF2B5EF4-FFF2-40B4-BE49-F238E27FC236}">
                  <a16:creationId xmlns:a16="http://schemas.microsoft.com/office/drawing/2014/main" id="{9F287744-1255-4814-83E0-C4B55E8DCD69}"/>
                </a:ext>
              </a:extLst>
            </p:cNvPr>
            <p:cNvSpPr/>
            <p:nvPr/>
          </p:nvSpPr>
          <p:spPr bwMode="auto">
            <a:xfrm>
              <a:off x="7936937" y="3988131"/>
              <a:ext cx="160975" cy="162688"/>
            </a:xfrm>
            <a:prstGeom prst="rect">
              <a:avLst/>
            </a:prstGeom>
            <a:solidFill>
              <a:srgbClr val="4285F4">
                <a:alpha val="20000"/>
              </a:srgbClr>
            </a:solidFill>
            <a:ln>
              <a:noFill/>
            </a:ln>
          </p:spPr>
          <p:txBody>
            <a:bodyPr wrap="square" lIns="91440" tIns="45720" rIns="91440" bIns="45720" anchor="ctr">
              <a:normAutofit fontScale="25000" lnSpcReduction="20000"/>
            </a:bodyPr>
            <a:lstStyle/>
            <a:p>
              <a:pPr algn="ctr"/>
              <a:endParaRPr>
                <a:cs typeface="+mn-ea"/>
                <a:sym typeface="+mn-lt"/>
              </a:endParaRPr>
            </a:p>
          </p:txBody>
        </p:sp>
        <p:sp>
          <p:nvSpPr>
            <p:cNvPr id="288" name="矩形 287">
              <a:extLst>
                <a:ext uri="{FF2B5EF4-FFF2-40B4-BE49-F238E27FC236}">
                  <a16:creationId xmlns:a16="http://schemas.microsoft.com/office/drawing/2014/main" id="{037CA336-6F50-4F3B-B45D-170877AA29BF}"/>
                </a:ext>
              </a:extLst>
            </p:cNvPr>
            <p:cNvSpPr/>
            <p:nvPr/>
          </p:nvSpPr>
          <p:spPr bwMode="auto">
            <a:xfrm>
              <a:off x="7311875" y="4390568"/>
              <a:ext cx="162688" cy="162688"/>
            </a:xfrm>
            <a:prstGeom prst="rect">
              <a:avLst/>
            </a:prstGeom>
            <a:solidFill>
              <a:srgbClr val="4285F4">
                <a:alpha val="20000"/>
              </a:srgbClr>
            </a:solidFill>
            <a:ln>
              <a:noFill/>
            </a:ln>
          </p:spPr>
          <p:txBody>
            <a:bodyPr wrap="square" lIns="91440" tIns="45720" rIns="91440" bIns="45720" anchor="ctr">
              <a:normAutofit fontScale="25000" lnSpcReduction="20000"/>
            </a:bodyPr>
            <a:lstStyle/>
            <a:p>
              <a:pPr algn="ctr"/>
              <a:endParaRPr>
                <a:cs typeface="+mn-ea"/>
                <a:sym typeface="+mn-lt"/>
              </a:endParaRPr>
            </a:p>
          </p:txBody>
        </p:sp>
        <p:sp>
          <p:nvSpPr>
            <p:cNvPr id="289" name="矩形 288">
              <a:extLst>
                <a:ext uri="{FF2B5EF4-FFF2-40B4-BE49-F238E27FC236}">
                  <a16:creationId xmlns:a16="http://schemas.microsoft.com/office/drawing/2014/main" id="{9905A3BF-30C3-43DF-9C7C-CA70EBE69DA5}"/>
                </a:ext>
              </a:extLst>
            </p:cNvPr>
            <p:cNvSpPr/>
            <p:nvPr/>
          </p:nvSpPr>
          <p:spPr bwMode="auto">
            <a:xfrm>
              <a:off x="7936937" y="4390568"/>
              <a:ext cx="160975" cy="162688"/>
            </a:xfrm>
            <a:prstGeom prst="rect">
              <a:avLst/>
            </a:prstGeom>
            <a:solidFill>
              <a:srgbClr val="4285F4">
                <a:alpha val="20000"/>
              </a:srgbClr>
            </a:solidFill>
            <a:ln>
              <a:noFill/>
            </a:ln>
          </p:spPr>
          <p:txBody>
            <a:bodyPr wrap="square" lIns="91440" tIns="45720" rIns="91440" bIns="45720" anchor="ctr">
              <a:normAutofit fontScale="25000" lnSpcReduction="20000"/>
            </a:bodyPr>
            <a:lstStyle/>
            <a:p>
              <a:pPr algn="ctr"/>
              <a:endParaRPr>
                <a:cs typeface="+mn-ea"/>
                <a:sym typeface="+mn-lt"/>
              </a:endParaRPr>
            </a:p>
          </p:txBody>
        </p:sp>
        <p:sp>
          <p:nvSpPr>
            <p:cNvPr id="290" name="矩形 289">
              <a:extLst>
                <a:ext uri="{FF2B5EF4-FFF2-40B4-BE49-F238E27FC236}">
                  <a16:creationId xmlns:a16="http://schemas.microsoft.com/office/drawing/2014/main" id="{0EC15D7C-77B5-480B-A069-C0CCC9D15E3B}"/>
                </a:ext>
              </a:extLst>
            </p:cNvPr>
            <p:cNvSpPr/>
            <p:nvPr/>
          </p:nvSpPr>
          <p:spPr bwMode="auto">
            <a:xfrm>
              <a:off x="7311875" y="4793006"/>
              <a:ext cx="162688" cy="162688"/>
            </a:xfrm>
            <a:prstGeom prst="rect">
              <a:avLst/>
            </a:prstGeom>
            <a:solidFill>
              <a:srgbClr val="4285F4">
                <a:alpha val="20000"/>
              </a:srgbClr>
            </a:solidFill>
            <a:ln>
              <a:noFill/>
            </a:ln>
          </p:spPr>
          <p:txBody>
            <a:bodyPr wrap="square" lIns="91440" tIns="45720" rIns="91440" bIns="45720" anchor="ctr">
              <a:normAutofit fontScale="25000" lnSpcReduction="20000"/>
            </a:bodyPr>
            <a:lstStyle/>
            <a:p>
              <a:pPr algn="ctr"/>
              <a:endParaRPr>
                <a:cs typeface="+mn-ea"/>
                <a:sym typeface="+mn-lt"/>
              </a:endParaRPr>
            </a:p>
          </p:txBody>
        </p:sp>
        <p:sp>
          <p:nvSpPr>
            <p:cNvPr id="291" name="矩形 290">
              <a:extLst>
                <a:ext uri="{FF2B5EF4-FFF2-40B4-BE49-F238E27FC236}">
                  <a16:creationId xmlns:a16="http://schemas.microsoft.com/office/drawing/2014/main" id="{FD952D21-B758-4151-B3B5-62447BBE1C80}"/>
                </a:ext>
              </a:extLst>
            </p:cNvPr>
            <p:cNvSpPr/>
            <p:nvPr/>
          </p:nvSpPr>
          <p:spPr bwMode="auto">
            <a:xfrm>
              <a:off x="7936937" y="4793006"/>
              <a:ext cx="160975" cy="162688"/>
            </a:xfrm>
            <a:prstGeom prst="rect">
              <a:avLst/>
            </a:prstGeom>
            <a:solidFill>
              <a:srgbClr val="4285F4">
                <a:alpha val="20000"/>
              </a:srgbClr>
            </a:solidFill>
            <a:ln>
              <a:noFill/>
            </a:ln>
          </p:spPr>
          <p:txBody>
            <a:bodyPr wrap="square" lIns="91440" tIns="45720" rIns="91440" bIns="45720" anchor="ctr">
              <a:normAutofit fontScale="25000" lnSpcReduction="20000"/>
            </a:bodyPr>
            <a:lstStyle/>
            <a:p>
              <a:pPr algn="ctr"/>
              <a:endParaRPr>
                <a:cs typeface="+mn-ea"/>
                <a:sym typeface="+mn-lt"/>
              </a:endParaRPr>
            </a:p>
          </p:txBody>
        </p:sp>
        <p:sp>
          <p:nvSpPr>
            <p:cNvPr id="292" name="矩形 291">
              <a:extLst>
                <a:ext uri="{FF2B5EF4-FFF2-40B4-BE49-F238E27FC236}">
                  <a16:creationId xmlns:a16="http://schemas.microsoft.com/office/drawing/2014/main" id="{BD6279E3-F83E-4BE1-9B05-04839F87A311}"/>
                </a:ext>
              </a:extLst>
            </p:cNvPr>
            <p:cNvSpPr/>
            <p:nvPr/>
          </p:nvSpPr>
          <p:spPr bwMode="auto">
            <a:xfrm>
              <a:off x="7311875" y="5195443"/>
              <a:ext cx="162688" cy="162688"/>
            </a:xfrm>
            <a:prstGeom prst="rect">
              <a:avLst/>
            </a:prstGeom>
            <a:solidFill>
              <a:srgbClr val="4285F4">
                <a:alpha val="20000"/>
              </a:srgbClr>
            </a:solidFill>
            <a:ln>
              <a:noFill/>
            </a:ln>
          </p:spPr>
          <p:txBody>
            <a:bodyPr wrap="square" lIns="91440" tIns="45720" rIns="91440" bIns="45720" anchor="ctr">
              <a:normAutofit fontScale="25000" lnSpcReduction="20000"/>
            </a:bodyPr>
            <a:lstStyle/>
            <a:p>
              <a:pPr algn="ctr"/>
              <a:endParaRPr>
                <a:cs typeface="+mn-ea"/>
                <a:sym typeface="+mn-lt"/>
              </a:endParaRPr>
            </a:p>
          </p:txBody>
        </p:sp>
        <p:sp>
          <p:nvSpPr>
            <p:cNvPr id="293" name="矩形 292">
              <a:extLst>
                <a:ext uri="{FF2B5EF4-FFF2-40B4-BE49-F238E27FC236}">
                  <a16:creationId xmlns:a16="http://schemas.microsoft.com/office/drawing/2014/main" id="{9A40F647-0F39-47AD-9BB7-86E4AB9F94AD}"/>
                </a:ext>
              </a:extLst>
            </p:cNvPr>
            <p:cNvSpPr/>
            <p:nvPr/>
          </p:nvSpPr>
          <p:spPr bwMode="auto">
            <a:xfrm>
              <a:off x="7936937" y="5195443"/>
              <a:ext cx="160975" cy="162688"/>
            </a:xfrm>
            <a:prstGeom prst="rect">
              <a:avLst/>
            </a:prstGeom>
            <a:solidFill>
              <a:srgbClr val="4285F4">
                <a:alpha val="20000"/>
              </a:srgbClr>
            </a:solidFill>
            <a:ln>
              <a:noFill/>
            </a:ln>
          </p:spPr>
          <p:txBody>
            <a:bodyPr wrap="square" lIns="91440" tIns="45720" rIns="91440" bIns="45720" anchor="ctr">
              <a:normAutofit fontScale="25000" lnSpcReduction="20000"/>
            </a:bodyPr>
            <a:lstStyle/>
            <a:p>
              <a:pPr algn="ctr"/>
              <a:endParaRPr>
                <a:cs typeface="+mn-ea"/>
                <a:sym typeface="+mn-lt"/>
              </a:endParaRPr>
            </a:p>
          </p:txBody>
        </p:sp>
        <p:sp>
          <p:nvSpPr>
            <p:cNvPr id="294" name="任意多边形: 形状 293">
              <a:extLst>
                <a:ext uri="{FF2B5EF4-FFF2-40B4-BE49-F238E27FC236}">
                  <a16:creationId xmlns:a16="http://schemas.microsoft.com/office/drawing/2014/main" id="{298347D2-CA39-4B10-B42B-583EDF935E54}"/>
                </a:ext>
              </a:extLst>
            </p:cNvPr>
            <p:cNvSpPr/>
            <p:nvPr/>
          </p:nvSpPr>
          <p:spPr bwMode="auto">
            <a:xfrm>
              <a:off x="7311875" y="5596168"/>
              <a:ext cx="162688" cy="106175"/>
            </a:xfrm>
            <a:custGeom>
              <a:avLst/>
              <a:gdLst>
                <a:gd name="T0" fmla="*/ 0 w 95"/>
                <a:gd name="T1" fmla="*/ 62 h 62"/>
                <a:gd name="T2" fmla="*/ 0 w 95"/>
                <a:gd name="T3" fmla="*/ 0 h 62"/>
                <a:gd name="T4" fmla="*/ 95 w 95"/>
                <a:gd name="T5" fmla="*/ 0 h 62"/>
                <a:gd name="T6" fmla="*/ 95 w 95"/>
                <a:gd name="T7" fmla="*/ 53 h 62"/>
                <a:gd name="T8" fmla="*/ 0 w 95"/>
                <a:gd name="T9" fmla="*/ 62 h 62"/>
              </a:gdLst>
              <a:ahLst/>
              <a:cxnLst>
                <a:cxn ang="0">
                  <a:pos x="T0" y="T1"/>
                </a:cxn>
                <a:cxn ang="0">
                  <a:pos x="T2" y="T3"/>
                </a:cxn>
                <a:cxn ang="0">
                  <a:pos x="T4" y="T5"/>
                </a:cxn>
                <a:cxn ang="0">
                  <a:pos x="T6" y="T7"/>
                </a:cxn>
                <a:cxn ang="0">
                  <a:pos x="T8" y="T9"/>
                </a:cxn>
              </a:cxnLst>
              <a:rect l="0" t="0" r="r" b="b"/>
              <a:pathLst>
                <a:path w="95" h="62">
                  <a:moveTo>
                    <a:pt x="0" y="62"/>
                  </a:moveTo>
                  <a:lnTo>
                    <a:pt x="0" y="0"/>
                  </a:lnTo>
                  <a:lnTo>
                    <a:pt x="95" y="0"/>
                  </a:lnTo>
                  <a:lnTo>
                    <a:pt x="95" y="53"/>
                  </a:lnTo>
                  <a:lnTo>
                    <a:pt x="0" y="62"/>
                  </a:lnTo>
                  <a:close/>
                </a:path>
              </a:pathLst>
            </a:custGeom>
            <a:solidFill>
              <a:srgbClr val="4285F4">
                <a:alpha val="20000"/>
              </a:srgbClr>
            </a:solidFill>
            <a:ln>
              <a:noFill/>
            </a:ln>
          </p:spPr>
          <p:txBody>
            <a:bodyPr wrap="square" lIns="91440" tIns="45720" rIns="91440" bIns="45720" anchor="ctr">
              <a:normAutofit fontScale="25000" lnSpcReduction="20000"/>
            </a:bodyPr>
            <a:lstStyle/>
            <a:p>
              <a:pPr algn="ctr"/>
              <a:endParaRPr>
                <a:cs typeface="+mn-ea"/>
                <a:sym typeface="+mn-lt"/>
              </a:endParaRPr>
            </a:p>
          </p:txBody>
        </p:sp>
        <p:sp>
          <p:nvSpPr>
            <p:cNvPr id="295" name="任意多边形: 形状 294">
              <a:extLst>
                <a:ext uri="{FF2B5EF4-FFF2-40B4-BE49-F238E27FC236}">
                  <a16:creationId xmlns:a16="http://schemas.microsoft.com/office/drawing/2014/main" id="{14AE7AAC-E321-481E-BE89-7BB87D4C8B11}"/>
                </a:ext>
              </a:extLst>
            </p:cNvPr>
            <p:cNvSpPr/>
            <p:nvPr/>
          </p:nvSpPr>
          <p:spPr bwMode="auto">
            <a:xfrm>
              <a:off x="2958701" y="3279157"/>
              <a:ext cx="625063" cy="94188"/>
            </a:xfrm>
            <a:custGeom>
              <a:avLst/>
              <a:gdLst>
                <a:gd name="T0" fmla="*/ 0 w 365"/>
                <a:gd name="T1" fmla="*/ 0 h 55"/>
                <a:gd name="T2" fmla="*/ 0 w 365"/>
                <a:gd name="T3" fmla="*/ 55 h 55"/>
                <a:gd name="T4" fmla="*/ 365 w 365"/>
                <a:gd name="T5" fmla="*/ 55 h 55"/>
                <a:gd name="T6" fmla="*/ 365 w 365"/>
                <a:gd name="T7" fmla="*/ 0 h 55"/>
                <a:gd name="T8" fmla="*/ 0 w 365"/>
                <a:gd name="T9" fmla="*/ 0 h 55"/>
                <a:gd name="T10" fmla="*/ 32 w 365"/>
                <a:gd name="T11" fmla="*/ 51 h 55"/>
                <a:gd name="T12" fmla="*/ 6 w 365"/>
                <a:gd name="T13" fmla="*/ 51 h 55"/>
                <a:gd name="T14" fmla="*/ 6 w 365"/>
                <a:gd name="T15" fmla="*/ 3 h 55"/>
                <a:gd name="T16" fmla="*/ 32 w 365"/>
                <a:gd name="T17" fmla="*/ 3 h 55"/>
                <a:gd name="T18" fmla="*/ 32 w 365"/>
                <a:gd name="T19" fmla="*/ 51 h 55"/>
                <a:gd name="T20" fmla="*/ 65 w 365"/>
                <a:gd name="T21" fmla="*/ 51 h 55"/>
                <a:gd name="T22" fmla="*/ 38 w 365"/>
                <a:gd name="T23" fmla="*/ 51 h 55"/>
                <a:gd name="T24" fmla="*/ 38 w 365"/>
                <a:gd name="T25" fmla="*/ 3 h 55"/>
                <a:gd name="T26" fmla="*/ 65 w 365"/>
                <a:gd name="T27" fmla="*/ 3 h 55"/>
                <a:gd name="T28" fmla="*/ 65 w 365"/>
                <a:gd name="T29" fmla="*/ 51 h 55"/>
                <a:gd name="T30" fmla="*/ 97 w 365"/>
                <a:gd name="T31" fmla="*/ 51 h 55"/>
                <a:gd name="T32" fmla="*/ 70 w 365"/>
                <a:gd name="T33" fmla="*/ 51 h 55"/>
                <a:gd name="T34" fmla="*/ 70 w 365"/>
                <a:gd name="T35" fmla="*/ 3 h 55"/>
                <a:gd name="T36" fmla="*/ 97 w 365"/>
                <a:gd name="T37" fmla="*/ 3 h 55"/>
                <a:gd name="T38" fmla="*/ 97 w 365"/>
                <a:gd name="T39" fmla="*/ 51 h 55"/>
                <a:gd name="T40" fmla="*/ 129 w 365"/>
                <a:gd name="T41" fmla="*/ 51 h 55"/>
                <a:gd name="T42" fmla="*/ 103 w 365"/>
                <a:gd name="T43" fmla="*/ 51 h 55"/>
                <a:gd name="T44" fmla="*/ 103 w 365"/>
                <a:gd name="T45" fmla="*/ 3 h 55"/>
                <a:gd name="T46" fmla="*/ 129 w 365"/>
                <a:gd name="T47" fmla="*/ 3 h 55"/>
                <a:gd name="T48" fmla="*/ 129 w 365"/>
                <a:gd name="T49" fmla="*/ 51 h 55"/>
                <a:gd name="T50" fmla="*/ 162 w 365"/>
                <a:gd name="T51" fmla="*/ 51 h 55"/>
                <a:gd name="T52" fmla="*/ 135 w 365"/>
                <a:gd name="T53" fmla="*/ 51 h 55"/>
                <a:gd name="T54" fmla="*/ 135 w 365"/>
                <a:gd name="T55" fmla="*/ 3 h 55"/>
                <a:gd name="T56" fmla="*/ 162 w 365"/>
                <a:gd name="T57" fmla="*/ 3 h 55"/>
                <a:gd name="T58" fmla="*/ 162 w 365"/>
                <a:gd name="T59" fmla="*/ 51 h 55"/>
                <a:gd name="T60" fmla="*/ 194 w 365"/>
                <a:gd name="T61" fmla="*/ 51 h 55"/>
                <a:gd name="T62" fmla="*/ 168 w 365"/>
                <a:gd name="T63" fmla="*/ 51 h 55"/>
                <a:gd name="T64" fmla="*/ 168 w 365"/>
                <a:gd name="T65" fmla="*/ 3 h 55"/>
                <a:gd name="T66" fmla="*/ 194 w 365"/>
                <a:gd name="T67" fmla="*/ 3 h 55"/>
                <a:gd name="T68" fmla="*/ 194 w 365"/>
                <a:gd name="T69" fmla="*/ 51 h 55"/>
                <a:gd name="T70" fmla="*/ 227 w 365"/>
                <a:gd name="T71" fmla="*/ 51 h 55"/>
                <a:gd name="T72" fmla="*/ 200 w 365"/>
                <a:gd name="T73" fmla="*/ 51 h 55"/>
                <a:gd name="T74" fmla="*/ 200 w 365"/>
                <a:gd name="T75" fmla="*/ 3 h 55"/>
                <a:gd name="T76" fmla="*/ 227 w 365"/>
                <a:gd name="T77" fmla="*/ 3 h 55"/>
                <a:gd name="T78" fmla="*/ 227 w 365"/>
                <a:gd name="T79" fmla="*/ 51 h 55"/>
                <a:gd name="T80" fmla="*/ 259 w 365"/>
                <a:gd name="T81" fmla="*/ 51 h 55"/>
                <a:gd name="T82" fmla="*/ 233 w 365"/>
                <a:gd name="T83" fmla="*/ 51 h 55"/>
                <a:gd name="T84" fmla="*/ 233 w 365"/>
                <a:gd name="T85" fmla="*/ 3 h 55"/>
                <a:gd name="T86" fmla="*/ 259 w 365"/>
                <a:gd name="T87" fmla="*/ 3 h 55"/>
                <a:gd name="T88" fmla="*/ 259 w 365"/>
                <a:gd name="T89" fmla="*/ 51 h 55"/>
                <a:gd name="T90" fmla="*/ 292 w 365"/>
                <a:gd name="T91" fmla="*/ 51 h 55"/>
                <a:gd name="T92" fmla="*/ 265 w 365"/>
                <a:gd name="T93" fmla="*/ 51 h 55"/>
                <a:gd name="T94" fmla="*/ 265 w 365"/>
                <a:gd name="T95" fmla="*/ 3 h 55"/>
                <a:gd name="T96" fmla="*/ 292 w 365"/>
                <a:gd name="T97" fmla="*/ 3 h 55"/>
                <a:gd name="T98" fmla="*/ 292 w 365"/>
                <a:gd name="T99" fmla="*/ 51 h 55"/>
                <a:gd name="T100" fmla="*/ 324 w 365"/>
                <a:gd name="T101" fmla="*/ 51 h 55"/>
                <a:gd name="T102" fmla="*/ 298 w 365"/>
                <a:gd name="T103" fmla="*/ 51 h 55"/>
                <a:gd name="T104" fmla="*/ 298 w 365"/>
                <a:gd name="T105" fmla="*/ 3 h 55"/>
                <a:gd name="T106" fmla="*/ 324 w 365"/>
                <a:gd name="T107" fmla="*/ 3 h 55"/>
                <a:gd name="T108" fmla="*/ 324 w 365"/>
                <a:gd name="T109" fmla="*/ 51 h 55"/>
                <a:gd name="T110" fmla="*/ 359 w 365"/>
                <a:gd name="T111" fmla="*/ 51 h 55"/>
                <a:gd name="T112" fmla="*/ 330 w 365"/>
                <a:gd name="T113" fmla="*/ 51 h 55"/>
                <a:gd name="T114" fmla="*/ 330 w 365"/>
                <a:gd name="T115" fmla="*/ 3 h 55"/>
                <a:gd name="T116" fmla="*/ 359 w 365"/>
                <a:gd name="T117" fmla="*/ 3 h 55"/>
                <a:gd name="T118" fmla="*/ 359 w 365"/>
                <a:gd name="T119" fmla="*/ 51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65" h="55">
                  <a:moveTo>
                    <a:pt x="0" y="0"/>
                  </a:moveTo>
                  <a:lnTo>
                    <a:pt x="0" y="55"/>
                  </a:lnTo>
                  <a:lnTo>
                    <a:pt x="365" y="55"/>
                  </a:lnTo>
                  <a:lnTo>
                    <a:pt x="365" y="0"/>
                  </a:lnTo>
                  <a:lnTo>
                    <a:pt x="0" y="0"/>
                  </a:lnTo>
                  <a:close/>
                  <a:moveTo>
                    <a:pt x="32" y="51"/>
                  </a:moveTo>
                  <a:lnTo>
                    <a:pt x="6" y="51"/>
                  </a:lnTo>
                  <a:lnTo>
                    <a:pt x="6" y="3"/>
                  </a:lnTo>
                  <a:lnTo>
                    <a:pt x="32" y="3"/>
                  </a:lnTo>
                  <a:lnTo>
                    <a:pt x="32" y="51"/>
                  </a:lnTo>
                  <a:close/>
                  <a:moveTo>
                    <a:pt x="65" y="51"/>
                  </a:moveTo>
                  <a:lnTo>
                    <a:pt x="38" y="51"/>
                  </a:lnTo>
                  <a:lnTo>
                    <a:pt x="38" y="3"/>
                  </a:lnTo>
                  <a:lnTo>
                    <a:pt x="65" y="3"/>
                  </a:lnTo>
                  <a:lnTo>
                    <a:pt x="65" y="51"/>
                  </a:lnTo>
                  <a:close/>
                  <a:moveTo>
                    <a:pt x="97" y="51"/>
                  </a:moveTo>
                  <a:lnTo>
                    <a:pt x="70" y="51"/>
                  </a:lnTo>
                  <a:lnTo>
                    <a:pt x="70" y="3"/>
                  </a:lnTo>
                  <a:lnTo>
                    <a:pt x="97" y="3"/>
                  </a:lnTo>
                  <a:lnTo>
                    <a:pt x="97" y="51"/>
                  </a:lnTo>
                  <a:close/>
                  <a:moveTo>
                    <a:pt x="129" y="51"/>
                  </a:moveTo>
                  <a:lnTo>
                    <a:pt x="103" y="51"/>
                  </a:lnTo>
                  <a:lnTo>
                    <a:pt x="103" y="3"/>
                  </a:lnTo>
                  <a:lnTo>
                    <a:pt x="129" y="3"/>
                  </a:lnTo>
                  <a:lnTo>
                    <a:pt x="129" y="51"/>
                  </a:lnTo>
                  <a:close/>
                  <a:moveTo>
                    <a:pt x="162" y="51"/>
                  </a:moveTo>
                  <a:lnTo>
                    <a:pt x="135" y="51"/>
                  </a:lnTo>
                  <a:lnTo>
                    <a:pt x="135" y="3"/>
                  </a:lnTo>
                  <a:lnTo>
                    <a:pt x="162" y="3"/>
                  </a:lnTo>
                  <a:lnTo>
                    <a:pt x="162" y="51"/>
                  </a:lnTo>
                  <a:close/>
                  <a:moveTo>
                    <a:pt x="194" y="51"/>
                  </a:moveTo>
                  <a:lnTo>
                    <a:pt x="168" y="51"/>
                  </a:lnTo>
                  <a:lnTo>
                    <a:pt x="168" y="3"/>
                  </a:lnTo>
                  <a:lnTo>
                    <a:pt x="194" y="3"/>
                  </a:lnTo>
                  <a:lnTo>
                    <a:pt x="194" y="51"/>
                  </a:lnTo>
                  <a:close/>
                  <a:moveTo>
                    <a:pt x="227" y="51"/>
                  </a:moveTo>
                  <a:lnTo>
                    <a:pt x="200" y="51"/>
                  </a:lnTo>
                  <a:lnTo>
                    <a:pt x="200" y="3"/>
                  </a:lnTo>
                  <a:lnTo>
                    <a:pt x="227" y="3"/>
                  </a:lnTo>
                  <a:lnTo>
                    <a:pt x="227" y="51"/>
                  </a:lnTo>
                  <a:close/>
                  <a:moveTo>
                    <a:pt x="259" y="51"/>
                  </a:moveTo>
                  <a:lnTo>
                    <a:pt x="233" y="51"/>
                  </a:lnTo>
                  <a:lnTo>
                    <a:pt x="233" y="3"/>
                  </a:lnTo>
                  <a:lnTo>
                    <a:pt x="259" y="3"/>
                  </a:lnTo>
                  <a:lnTo>
                    <a:pt x="259" y="51"/>
                  </a:lnTo>
                  <a:close/>
                  <a:moveTo>
                    <a:pt x="292" y="51"/>
                  </a:moveTo>
                  <a:lnTo>
                    <a:pt x="265" y="51"/>
                  </a:lnTo>
                  <a:lnTo>
                    <a:pt x="265" y="3"/>
                  </a:lnTo>
                  <a:lnTo>
                    <a:pt x="292" y="3"/>
                  </a:lnTo>
                  <a:lnTo>
                    <a:pt x="292" y="51"/>
                  </a:lnTo>
                  <a:close/>
                  <a:moveTo>
                    <a:pt x="324" y="51"/>
                  </a:moveTo>
                  <a:lnTo>
                    <a:pt x="298" y="51"/>
                  </a:lnTo>
                  <a:lnTo>
                    <a:pt x="298" y="3"/>
                  </a:lnTo>
                  <a:lnTo>
                    <a:pt x="324" y="3"/>
                  </a:lnTo>
                  <a:lnTo>
                    <a:pt x="324" y="51"/>
                  </a:lnTo>
                  <a:close/>
                  <a:moveTo>
                    <a:pt x="359" y="51"/>
                  </a:moveTo>
                  <a:lnTo>
                    <a:pt x="330" y="51"/>
                  </a:lnTo>
                  <a:lnTo>
                    <a:pt x="330" y="3"/>
                  </a:lnTo>
                  <a:lnTo>
                    <a:pt x="359" y="3"/>
                  </a:lnTo>
                  <a:lnTo>
                    <a:pt x="359" y="51"/>
                  </a:lnTo>
                  <a:close/>
                </a:path>
              </a:pathLst>
            </a:custGeom>
            <a:solidFill>
              <a:srgbClr val="4285F4">
                <a:alpha val="20000"/>
              </a:srgbClr>
            </a:solidFill>
            <a:ln>
              <a:noFill/>
            </a:ln>
          </p:spPr>
          <p:txBody>
            <a:bodyPr wrap="square" lIns="91440" tIns="45720" rIns="91440" bIns="45720" anchor="ctr">
              <a:normAutofit fontScale="25000" lnSpcReduction="20000"/>
            </a:bodyPr>
            <a:lstStyle/>
            <a:p>
              <a:pPr algn="ctr"/>
              <a:endParaRPr>
                <a:cs typeface="+mn-ea"/>
                <a:sym typeface="+mn-lt"/>
              </a:endParaRPr>
            </a:p>
          </p:txBody>
        </p:sp>
        <p:sp>
          <p:nvSpPr>
            <p:cNvPr id="296" name="任意多边形: 形状 295">
              <a:extLst>
                <a:ext uri="{FF2B5EF4-FFF2-40B4-BE49-F238E27FC236}">
                  <a16:creationId xmlns:a16="http://schemas.microsoft.com/office/drawing/2014/main" id="{FDBCDB8D-C0D0-4707-BD71-1BE36C1A5442}"/>
                </a:ext>
              </a:extLst>
            </p:cNvPr>
            <p:cNvSpPr/>
            <p:nvPr/>
          </p:nvSpPr>
          <p:spPr bwMode="auto">
            <a:xfrm>
              <a:off x="2958701" y="3551443"/>
              <a:ext cx="625063" cy="92475"/>
            </a:xfrm>
            <a:custGeom>
              <a:avLst/>
              <a:gdLst>
                <a:gd name="T0" fmla="*/ 0 w 365"/>
                <a:gd name="T1" fmla="*/ 0 h 54"/>
                <a:gd name="T2" fmla="*/ 0 w 365"/>
                <a:gd name="T3" fmla="*/ 54 h 54"/>
                <a:gd name="T4" fmla="*/ 365 w 365"/>
                <a:gd name="T5" fmla="*/ 54 h 54"/>
                <a:gd name="T6" fmla="*/ 365 w 365"/>
                <a:gd name="T7" fmla="*/ 0 h 54"/>
                <a:gd name="T8" fmla="*/ 0 w 365"/>
                <a:gd name="T9" fmla="*/ 0 h 54"/>
                <a:gd name="T10" fmla="*/ 32 w 365"/>
                <a:gd name="T11" fmla="*/ 51 h 54"/>
                <a:gd name="T12" fmla="*/ 6 w 365"/>
                <a:gd name="T13" fmla="*/ 51 h 54"/>
                <a:gd name="T14" fmla="*/ 6 w 365"/>
                <a:gd name="T15" fmla="*/ 3 h 54"/>
                <a:gd name="T16" fmla="*/ 32 w 365"/>
                <a:gd name="T17" fmla="*/ 3 h 54"/>
                <a:gd name="T18" fmla="*/ 32 w 365"/>
                <a:gd name="T19" fmla="*/ 51 h 54"/>
                <a:gd name="T20" fmla="*/ 65 w 365"/>
                <a:gd name="T21" fmla="*/ 51 h 54"/>
                <a:gd name="T22" fmla="*/ 38 w 365"/>
                <a:gd name="T23" fmla="*/ 51 h 54"/>
                <a:gd name="T24" fmla="*/ 38 w 365"/>
                <a:gd name="T25" fmla="*/ 3 h 54"/>
                <a:gd name="T26" fmla="*/ 65 w 365"/>
                <a:gd name="T27" fmla="*/ 3 h 54"/>
                <a:gd name="T28" fmla="*/ 65 w 365"/>
                <a:gd name="T29" fmla="*/ 51 h 54"/>
                <a:gd name="T30" fmla="*/ 97 w 365"/>
                <a:gd name="T31" fmla="*/ 51 h 54"/>
                <a:gd name="T32" fmla="*/ 70 w 365"/>
                <a:gd name="T33" fmla="*/ 51 h 54"/>
                <a:gd name="T34" fmla="*/ 70 w 365"/>
                <a:gd name="T35" fmla="*/ 3 h 54"/>
                <a:gd name="T36" fmla="*/ 97 w 365"/>
                <a:gd name="T37" fmla="*/ 3 h 54"/>
                <a:gd name="T38" fmla="*/ 97 w 365"/>
                <a:gd name="T39" fmla="*/ 51 h 54"/>
                <a:gd name="T40" fmla="*/ 129 w 365"/>
                <a:gd name="T41" fmla="*/ 51 h 54"/>
                <a:gd name="T42" fmla="*/ 103 w 365"/>
                <a:gd name="T43" fmla="*/ 51 h 54"/>
                <a:gd name="T44" fmla="*/ 103 w 365"/>
                <a:gd name="T45" fmla="*/ 3 h 54"/>
                <a:gd name="T46" fmla="*/ 129 w 365"/>
                <a:gd name="T47" fmla="*/ 3 h 54"/>
                <a:gd name="T48" fmla="*/ 129 w 365"/>
                <a:gd name="T49" fmla="*/ 51 h 54"/>
                <a:gd name="T50" fmla="*/ 162 w 365"/>
                <a:gd name="T51" fmla="*/ 51 h 54"/>
                <a:gd name="T52" fmla="*/ 135 w 365"/>
                <a:gd name="T53" fmla="*/ 51 h 54"/>
                <a:gd name="T54" fmla="*/ 135 w 365"/>
                <a:gd name="T55" fmla="*/ 3 h 54"/>
                <a:gd name="T56" fmla="*/ 162 w 365"/>
                <a:gd name="T57" fmla="*/ 3 h 54"/>
                <a:gd name="T58" fmla="*/ 162 w 365"/>
                <a:gd name="T59" fmla="*/ 51 h 54"/>
                <a:gd name="T60" fmla="*/ 194 w 365"/>
                <a:gd name="T61" fmla="*/ 51 h 54"/>
                <a:gd name="T62" fmla="*/ 168 w 365"/>
                <a:gd name="T63" fmla="*/ 51 h 54"/>
                <a:gd name="T64" fmla="*/ 168 w 365"/>
                <a:gd name="T65" fmla="*/ 3 h 54"/>
                <a:gd name="T66" fmla="*/ 194 w 365"/>
                <a:gd name="T67" fmla="*/ 3 h 54"/>
                <a:gd name="T68" fmla="*/ 194 w 365"/>
                <a:gd name="T69" fmla="*/ 51 h 54"/>
                <a:gd name="T70" fmla="*/ 227 w 365"/>
                <a:gd name="T71" fmla="*/ 51 h 54"/>
                <a:gd name="T72" fmla="*/ 200 w 365"/>
                <a:gd name="T73" fmla="*/ 51 h 54"/>
                <a:gd name="T74" fmla="*/ 200 w 365"/>
                <a:gd name="T75" fmla="*/ 3 h 54"/>
                <a:gd name="T76" fmla="*/ 227 w 365"/>
                <a:gd name="T77" fmla="*/ 3 h 54"/>
                <a:gd name="T78" fmla="*/ 227 w 365"/>
                <a:gd name="T79" fmla="*/ 51 h 54"/>
                <a:gd name="T80" fmla="*/ 259 w 365"/>
                <a:gd name="T81" fmla="*/ 51 h 54"/>
                <a:gd name="T82" fmla="*/ 233 w 365"/>
                <a:gd name="T83" fmla="*/ 51 h 54"/>
                <a:gd name="T84" fmla="*/ 233 w 365"/>
                <a:gd name="T85" fmla="*/ 3 h 54"/>
                <a:gd name="T86" fmla="*/ 259 w 365"/>
                <a:gd name="T87" fmla="*/ 3 h 54"/>
                <a:gd name="T88" fmla="*/ 259 w 365"/>
                <a:gd name="T89" fmla="*/ 51 h 54"/>
                <a:gd name="T90" fmla="*/ 292 w 365"/>
                <a:gd name="T91" fmla="*/ 51 h 54"/>
                <a:gd name="T92" fmla="*/ 265 w 365"/>
                <a:gd name="T93" fmla="*/ 51 h 54"/>
                <a:gd name="T94" fmla="*/ 265 w 365"/>
                <a:gd name="T95" fmla="*/ 3 h 54"/>
                <a:gd name="T96" fmla="*/ 292 w 365"/>
                <a:gd name="T97" fmla="*/ 3 h 54"/>
                <a:gd name="T98" fmla="*/ 292 w 365"/>
                <a:gd name="T99" fmla="*/ 51 h 54"/>
                <a:gd name="T100" fmla="*/ 324 w 365"/>
                <a:gd name="T101" fmla="*/ 51 h 54"/>
                <a:gd name="T102" fmla="*/ 298 w 365"/>
                <a:gd name="T103" fmla="*/ 51 h 54"/>
                <a:gd name="T104" fmla="*/ 298 w 365"/>
                <a:gd name="T105" fmla="*/ 3 h 54"/>
                <a:gd name="T106" fmla="*/ 324 w 365"/>
                <a:gd name="T107" fmla="*/ 3 h 54"/>
                <a:gd name="T108" fmla="*/ 324 w 365"/>
                <a:gd name="T109" fmla="*/ 51 h 54"/>
                <a:gd name="T110" fmla="*/ 359 w 365"/>
                <a:gd name="T111" fmla="*/ 51 h 54"/>
                <a:gd name="T112" fmla="*/ 330 w 365"/>
                <a:gd name="T113" fmla="*/ 51 h 54"/>
                <a:gd name="T114" fmla="*/ 330 w 365"/>
                <a:gd name="T115" fmla="*/ 3 h 54"/>
                <a:gd name="T116" fmla="*/ 359 w 365"/>
                <a:gd name="T117" fmla="*/ 3 h 54"/>
                <a:gd name="T118" fmla="*/ 359 w 365"/>
                <a:gd name="T119" fmla="*/ 51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65" h="54">
                  <a:moveTo>
                    <a:pt x="0" y="0"/>
                  </a:moveTo>
                  <a:lnTo>
                    <a:pt x="0" y="54"/>
                  </a:lnTo>
                  <a:lnTo>
                    <a:pt x="365" y="54"/>
                  </a:lnTo>
                  <a:lnTo>
                    <a:pt x="365" y="0"/>
                  </a:lnTo>
                  <a:lnTo>
                    <a:pt x="0" y="0"/>
                  </a:lnTo>
                  <a:close/>
                  <a:moveTo>
                    <a:pt x="32" y="51"/>
                  </a:moveTo>
                  <a:lnTo>
                    <a:pt x="6" y="51"/>
                  </a:lnTo>
                  <a:lnTo>
                    <a:pt x="6" y="3"/>
                  </a:lnTo>
                  <a:lnTo>
                    <a:pt x="32" y="3"/>
                  </a:lnTo>
                  <a:lnTo>
                    <a:pt x="32" y="51"/>
                  </a:lnTo>
                  <a:close/>
                  <a:moveTo>
                    <a:pt x="65" y="51"/>
                  </a:moveTo>
                  <a:lnTo>
                    <a:pt x="38" y="51"/>
                  </a:lnTo>
                  <a:lnTo>
                    <a:pt x="38" y="3"/>
                  </a:lnTo>
                  <a:lnTo>
                    <a:pt x="65" y="3"/>
                  </a:lnTo>
                  <a:lnTo>
                    <a:pt x="65" y="51"/>
                  </a:lnTo>
                  <a:close/>
                  <a:moveTo>
                    <a:pt x="97" y="51"/>
                  </a:moveTo>
                  <a:lnTo>
                    <a:pt x="70" y="51"/>
                  </a:lnTo>
                  <a:lnTo>
                    <a:pt x="70" y="3"/>
                  </a:lnTo>
                  <a:lnTo>
                    <a:pt x="97" y="3"/>
                  </a:lnTo>
                  <a:lnTo>
                    <a:pt x="97" y="51"/>
                  </a:lnTo>
                  <a:close/>
                  <a:moveTo>
                    <a:pt x="129" y="51"/>
                  </a:moveTo>
                  <a:lnTo>
                    <a:pt x="103" y="51"/>
                  </a:lnTo>
                  <a:lnTo>
                    <a:pt x="103" y="3"/>
                  </a:lnTo>
                  <a:lnTo>
                    <a:pt x="129" y="3"/>
                  </a:lnTo>
                  <a:lnTo>
                    <a:pt x="129" y="51"/>
                  </a:lnTo>
                  <a:close/>
                  <a:moveTo>
                    <a:pt x="162" y="51"/>
                  </a:moveTo>
                  <a:lnTo>
                    <a:pt x="135" y="51"/>
                  </a:lnTo>
                  <a:lnTo>
                    <a:pt x="135" y="3"/>
                  </a:lnTo>
                  <a:lnTo>
                    <a:pt x="162" y="3"/>
                  </a:lnTo>
                  <a:lnTo>
                    <a:pt x="162" y="51"/>
                  </a:lnTo>
                  <a:close/>
                  <a:moveTo>
                    <a:pt x="194" y="51"/>
                  </a:moveTo>
                  <a:lnTo>
                    <a:pt x="168" y="51"/>
                  </a:lnTo>
                  <a:lnTo>
                    <a:pt x="168" y="3"/>
                  </a:lnTo>
                  <a:lnTo>
                    <a:pt x="194" y="3"/>
                  </a:lnTo>
                  <a:lnTo>
                    <a:pt x="194" y="51"/>
                  </a:lnTo>
                  <a:close/>
                  <a:moveTo>
                    <a:pt x="227" y="51"/>
                  </a:moveTo>
                  <a:lnTo>
                    <a:pt x="200" y="51"/>
                  </a:lnTo>
                  <a:lnTo>
                    <a:pt x="200" y="3"/>
                  </a:lnTo>
                  <a:lnTo>
                    <a:pt x="227" y="3"/>
                  </a:lnTo>
                  <a:lnTo>
                    <a:pt x="227" y="51"/>
                  </a:lnTo>
                  <a:close/>
                  <a:moveTo>
                    <a:pt x="259" y="51"/>
                  </a:moveTo>
                  <a:lnTo>
                    <a:pt x="233" y="51"/>
                  </a:lnTo>
                  <a:lnTo>
                    <a:pt x="233" y="3"/>
                  </a:lnTo>
                  <a:lnTo>
                    <a:pt x="259" y="3"/>
                  </a:lnTo>
                  <a:lnTo>
                    <a:pt x="259" y="51"/>
                  </a:lnTo>
                  <a:close/>
                  <a:moveTo>
                    <a:pt x="292" y="51"/>
                  </a:moveTo>
                  <a:lnTo>
                    <a:pt x="265" y="51"/>
                  </a:lnTo>
                  <a:lnTo>
                    <a:pt x="265" y="3"/>
                  </a:lnTo>
                  <a:lnTo>
                    <a:pt x="292" y="3"/>
                  </a:lnTo>
                  <a:lnTo>
                    <a:pt x="292" y="51"/>
                  </a:lnTo>
                  <a:close/>
                  <a:moveTo>
                    <a:pt x="324" y="51"/>
                  </a:moveTo>
                  <a:lnTo>
                    <a:pt x="298" y="51"/>
                  </a:lnTo>
                  <a:lnTo>
                    <a:pt x="298" y="3"/>
                  </a:lnTo>
                  <a:lnTo>
                    <a:pt x="324" y="3"/>
                  </a:lnTo>
                  <a:lnTo>
                    <a:pt x="324" y="51"/>
                  </a:lnTo>
                  <a:close/>
                  <a:moveTo>
                    <a:pt x="359" y="51"/>
                  </a:moveTo>
                  <a:lnTo>
                    <a:pt x="330" y="51"/>
                  </a:lnTo>
                  <a:lnTo>
                    <a:pt x="330" y="3"/>
                  </a:lnTo>
                  <a:lnTo>
                    <a:pt x="359" y="3"/>
                  </a:lnTo>
                  <a:lnTo>
                    <a:pt x="359" y="51"/>
                  </a:lnTo>
                  <a:close/>
                </a:path>
              </a:pathLst>
            </a:custGeom>
            <a:solidFill>
              <a:srgbClr val="4285F4">
                <a:alpha val="20000"/>
              </a:srgbClr>
            </a:solidFill>
            <a:ln>
              <a:noFill/>
            </a:ln>
          </p:spPr>
          <p:txBody>
            <a:bodyPr wrap="square" lIns="91440" tIns="45720" rIns="91440" bIns="45720" anchor="ctr">
              <a:normAutofit fontScale="25000" lnSpcReduction="20000"/>
            </a:bodyPr>
            <a:lstStyle/>
            <a:p>
              <a:pPr algn="ctr"/>
              <a:endParaRPr>
                <a:cs typeface="+mn-ea"/>
                <a:sym typeface="+mn-lt"/>
              </a:endParaRPr>
            </a:p>
          </p:txBody>
        </p:sp>
        <p:sp>
          <p:nvSpPr>
            <p:cNvPr id="297" name="任意多边形: 形状 296">
              <a:extLst>
                <a:ext uri="{FF2B5EF4-FFF2-40B4-BE49-F238E27FC236}">
                  <a16:creationId xmlns:a16="http://schemas.microsoft.com/office/drawing/2014/main" id="{118B5F7A-4484-425E-9011-C445D2E35E9C}"/>
                </a:ext>
              </a:extLst>
            </p:cNvPr>
            <p:cNvSpPr/>
            <p:nvPr/>
          </p:nvSpPr>
          <p:spPr bwMode="auto">
            <a:xfrm>
              <a:off x="2958701" y="3823731"/>
              <a:ext cx="625063" cy="92475"/>
            </a:xfrm>
            <a:custGeom>
              <a:avLst/>
              <a:gdLst>
                <a:gd name="T0" fmla="*/ 0 w 365"/>
                <a:gd name="T1" fmla="*/ 0 h 54"/>
                <a:gd name="T2" fmla="*/ 0 w 365"/>
                <a:gd name="T3" fmla="*/ 54 h 54"/>
                <a:gd name="T4" fmla="*/ 365 w 365"/>
                <a:gd name="T5" fmla="*/ 54 h 54"/>
                <a:gd name="T6" fmla="*/ 365 w 365"/>
                <a:gd name="T7" fmla="*/ 0 h 54"/>
                <a:gd name="T8" fmla="*/ 0 w 365"/>
                <a:gd name="T9" fmla="*/ 0 h 54"/>
                <a:gd name="T10" fmla="*/ 32 w 365"/>
                <a:gd name="T11" fmla="*/ 51 h 54"/>
                <a:gd name="T12" fmla="*/ 6 w 365"/>
                <a:gd name="T13" fmla="*/ 51 h 54"/>
                <a:gd name="T14" fmla="*/ 6 w 365"/>
                <a:gd name="T15" fmla="*/ 3 h 54"/>
                <a:gd name="T16" fmla="*/ 32 w 365"/>
                <a:gd name="T17" fmla="*/ 3 h 54"/>
                <a:gd name="T18" fmla="*/ 32 w 365"/>
                <a:gd name="T19" fmla="*/ 51 h 54"/>
                <a:gd name="T20" fmla="*/ 65 w 365"/>
                <a:gd name="T21" fmla="*/ 51 h 54"/>
                <a:gd name="T22" fmla="*/ 38 w 365"/>
                <a:gd name="T23" fmla="*/ 51 h 54"/>
                <a:gd name="T24" fmla="*/ 38 w 365"/>
                <a:gd name="T25" fmla="*/ 3 h 54"/>
                <a:gd name="T26" fmla="*/ 65 w 365"/>
                <a:gd name="T27" fmla="*/ 3 h 54"/>
                <a:gd name="T28" fmla="*/ 65 w 365"/>
                <a:gd name="T29" fmla="*/ 51 h 54"/>
                <a:gd name="T30" fmla="*/ 97 w 365"/>
                <a:gd name="T31" fmla="*/ 51 h 54"/>
                <a:gd name="T32" fmla="*/ 70 w 365"/>
                <a:gd name="T33" fmla="*/ 51 h 54"/>
                <a:gd name="T34" fmla="*/ 70 w 365"/>
                <a:gd name="T35" fmla="*/ 3 h 54"/>
                <a:gd name="T36" fmla="*/ 97 w 365"/>
                <a:gd name="T37" fmla="*/ 3 h 54"/>
                <a:gd name="T38" fmla="*/ 97 w 365"/>
                <a:gd name="T39" fmla="*/ 51 h 54"/>
                <a:gd name="T40" fmla="*/ 129 w 365"/>
                <a:gd name="T41" fmla="*/ 51 h 54"/>
                <a:gd name="T42" fmla="*/ 103 w 365"/>
                <a:gd name="T43" fmla="*/ 51 h 54"/>
                <a:gd name="T44" fmla="*/ 103 w 365"/>
                <a:gd name="T45" fmla="*/ 3 h 54"/>
                <a:gd name="T46" fmla="*/ 129 w 365"/>
                <a:gd name="T47" fmla="*/ 3 h 54"/>
                <a:gd name="T48" fmla="*/ 129 w 365"/>
                <a:gd name="T49" fmla="*/ 51 h 54"/>
                <a:gd name="T50" fmla="*/ 162 w 365"/>
                <a:gd name="T51" fmla="*/ 51 h 54"/>
                <a:gd name="T52" fmla="*/ 135 w 365"/>
                <a:gd name="T53" fmla="*/ 51 h 54"/>
                <a:gd name="T54" fmla="*/ 135 w 365"/>
                <a:gd name="T55" fmla="*/ 3 h 54"/>
                <a:gd name="T56" fmla="*/ 162 w 365"/>
                <a:gd name="T57" fmla="*/ 3 h 54"/>
                <a:gd name="T58" fmla="*/ 162 w 365"/>
                <a:gd name="T59" fmla="*/ 51 h 54"/>
                <a:gd name="T60" fmla="*/ 194 w 365"/>
                <a:gd name="T61" fmla="*/ 51 h 54"/>
                <a:gd name="T62" fmla="*/ 168 w 365"/>
                <a:gd name="T63" fmla="*/ 51 h 54"/>
                <a:gd name="T64" fmla="*/ 168 w 365"/>
                <a:gd name="T65" fmla="*/ 3 h 54"/>
                <a:gd name="T66" fmla="*/ 194 w 365"/>
                <a:gd name="T67" fmla="*/ 3 h 54"/>
                <a:gd name="T68" fmla="*/ 194 w 365"/>
                <a:gd name="T69" fmla="*/ 51 h 54"/>
                <a:gd name="T70" fmla="*/ 227 w 365"/>
                <a:gd name="T71" fmla="*/ 51 h 54"/>
                <a:gd name="T72" fmla="*/ 200 w 365"/>
                <a:gd name="T73" fmla="*/ 51 h 54"/>
                <a:gd name="T74" fmla="*/ 200 w 365"/>
                <a:gd name="T75" fmla="*/ 3 h 54"/>
                <a:gd name="T76" fmla="*/ 227 w 365"/>
                <a:gd name="T77" fmla="*/ 3 h 54"/>
                <a:gd name="T78" fmla="*/ 227 w 365"/>
                <a:gd name="T79" fmla="*/ 51 h 54"/>
                <a:gd name="T80" fmla="*/ 259 w 365"/>
                <a:gd name="T81" fmla="*/ 51 h 54"/>
                <a:gd name="T82" fmla="*/ 233 w 365"/>
                <a:gd name="T83" fmla="*/ 51 h 54"/>
                <a:gd name="T84" fmla="*/ 233 w 365"/>
                <a:gd name="T85" fmla="*/ 3 h 54"/>
                <a:gd name="T86" fmla="*/ 259 w 365"/>
                <a:gd name="T87" fmla="*/ 3 h 54"/>
                <a:gd name="T88" fmla="*/ 259 w 365"/>
                <a:gd name="T89" fmla="*/ 51 h 54"/>
                <a:gd name="T90" fmla="*/ 292 w 365"/>
                <a:gd name="T91" fmla="*/ 51 h 54"/>
                <a:gd name="T92" fmla="*/ 265 w 365"/>
                <a:gd name="T93" fmla="*/ 51 h 54"/>
                <a:gd name="T94" fmla="*/ 265 w 365"/>
                <a:gd name="T95" fmla="*/ 3 h 54"/>
                <a:gd name="T96" fmla="*/ 292 w 365"/>
                <a:gd name="T97" fmla="*/ 3 h 54"/>
                <a:gd name="T98" fmla="*/ 292 w 365"/>
                <a:gd name="T99" fmla="*/ 51 h 54"/>
                <a:gd name="T100" fmla="*/ 324 w 365"/>
                <a:gd name="T101" fmla="*/ 51 h 54"/>
                <a:gd name="T102" fmla="*/ 298 w 365"/>
                <a:gd name="T103" fmla="*/ 51 h 54"/>
                <a:gd name="T104" fmla="*/ 298 w 365"/>
                <a:gd name="T105" fmla="*/ 3 h 54"/>
                <a:gd name="T106" fmla="*/ 324 w 365"/>
                <a:gd name="T107" fmla="*/ 3 h 54"/>
                <a:gd name="T108" fmla="*/ 324 w 365"/>
                <a:gd name="T109" fmla="*/ 51 h 54"/>
                <a:gd name="T110" fmla="*/ 359 w 365"/>
                <a:gd name="T111" fmla="*/ 51 h 54"/>
                <a:gd name="T112" fmla="*/ 330 w 365"/>
                <a:gd name="T113" fmla="*/ 51 h 54"/>
                <a:gd name="T114" fmla="*/ 330 w 365"/>
                <a:gd name="T115" fmla="*/ 3 h 54"/>
                <a:gd name="T116" fmla="*/ 359 w 365"/>
                <a:gd name="T117" fmla="*/ 3 h 54"/>
                <a:gd name="T118" fmla="*/ 359 w 365"/>
                <a:gd name="T119" fmla="*/ 51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65" h="54">
                  <a:moveTo>
                    <a:pt x="0" y="0"/>
                  </a:moveTo>
                  <a:lnTo>
                    <a:pt x="0" y="54"/>
                  </a:lnTo>
                  <a:lnTo>
                    <a:pt x="365" y="54"/>
                  </a:lnTo>
                  <a:lnTo>
                    <a:pt x="365" y="0"/>
                  </a:lnTo>
                  <a:lnTo>
                    <a:pt x="0" y="0"/>
                  </a:lnTo>
                  <a:close/>
                  <a:moveTo>
                    <a:pt x="32" y="51"/>
                  </a:moveTo>
                  <a:lnTo>
                    <a:pt x="6" y="51"/>
                  </a:lnTo>
                  <a:lnTo>
                    <a:pt x="6" y="3"/>
                  </a:lnTo>
                  <a:lnTo>
                    <a:pt x="32" y="3"/>
                  </a:lnTo>
                  <a:lnTo>
                    <a:pt x="32" y="51"/>
                  </a:lnTo>
                  <a:close/>
                  <a:moveTo>
                    <a:pt x="65" y="51"/>
                  </a:moveTo>
                  <a:lnTo>
                    <a:pt x="38" y="51"/>
                  </a:lnTo>
                  <a:lnTo>
                    <a:pt x="38" y="3"/>
                  </a:lnTo>
                  <a:lnTo>
                    <a:pt x="65" y="3"/>
                  </a:lnTo>
                  <a:lnTo>
                    <a:pt x="65" y="51"/>
                  </a:lnTo>
                  <a:close/>
                  <a:moveTo>
                    <a:pt x="97" y="51"/>
                  </a:moveTo>
                  <a:lnTo>
                    <a:pt x="70" y="51"/>
                  </a:lnTo>
                  <a:lnTo>
                    <a:pt x="70" y="3"/>
                  </a:lnTo>
                  <a:lnTo>
                    <a:pt x="97" y="3"/>
                  </a:lnTo>
                  <a:lnTo>
                    <a:pt x="97" y="51"/>
                  </a:lnTo>
                  <a:close/>
                  <a:moveTo>
                    <a:pt x="129" y="51"/>
                  </a:moveTo>
                  <a:lnTo>
                    <a:pt x="103" y="51"/>
                  </a:lnTo>
                  <a:lnTo>
                    <a:pt x="103" y="3"/>
                  </a:lnTo>
                  <a:lnTo>
                    <a:pt x="129" y="3"/>
                  </a:lnTo>
                  <a:lnTo>
                    <a:pt x="129" y="51"/>
                  </a:lnTo>
                  <a:close/>
                  <a:moveTo>
                    <a:pt x="162" y="51"/>
                  </a:moveTo>
                  <a:lnTo>
                    <a:pt x="135" y="51"/>
                  </a:lnTo>
                  <a:lnTo>
                    <a:pt x="135" y="3"/>
                  </a:lnTo>
                  <a:lnTo>
                    <a:pt x="162" y="3"/>
                  </a:lnTo>
                  <a:lnTo>
                    <a:pt x="162" y="51"/>
                  </a:lnTo>
                  <a:close/>
                  <a:moveTo>
                    <a:pt x="194" y="51"/>
                  </a:moveTo>
                  <a:lnTo>
                    <a:pt x="168" y="51"/>
                  </a:lnTo>
                  <a:lnTo>
                    <a:pt x="168" y="3"/>
                  </a:lnTo>
                  <a:lnTo>
                    <a:pt x="194" y="3"/>
                  </a:lnTo>
                  <a:lnTo>
                    <a:pt x="194" y="51"/>
                  </a:lnTo>
                  <a:close/>
                  <a:moveTo>
                    <a:pt x="227" y="51"/>
                  </a:moveTo>
                  <a:lnTo>
                    <a:pt x="200" y="51"/>
                  </a:lnTo>
                  <a:lnTo>
                    <a:pt x="200" y="3"/>
                  </a:lnTo>
                  <a:lnTo>
                    <a:pt x="227" y="3"/>
                  </a:lnTo>
                  <a:lnTo>
                    <a:pt x="227" y="51"/>
                  </a:lnTo>
                  <a:close/>
                  <a:moveTo>
                    <a:pt x="259" y="51"/>
                  </a:moveTo>
                  <a:lnTo>
                    <a:pt x="233" y="51"/>
                  </a:lnTo>
                  <a:lnTo>
                    <a:pt x="233" y="3"/>
                  </a:lnTo>
                  <a:lnTo>
                    <a:pt x="259" y="3"/>
                  </a:lnTo>
                  <a:lnTo>
                    <a:pt x="259" y="51"/>
                  </a:lnTo>
                  <a:close/>
                  <a:moveTo>
                    <a:pt x="292" y="51"/>
                  </a:moveTo>
                  <a:lnTo>
                    <a:pt x="265" y="51"/>
                  </a:lnTo>
                  <a:lnTo>
                    <a:pt x="265" y="3"/>
                  </a:lnTo>
                  <a:lnTo>
                    <a:pt x="292" y="3"/>
                  </a:lnTo>
                  <a:lnTo>
                    <a:pt x="292" y="51"/>
                  </a:lnTo>
                  <a:close/>
                  <a:moveTo>
                    <a:pt x="324" y="51"/>
                  </a:moveTo>
                  <a:lnTo>
                    <a:pt x="298" y="51"/>
                  </a:lnTo>
                  <a:lnTo>
                    <a:pt x="298" y="3"/>
                  </a:lnTo>
                  <a:lnTo>
                    <a:pt x="324" y="3"/>
                  </a:lnTo>
                  <a:lnTo>
                    <a:pt x="324" y="51"/>
                  </a:lnTo>
                  <a:close/>
                  <a:moveTo>
                    <a:pt x="359" y="51"/>
                  </a:moveTo>
                  <a:lnTo>
                    <a:pt x="330" y="51"/>
                  </a:lnTo>
                  <a:lnTo>
                    <a:pt x="330" y="3"/>
                  </a:lnTo>
                  <a:lnTo>
                    <a:pt x="359" y="3"/>
                  </a:lnTo>
                  <a:lnTo>
                    <a:pt x="359" y="51"/>
                  </a:lnTo>
                  <a:close/>
                </a:path>
              </a:pathLst>
            </a:custGeom>
            <a:solidFill>
              <a:srgbClr val="4285F4">
                <a:alpha val="20000"/>
              </a:srgbClr>
            </a:solidFill>
            <a:ln>
              <a:noFill/>
            </a:ln>
          </p:spPr>
          <p:txBody>
            <a:bodyPr wrap="square" lIns="91440" tIns="45720" rIns="91440" bIns="45720" anchor="ctr">
              <a:normAutofit fontScale="25000" lnSpcReduction="20000"/>
            </a:bodyPr>
            <a:lstStyle/>
            <a:p>
              <a:pPr algn="ctr"/>
              <a:endParaRPr>
                <a:cs typeface="+mn-ea"/>
                <a:sym typeface="+mn-lt"/>
              </a:endParaRPr>
            </a:p>
          </p:txBody>
        </p:sp>
        <p:sp>
          <p:nvSpPr>
            <p:cNvPr id="298" name="任意多边形: 形状 297">
              <a:extLst>
                <a:ext uri="{FF2B5EF4-FFF2-40B4-BE49-F238E27FC236}">
                  <a16:creationId xmlns:a16="http://schemas.microsoft.com/office/drawing/2014/main" id="{BAE25D03-1E2B-47B9-A188-9F30707AC28B}"/>
                </a:ext>
              </a:extLst>
            </p:cNvPr>
            <p:cNvSpPr/>
            <p:nvPr/>
          </p:nvSpPr>
          <p:spPr bwMode="auto">
            <a:xfrm>
              <a:off x="2958701" y="4094306"/>
              <a:ext cx="625063" cy="94188"/>
            </a:xfrm>
            <a:custGeom>
              <a:avLst/>
              <a:gdLst>
                <a:gd name="T0" fmla="*/ 0 w 365"/>
                <a:gd name="T1" fmla="*/ 0 h 55"/>
                <a:gd name="T2" fmla="*/ 0 w 365"/>
                <a:gd name="T3" fmla="*/ 55 h 55"/>
                <a:gd name="T4" fmla="*/ 365 w 365"/>
                <a:gd name="T5" fmla="*/ 55 h 55"/>
                <a:gd name="T6" fmla="*/ 365 w 365"/>
                <a:gd name="T7" fmla="*/ 0 h 55"/>
                <a:gd name="T8" fmla="*/ 0 w 365"/>
                <a:gd name="T9" fmla="*/ 0 h 55"/>
                <a:gd name="T10" fmla="*/ 32 w 365"/>
                <a:gd name="T11" fmla="*/ 52 h 55"/>
                <a:gd name="T12" fmla="*/ 6 w 365"/>
                <a:gd name="T13" fmla="*/ 52 h 55"/>
                <a:gd name="T14" fmla="*/ 6 w 365"/>
                <a:gd name="T15" fmla="*/ 4 h 55"/>
                <a:gd name="T16" fmla="*/ 32 w 365"/>
                <a:gd name="T17" fmla="*/ 4 h 55"/>
                <a:gd name="T18" fmla="*/ 32 w 365"/>
                <a:gd name="T19" fmla="*/ 52 h 55"/>
                <a:gd name="T20" fmla="*/ 65 w 365"/>
                <a:gd name="T21" fmla="*/ 52 h 55"/>
                <a:gd name="T22" fmla="*/ 38 w 365"/>
                <a:gd name="T23" fmla="*/ 52 h 55"/>
                <a:gd name="T24" fmla="*/ 38 w 365"/>
                <a:gd name="T25" fmla="*/ 4 h 55"/>
                <a:gd name="T26" fmla="*/ 65 w 365"/>
                <a:gd name="T27" fmla="*/ 4 h 55"/>
                <a:gd name="T28" fmla="*/ 65 w 365"/>
                <a:gd name="T29" fmla="*/ 52 h 55"/>
                <a:gd name="T30" fmla="*/ 97 w 365"/>
                <a:gd name="T31" fmla="*/ 52 h 55"/>
                <a:gd name="T32" fmla="*/ 70 w 365"/>
                <a:gd name="T33" fmla="*/ 52 h 55"/>
                <a:gd name="T34" fmla="*/ 70 w 365"/>
                <a:gd name="T35" fmla="*/ 4 h 55"/>
                <a:gd name="T36" fmla="*/ 97 w 365"/>
                <a:gd name="T37" fmla="*/ 4 h 55"/>
                <a:gd name="T38" fmla="*/ 97 w 365"/>
                <a:gd name="T39" fmla="*/ 52 h 55"/>
                <a:gd name="T40" fmla="*/ 129 w 365"/>
                <a:gd name="T41" fmla="*/ 52 h 55"/>
                <a:gd name="T42" fmla="*/ 103 w 365"/>
                <a:gd name="T43" fmla="*/ 52 h 55"/>
                <a:gd name="T44" fmla="*/ 103 w 365"/>
                <a:gd name="T45" fmla="*/ 4 h 55"/>
                <a:gd name="T46" fmla="*/ 129 w 365"/>
                <a:gd name="T47" fmla="*/ 4 h 55"/>
                <a:gd name="T48" fmla="*/ 129 w 365"/>
                <a:gd name="T49" fmla="*/ 52 h 55"/>
                <a:gd name="T50" fmla="*/ 162 w 365"/>
                <a:gd name="T51" fmla="*/ 52 h 55"/>
                <a:gd name="T52" fmla="*/ 135 w 365"/>
                <a:gd name="T53" fmla="*/ 52 h 55"/>
                <a:gd name="T54" fmla="*/ 135 w 365"/>
                <a:gd name="T55" fmla="*/ 4 h 55"/>
                <a:gd name="T56" fmla="*/ 162 w 365"/>
                <a:gd name="T57" fmla="*/ 4 h 55"/>
                <a:gd name="T58" fmla="*/ 162 w 365"/>
                <a:gd name="T59" fmla="*/ 52 h 55"/>
                <a:gd name="T60" fmla="*/ 194 w 365"/>
                <a:gd name="T61" fmla="*/ 52 h 55"/>
                <a:gd name="T62" fmla="*/ 168 w 365"/>
                <a:gd name="T63" fmla="*/ 52 h 55"/>
                <a:gd name="T64" fmla="*/ 168 w 365"/>
                <a:gd name="T65" fmla="*/ 4 h 55"/>
                <a:gd name="T66" fmla="*/ 194 w 365"/>
                <a:gd name="T67" fmla="*/ 4 h 55"/>
                <a:gd name="T68" fmla="*/ 194 w 365"/>
                <a:gd name="T69" fmla="*/ 52 h 55"/>
                <a:gd name="T70" fmla="*/ 227 w 365"/>
                <a:gd name="T71" fmla="*/ 52 h 55"/>
                <a:gd name="T72" fmla="*/ 200 w 365"/>
                <a:gd name="T73" fmla="*/ 52 h 55"/>
                <a:gd name="T74" fmla="*/ 200 w 365"/>
                <a:gd name="T75" fmla="*/ 4 h 55"/>
                <a:gd name="T76" fmla="*/ 227 w 365"/>
                <a:gd name="T77" fmla="*/ 4 h 55"/>
                <a:gd name="T78" fmla="*/ 227 w 365"/>
                <a:gd name="T79" fmla="*/ 52 h 55"/>
                <a:gd name="T80" fmla="*/ 259 w 365"/>
                <a:gd name="T81" fmla="*/ 52 h 55"/>
                <a:gd name="T82" fmla="*/ 233 w 365"/>
                <a:gd name="T83" fmla="*/ 52 h 55"/>
                <a:gd name="T84" fmla="*/ 233 w 365"/>
                <a:gd name="T85" fmla="*/ 4 h 55"/>
                <a:gd name="T86" fmla="*/ 259 w 365"/>
                <a:gd name="T87" fmla="*/ 4 h 55"/>
                <a:gd name="T88" fmla="*/ 259 w 365"/>
                <a:gd name="T89" fmla="*/ 52 h 55"/>
                <a:gd name="T90" fmla="*/ 292 w 365"/>
                <a:gd name="T91" fmla="*/ 52 h 55"/>
                <a:gd name="T92" fmla="*/ 265 w 365"/>
                <a:gd name="T93" fmla="*/ 52 h 55"/>
                <a:gd name="T94" fmla="*/ 265 w 365"/>
                <a:gd name="T95" fmla="*/ 4 h 55"/>
                <a:gd name="T96" fmla="*/ 292 w 365"/>
                <a:gd name="T97" fmla="*/ 4 h 55"/>
                <a:gd name="T98" fmla="*/ 292 w 365"/>
                <a:gd name="T99" fmla="*/ 52 h 55"/>
                <a:gd name="T100" fmla="*/ 324 w 365"/>
                <a:gd name="T101" fmla="*/ 52 h 55"/>
                <a:gd name="T102" fmla="*/ 298 w 365"/>
                <a:gd name="T103" fmla="*/ 52 h 55"/>
                <a:gd name="T104" fmla="*/ 298 w 365"/>
                <a:gd name="T105" fmla="*/ 4 h 55"/>
                <a:gd name="T106" fmla="*/ 324 w 365"/>
                <a:gd name="T107" fmla="*/ 4 h 55"/>
                <a:gd name="T108" fmla="*/ 324 w 365"/>
                <a:gd name="T109" fmla="*/ 52 h 55"/>
                <a:gd name="T110" fmla="*/ 359 w 365"/>
                <a:gd name="T111" fmla="*/ 52 h 55"/>
                <a:gd name="T112" fmla="*/ 330 w 365"/>
                <a:gd name="T113" fmla="*/ 52 h 55"/>
                <a:gd name="T114" fmla="*/ 330 w 365"/>
                <a:gd name="T115" fmla="*/ 4 h 55"/>
                <a:gd name="T116" fmla="*/ 359 w 365"/>
                <a:gd name="T117" fmla="*/ 4 h 55"/>
                <a:gd name="T118" fmla="*/ 359 w 365"/>
                <a:gd name="T119" fmla="*/ 52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65" h="55">
                  <a:moveTo>
                    <a:pt x="0" y="0"/>
                  </a:moveTo>
                  <a:lnTo>
                    <a:pt x="0" y="55"/>
                  </a:lnTo>
                  <a:lnTo>
                    <a:pt x="365" y="55"/>
                  </a:lnTo>
                  <a:lnTo>
                    <a:pt x="365" y="0"/>
                  </a:lnTo>
                  <a:lnTo>
                    <a:pt x="0" y="0"/>
                  </a:lnTo>
                  <a:close/>
                  <a:moveTo>
                    <a:pt x="32" y="52"/>
                  </a:moveTo>
                  <a:lnTo>
                    <a:pt x="6" y="52"/>
                  </a:lnTo>
                  <a:lnTo>
                    <a:pt x="6" y="4"/>
                  </a:lnTo>
                  <a:lnTo>
                    <a:pt x="32" y="4"/>
                  </a:lnTo>
                  <a:lnTo>
                    <a:pt x="32" y="52"/>
                  </a:lnTo>
                  <a:close/>
                  <a:moveTo>
                    <a:pt x="65" y="52"/>
                  </a:moveTo>
                  <a:lnTo>
                    <a:pt x="38" y="52"/>
                  </a:lnTo>
                  <a:lnTo>
                    <a:pt x="38" y="4"/>
                  </a:lnTo>
                  <a:lnTo>
                    <a:pt x="65" y="4"/>
                  </a:lnTo>
                  <a:lnTo>
                    <a:pt x="65" y="52"/>
                  </a:lnTo>
                  <a:close/>
                  <a:moveTo>
                    <a:pt x="97" y="52"/>
                  </a:moveTo>
                  <a:lnTo>
                    <a:pt x="70" y="52"/>
                  </a:lnTo>
                  <a:lnTo>
                    <a:pt x="70" y="4"/>
                  </a:lnTo>
                  <a:lnTo>
                    <a:pt x="97" y="4"/>
                  </a:lnTo>
                  <a:lnTo>
                    <a:pt x="97" y="52"/>
                  </a:lnTo>
                  <a:close/>
                  <a:moveTo>
                    <a:pt x="129" y="52"/>
                  </a:moveTo>
                  <a:lnTo>
                    <a:pt x="103" y="52"/>
                  </a:lnTo>
                  <a:lnTo>
                    <a:pt x="103" y="4"/>
                  </a:lnTo>
                  <a:lnTo>
                    <a:pt x="129" y="4"/>
                  </a:lnTo>
                  <a:lnTo>
                    <a:pt x="129" y="52"/>
                  </a:lnTo>
                  <a:close/>
                  <a:moveTo>
                    <a:pt x="162" y="52"/>
                  </a:moveTo>
                  <a:lnTo>
                    <a:pt x="135" y="52"/>
                  </a:lnTo>
                  <a:lnTo>
                    <a:pt x="135" y="4"/>
                  </a:lnTo>
                  <a:lnTo>
                    <a:pt x="162" y="4"/>
                  </a:lnTo>
                  <a:lnTo>
                    <a:pt x="162" y="52"/>
                  </a:lnTo>
                  <a:close/>
                  <a:moveTo>
                    <a:pt x="194" y="52"/>
                  </a:moveTo>
                  <a:lnTo>
                    <a:pt x="168" y="52"/>
                  </a:lnTo>
                  <a:lnTo>
                    <a:pt x="168" y="4"/>
                  </a:lnTo>
                  <a:lnTo>
                    <a:pt x="194" y="4"/>
                  </a:lnTo>
                  <a:lnTo>
                    <a:pt x="194" y="52"/>
                  </a:lnTo>
                  <a:close/>
                  <a:moveTo>
                    <a:pt x="227" y="52"/>
                  </a:moveTo>
                  <a:lnTo>
                    <a:pt x="200" y="52"/>
                  </a:lnTo>
                  <a:lnTo>
                    <a:pt x="200" y="4"/>
                  </a:lnTo>
                  <a:lnTo>
                    <a:pt x="227" y="4"/>
                  </a:lnTo>
                  <a:lnTo>
                    <a:pt x="227" y="52"/>
                  </a:lnTo>
                  <a:close/>
                  <a:moveTo>
                    <a:pt x="259" y="52"/>
                  </a:moveTo>
                  <a:lnTo>
                    <a:pt x="233" y="52"/>
                  </a:lnTo>
                  <a:lnTo>
                    <a:pt x="233" y="4"/>
                  </a:lnTo>
                  <a:lnTo>
                    <a:pt x="259" y="4"/>
                  </a:lnTo>
                  <a:lnTo>
                    <a:pt x="259" y="52"/>
                  </a:lnTo>
                  <a:close/>
                  <a:moveTo>
                    <a:pt x="292" y="52"/>
                  </a:moveTo>
                  <a:lnTo>
                    <a:pt x="265" y="52"/>
                  </a:lnTo>
                  <a:lnTo>
                    <a:pt x="265" y="4"/>
                  </a:lnTo>
                  <a:lnTo>
                    <a:pt x="292" y="4"/>
                  </a:lnTo>
                  <a:lnTo>
                    <a:pt x="292" y="52"/>
                  </a:lnTo>
                  <a:close/>
                  <a:moveTo>
                    <a:pt x="324" y="52"/>
                  </a:moveTo>
                  <a:lnTo>
                    <a:pt x="298" y="52"/>
                  </a:lnTo>
                  <a:lnTo>
                    <a:pt x="298" y="4"/>
                  </a:lnTo>
                  <a:lnTo>
                    <a:pt x="324" y="4"/>
                  </a:lnTo>
                  <a:lnTo>
                    <a:pt x="324" y="52"/>
                  </a:lnTo>
                  <a:close/>
                  <a:moveTo>
                    <a:pt x="359" y="52"/>
                  </a:moveTo>
                  <a:lnTo>
                    <a:pt x="330" y="52"/>
                  </a:lnTo>
                  <a:lnTo>
                    <a:pt x="330" y="4"/>
                  </a:lnTo>
                  <a:lnTo>
                    <a:pt x="359" y="4"/>
                  </a:lnTo>
                  <a:lnTo>
                    <a:pt x="359" y="52"/>
                  </a:lnTo>
                  <a:close/>
                </a:path>
              </a:pathLst>
            </a:custGeom>
            <a:solidFill>
              <a:srgbClr val="4285F4">
                <a:alpha val="20000"/>
              </a:srgbClr>
            </a:solidFill>
            <a:ln>
              <a:noFill/>
            </a:ln>
          </p:spPr>
          <p:txBody>
            <a:bodyPr wrap="square" lIns="91440" tIns="45720" rIns="91440" bIns="45720" anchor="ctr">
              <a:normAutofit fontScale="25000" lnSpcReduction="20000"/>
            </a:bodyPr>
            <a:lstStyle/>
            <a:p>
              <a:pPr algn="ctr"/>
              <a:endParaRPr>
                <a:cs typeface="+mn-ea"/>
                <a:sym typeface="+mn-lt"/>
              </a:endParaRPr>
            </a:p>
          </p:txBody>
        </p:sp>
        <p:sp>
          <p:nvSpPr>
            <p:cNvPr id="299" name="任意多边形: 形状 298">
              <a:extLst>
                <a:ext uri="{FF2B5EF4-FFF2-40B4-BE49-F238E27FC236}">
                  <a16:creationId xmlns:a16="http://schemas.microsoft.com/office/drawing/2014/main" id="{E7746D52-4A28-441D-B449-544DBEECC8C3}"/>
                </a:ext>
              </a:extLst>
            </p:cNvPr>
            <p:cNvSpPr/>
            <p:nvPr/>
          </p:nvSpPr>
          <p:spPr bwMode="auto">
            <a:xfrm>
              <a:off x="2960413" y="4366593"/>
              <a:ext cx="623350" cy="94188"/>
            </a:xfrm>
            <a:custGeom>
              <a:avLst/>
              <a:gdLst>
                <a:gd name="T0" fmla="*/ 0 w 425"/>
                <a:gd name="T1" fmla="*/ 0 h 64"/>
                <a:gd name="T2" fmla="*/ 5 w 425"/>
                <a:gd name="T3" fmla="*/ 18 h 64"/>
                <a:gd name="T4" fmla="*/ 5 w 425"/>
                <a:gd name="T5" fmla="*/ 4 h 64"/>
                <a:gd name="T6" fmla="*/ 36 w 425"/>
                <a:gd name="T7" fmla="*/ 4 h 64"/>
                <a:gd name="T8" fmla="*/ 36 w 425"/>
                <a:gd name="T9" fmla="*/ 60 h 64"/>
                <a:gd name="T10" fmla="*/ 20 w 425"/>
                <a:gd name="T11" fmla="*/ 60 h 64"/>
                <a:gd name="T12" fmla="*/ 21 w 425"/>
                <a:gd name="T13" fmla="*/ 64 h 64"/>
                <a:gd name="T14" fmla="*/ 425 w 425"/>
                <a:gd name="T15" fmla="*/ 64 h 64"/>
                <a:gd name="T16" fmla="*/ 425 w 425"/>
                <a:gd name="T17" fmla="*/ 0 h 64"/>
                <a:gd name="T18" fmla="*/ 0 w 425"/>
                <a:gd name="T19" fmla="*/ 0 h 64"/>
                <a:gd name="T20" fmla="*/ 74 w 425"/>
                <a:gd name="T21" fmla="*/ 60 h 64"/>
                <a:gd name="T22" fmla="*/ 43 w 425"/>
                <a:gd name="T23" fmla="*/ 60 h 64"/>
                <a:gd name="T24" fmla="*/ 43 w 425"/>
                <a:gd name="T25" fmla="*/ 4 h 64"/>
                <a:gd name="T26" fmla="*/ 74 w 425"/>
                <a:gd name="T27" fmla="*/ 4 h 64"/>
                <a:gd name="T28" fmla="*/ 74 w 425"/>
                <a:gd name="T29" fmla="*/ 60 h 64"/>
                <a:gd name="T30" fmla="*/ 112 w 425"/>
                <a:gd name="T31" fmla="*/ 60 h 64"/>
                <a:gd name="T32" fmla="*/ 81 w 425"/>
                <a:gd name="T33" fmla="*/ 60 h 64"/>
                <a:gd name="T34" fmla="*/ 81 w 425"/>
                <a:gd name="T35" fmla="*/ 4 h 64"/>
                <a:gd name="T36" fmla="*/ 112 w 425"/>
                <a:gd name="T37" fmla="*/ 4 h 64"/>
                <a:gd name="T38" fmla="*/ 112 w 425"/>
                <a:gd name="T39" fmla="*/ 60 h 64"/>
                <a:gd name="T40" fmla="*/ 150 w 425"/>
                <a:gd name="T41" fmla="*/ 60 h 64"/>
                <a:gd name="T42" fmla="*/ 119 w 425"/>
                <a:gd name="T43" fmla="*/ 60 h 64"/>
                <a:gd name="T44" fmla="*/ 119 w 425"/>
                <a:gd name="T45" fmla="*/ 4 h 64"/>
                <a:gd name="T46" fmla="*/ 150 w 425"/>
                <a:gd name="T47" fmla="*/ 4 h 64"/>
                <a:gd name="T48" fmla="*/ 150 w 425"/>
                <a:gd name="T49" fmla="*/ 60 h 64"/>
                <a:gd name="T50" fmla="*/ 188 w 425"/>
                <a:gd name="T51" fmla="*/ 60 h 64"/>
                <a:gd name="T52" fmla="*/ 157 w 425"/>
                <a:gd name="T53" fmla="*/ 60 h 64"/>
                <a:gd name="T54" fmla="*/ 157 w 425"/>
                <a:gd name="T55" fmla="*/ 4 h 64"/>
                <a:gd name="T56" fmla="*/ 188 w 425"/>
                <a:gd name="T57" fmla="*/ 4 h 64"/>
                <a:gd name="T58" fmla="*/ 188 w 425"/>
                <a:gd name="T59" fmla="*/ 60 h 64"/>
                <a:gd name="T60" fmla="*/ 226 w 425"/>
                <a:gd name="T61" fmla="*/ 60 h 64"/>
                <a:gd name="T62" fmla="*/ 195 w 425"/>
                <a:gd name="T63" fmla="*/ 60 h 64"/>
                <a:gd name="T64" fmla="*/ 195 w 425"/>
                <a:gd name="T65" fmla="*/ 4 h 64"/>
                <a:gd name="T66" fmla="*/ 226 w 425"/>
                <a:gd name="T67" fmla="*/ 4 h 64"/>
                <a:gd name="T68" fmla="*/ 226 w 425"/>
                <a:gd name="T69" fmla="*/ 60 h 64"/>
                <a:gd name="T70" fmla="*/ 264 w 425"/>
                <a:gd name="T71" fmla="*/ 60 h 64"/>
                <a:gd name="T72" fmla="*/ 233 w 425"/>
                <a:gd name="T73" fmla="*/ 60 h 64"/>
                <a:gd name="T74" fmla="*/ 233 w 425"/>
                <a:gd name="T75" fmla="*/ 4 h 64"/>
                <a:gd name="T76" fmla="*/ 264 w 425"/>
                <a:gd name="T77" fmla="*/ 4 h 64"/>
                <a:gd name="T78" fmla="*/ 264 w 425"/>
                <a:gd name="T79" fmla="*/ 60 h 64"/>
                <a:gd name="T80" fmla="*/ 302 w 425"/>
                <a:gd name="T81" fmla="*/ 60 h 64"/>
                <a:gd name="T82" fmla="*/ 271 w 425"/>
                <a:gd name="T83" fmla="*/ 60 h 64"/>
                <a:gd name="T84" fmla="*/ 271 w 425"/>
                <a:gd name="T85" fmla="*/ 4 h 64"/>
                <a:gd name="T86" fmla="*/ 302 w 425"/>
                <a:gd name="T87" fmla="*/ 4 h 64"/>
                <a:gd name="T88" fmla="*/ 302 w 425"/>
                <a:gd name="T89" fmla="*/ 60 h 64"/>
                <a:gd name="T90" fmla="*/ 340 w 425"/>
                <a:gd name="T91" fmla="*/ 60 h 64"/>
                <a:gd name="T92" fmla="*/ 309 w 425"/>
                <a:gd name="T93" fmla="*/ 60 h 64"/>
                <a:gd name="T94" fmla="*/ 309 w 425"/>
                <a:gd name="T95" fmla="*/ 4 h 64"/>
                <a:gd name="T96" fmla="*/ 340 w 425"/>
                <a:gd name="T97" fmla="*/ 4 h 64"/>
                <a:gd name="T98" fmla="*/ 340 w 425"/>
                <a:gd name="T99" fmla="*/ 60 h 64"/>
                <a:gd name="T100" fmla="*/ 378 w 425"/>
                <a:gd name="T101" fmla="*/ 60 h 64"/>
                <a:gd name="T102" fmla="*/ 347 w 425"/>
                <a:gd name="T103" fmla="*/ 60 h 64"/>
                <a:gd name="T104" fmla="*/ 347 w 425"/>
                <a:gd name="T105" fmla="*/ 4 h 64"/>
                <a:gd name="T106" fmla="*/ 378 w 425"/>
                <a:gd name="T107" fmla="*/ 4 h 64"/>
                <a:gd name="T108" fmla="*/ 378 w 425"/>
                <a:gd name="T109" fmla="*/ 60 h 64"/>
                <a:gd name="T110" fmla="*/ 418 w 425"/>
                <a:gd name="T111" fmla="*/ 60 h 64"/>
                <a:gd name="T112" fmla="*/ 385 w 425"/>
                <a:gd name="T113" fmla="*/ 60 h 64"/>
                <a:gd name="T114" fmla="*/ 385 w 425"/>
                <a:gd name="T115" fmla="*/ 4 h 64"/>
                <a:gd name="T116" fmla="*/ 418 w 425"/>
                <a:gd name="T117" fmla="*/ 4 h 64"/>
                <a:gd name="T118" fmla="*/ 418 w 425"/>
                <a:gd name="T119" fmla="*/ 60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425" h="64">
                  <a:moveTo>
                    <a:pt x="0" y="0"/>
                  </a:moveTo>
                  <a:cubicBezTo>
                    <a:pt x="2" y="6"/>
                    <a:pt x="3" y="12"/>
                    <a:pt x="5" y="18"/>
                  </a:cubicBezTo>
                  <a:cubicBezTo>
                    <a:pt x="5" y="4"/>
                    <a:pt x="5" y="4"/>
                    <a:pt x="5" y="4"/>
                  </a:cubicBezTo>
                  <a:cubicBezTo>
                    <a:pt x="36" y="4"/>
                    <a:pt x="36" y="4"/>
                    <a:pt x="36" y="4"/>
                  </a:cubicBezTo>
                  <a:cubicBezTo>
                    <a:pt x="36" y="60"/>
                    <a:pt x="36" y="60"/>
                    <a:pt x="36" y="60"/>
                  </a:cubicBezTo>
                  <a:cubicBezTo>
                    <a:pt x="20" y="60"/>
                    <a:pt x="20" y="60"/>
                    <a:pt x="20" y="60"/>
                  </a:cubicBezTo>
                  <a:cubicBezTo>
                    <a:pt x="20" y="61"/>
                    <a:pt x="21" y="62"/>
                    <a:pt x="21" y="64"/>
                  </a:cubicBezTo>
                  <a:cubicBezTo>
                    <a:pt x="425" y="64"/>
                    <a:pt x="425" y="64"/>
                    <a:pt x="425" y="64"/>
                  </a:cubicBezTo>
                  <a:cubicBezTo>
                    <a:pt x="425" y="0"/>
                    <a:pt x="425" y="0"/>
                    <a:pt x="425" y="0"/>
                  </a:cubicBezTo>
                  <a:cubicBezTo>
                    <a:pt x="0" y="0"/>
                    <a:pt x="0" y="0"/>
                    <a:pt x="0" y="0"/>
                  </a:cubicBezTo>
                  <a:moveTo>
                    <a:pt x="74" y="60"/>
                  </a:moveTo>
                  <a:cubicBezTo>
                    <a:pt x="43" y="60"/>
                    <a:pt x="43" y="60"/>
                    <a:pt x="43" y="60"/>
                  </a:cubicBezTo>
                  <a:cubicBezTo>
                    <a:pt x="43" y="4"/>
                    <a:pt x="43" y="4"/>
                    <a:pt x="43" y="4"/>
                  </a:cubicBezTo>
                  <a:cubicBezTo>
                    <a:pt x="74" y="4"/>
                    <a:pt x="74" y="4"/>
                    <a:pt x="74" y="4"/>
                  </a:cubicBezTo>
                  <a:cubicBezTo>
                    <a:pt x="74" y="60"/>
                    <a:pt x="74" y="60"/>
                    <a:pt x="74" y="60"/>
                  </a:cubicBezTo>
                  <a:moveTo>
                    <a:pt x="112" y="60"/>
                  </a:moveTo>
                  <a:cubicBezTo>
                    <a:pt x="81" y="60"/>
                    <a:pt x="81" y="60"/>
                    <a:pt x="81" y="60"/>
                  </a:cubicBezTo>
                  <a:cubicBezTo>
                    <a:pt x="81" y="4"/>
                    <a:pt x="81" y="4"/>
                    <a:pt x="81" y="4"/>
                  </a:cubicBezTo>
                  <a:cubicBezTo>
                    <a:pt x="112" y="4"/>
                    <a:pt x="112" y="4"/>
                    <a:pt x="112" y="4"/>
                  </a:cubicBezTo>
                  <a:cubicBezTo>
                    <a:pt x="112" y="60"/>
                    <a:pt x="112" y="60"/>
                    <a:pt x="112" y="60"/>
                  </a:cubicBezTo>
                  <a:moveTo>
                    <a:pt x="150" y="60"/>
                  </a:moveTo>
                  <a:cubicBezTo>
                    <a:pt x="119" y="60"/>
                    <a:pt x="119" y="60"/>
                    <a:pt x="119" y="60"/>
                  </a:cubicBezTo>
                  <a:cubicBezTo>
                    <a:pt x="119" y="4"/>
                    <a:pt x="119" y="4"/>
                    <a:pt x="119" y="4"/>
                  </a:cubicBezTo>
                  <a:cubicBezTo>
                    <a:pt x="150" y="4"/>
                    <a:pt x="150" y="4"/>
                    <a:pt x="150" y="4"/>
                  </a:cubicBezTo>
                  <a:cubicBezTo>
                    <a:pt x="150" y="60"/>
                    <a:pt x="150" y="60"/>
                    <a:pt x="150" y="60"/>
                  </a:cubicBezTo>
                  <a:moveTo>
                    <a:pt x="188" y="60"/>
                  </a:moveTo>
                  <a:cubicBezTo>
                    <a:pt x="157" y="60"/>
                    <a:pt x="157" y="60"/>
                    <a:pt x="157" y="60"/>
                  </a:cubicBezTo>
                  <a:cubicBezTo>
                    <a:pt x="157" y="4"/>
                    <a:pt x="157" y="4"/>
                    <a:pt x="157" y="4"/>
                  </a:cubicBezTo>
                  <a:cubicBezTo>
                    <a:pt x="188" y="4"/>
                    <a:pt x="188" y="4"/>
                    <a:pt x="188" y="4"/>
                  </a:cubicBezTo>
                  <a:cubicBezTo>
                    <a:pt x="188" y="60"/>
                    <a:pt x="188" y="60"/>
                    <a:pt x="188" y="60"/>
                  </a:cubicBezTo>
                  <a:moveTo>
                    <a:pt x="226" y="60"/>
                  </a:moveTo>
                  <a:cubicBezTo>
                    <a:pt x="195" y="60"/>
                    <a:pt x="195" y="60"/>
                    <a:pt x="195" y="60"/>
                  </a:cubicBezTo>
                  <a:cubicBezTo>
                    <a:pt x="195" y="4"/>
                    <a:pt x="195" y="4"/>
                    <a:pt x="195" y="4"/>
                  </a:cubicBezTo>
                  <a:cubicBezTo>
                    <a:pt x="226" y="4"/>
                    <a:pt x="226" y="4"/>
                    <a:pt x="226" y="4"/>
                  </a:cubicBezTo>
                  <a:cubicBezTo>
                    <a:pt x="226" y="60"/>
                    <a:pt x="226" y="60"/>
                    <a:pt x="226" y="60"/>
                  </a:cubicBezTo>
                  <a:moveTo>
                    <a:pt x="264" y="60"/>
                  </a:moveTo>
                  <a:cubicBezTo>
                    <a:pt x="233" y="60"/>
                    <a:pt x="233" y="60"/>
                    <a:pt x="233" y="60"/>
                  </a:cubicBezTo>
                  <a:cubicBezTo>
                    <a:pt x="233" y="4"/>
                    <a:pt x="233" y="4"/>
                    <a:pt x="233" y="4"/>
                  </a:cubicBezTo>
                  <a:cubicBezTo>
                    <a:pt x="264" y="4"/>
                    <a:pt x="264" y="4"/>
                    <a:pt x="264" y="4"/>
                  </a:cubicBezTo>
                  <a:cubicBezTo>
                    <a:pt x="264" y="60"/>
                    <a:pt x="264" y="60"/>
                    <a:pt x="264" y="60"/>
                  </a:cubicBezTo>
                  <a:moveTo>
                    <a:pt x="302" y="60"/>
                  </a:moveTo>
                  <a:cubicBezTo>
                    <a:pt x="271" y="60"/>
                    <a:pt x="271" y="60"/>
                    <a:pt x="271" y="60"/>
                  </a:cubicBezTo>
                  <a:cubicBezTo>
                    <a:pt x="271" y="4"/>
                    <a:pt x="271" y="4"/>
                    <a:pt x="271" y="4"/>
                  </a:cubicBezTo>
                  <a:cubicBezTo>
                    <a:pt x="302" y="4"/>
                    <a:pt x="302" y="4"/>
                    <a:pt x="302" y="4"/>
                  </a:cubicBezTo>
                  <a:cubicBezTo>
                    <a:pt x="302" y="60"/>
                    <a:pt x="302" y="60"/>
                    <a:pt x="302" y="60"/>
                  </a:cubicBezTo>
                  <a:moveTo>
                    <a:pt x="340" y="60"/>
                  </a:moveTo>
                  <a:cubicBezTo>
                    <a:pt x="309" y="60"/>
                    <a:pt x="309" y="60"/>
                    <a:pt x="309" y="60"/>
                  </a:cubicBezTo>
                  <a:cubicBezTo>
                    <a:pt x="309" y="4"/>
                    <a:pt x="309" y="4"/>
                    <a:pt x="309" y="4"/>
                  </a:cubicBezTo>
                  <a:cubicBezTo>
                    <a:pt x="340" y="4"/>
                    <a:pt x="340" y="4"/>
                    <a:pt x="340" y="4"/>
                  </a:cubicBezTo>
                  <a:cubicBezTo>
                    <a:pt x="340" y="60"/>
                    <a:pt x="340" y="60"/>
                    <a:pt x="340" y="60"/>
                  </a:cubicBezTo>
                  <a:moveTo>
                    <a:pt x="378" y="60"/>
                  </a:moveTo>
                  <a:cubicBezTo>
                    <a:pt x="347" y="60"/>
                    <a:pt x="347" y="60"/>
                    <a:pt x="347" y="60"/>
                  </a:cubicBezTo>
                  <a:cubicBezTo>
                    <a:pt x="347" y="4"/>
                    <a:pt x="347" y="4"/>
                    <a:pt x="347" y="4"/>
                  </a:cubicBezTo>
                  <a:cubicBezTo>
                    <a:pt x="378" y="4"/>
                    <a:pt x="378" y="4"/>
                    <a:pt x="378" y="4"/>
                  </a:cubicBezTo>
                  <a:cubicBezTo>
                    <a:pt x="378" y="60"/>
                    <a:pt x="378" y="60"/>
                    <a:pt x="378" y="60"/>
                  </a:cubicBezTo>
                  <a:moveTo>
                    <a:pt x="418" y="60"/>
                  </a:moveTo>
                  <a:cubicBezTo>
                    <a:pt x="385" y="60"/>
                    <a:pt x="385" y="60"/>
                    <a:pt x="385" y="60"/>
                  </a:cubicBezTo>
                  <a:cubicBezTo>
                    <a:pt x="385" y="4"/>
                    <a:pt x="385" y="4"/>
                    <a:pt x="385" y="4"/>
                  </a:cubicBezTo>
                  <a:cubicBezTo>
                    <a:pt x="418" y="4"/>
                    <a:pt x="418" y="4"/>
                    <a:pt x="418" y="4"/>
                  </a:cubicBezTo>
                  <a:cubicBezTo>
                    <a:pt x="418" y="60"/>
                    <a:pt x="418" y="60"/>
                    <a:pt x="418" y="60"/>
                  </a:cubicBezTo>
                </a:path>
              </a:pathLst>
            </a:custGeom>
            <a:solidFill>
              <a:srgbClr val="4285F4">
                <a:alpha val="20000"/>
              </a:srgbClr>
            </a:solidFill>
            <a:ln>
              <a:noFill/>
            </a:ln>
          </p:spPr>
          <p:txBody>
            <a:bodyPr wrap="square" lIns="91440" tIns="45720" rIns="91440" bIns="45720" anchor="ctr">
              <a:normAutofit fontScale="25000" lnSpcReduction="20000"/>
            </a:bodyPr>
            <a:lstStyle/>
            <a:p>
              <a:pPr algn="ctr"/>
              <a:endParaRPr>
                <a:cs typeface="+mn-ea"/>
                <a:sym typeface="+mn-lt"/>
              </a:endParaRPr>
            </a:p>
          </p:txBody>
        </p:sp>
        <p:sp>
          <p:nvSpPr>
            <p:cNvPr id="300" name="任意多边形: 形状 299">
              <a:extLst>
                <a:ext uri="{FF2B5EF4-FFF2-40B4-BE49-F238E27FC236}">
                  <a16:creationId xmlns:a16="http://schemas.microsoft.com/office/drawing/2014/main" id="{A9F01FC2-3BAE-4629-AC6E-91878848E965}"/>
                </a:ext>
              </a:extLst>
            </p:cNvPr>
            <p:cNvSpPr/>
            <p:nvPr/>
          </p:nvSpPr>
          <p:spPr bwMode="auto">
            <a:xfrm>
              <a:off x="3090563" y="4637168"/>
              <a:ext cx="493200" cy="95900"/>
            </a:xfrm>
            <a:custGeom>
              <a:avLst/>
              <a:gdLst>
                <a:gd name="T0" fmla="*/ 0 w 336"/>
                <a:gd name="T1" fmla="*/ 0 h 65"/>
                <a:gd name="T2" fmla="*/ 3 w 336"/>
                <a:gd name="T3" fmla="*/ 4 h 65"/>
                <a:gd name="T4" fmla="*/ 23 w 336"/>
                <a:gd name="T5" fmla="*/ 4 h 65"/>
                <a:gd name="T6" fmla="*/ 23 w 336"/>
                <a:gd name="T7" fmla="*/ 31 h 65"/>
                <a:gd name="T8" fmla="*/ 30 w 336"/>
                <a:gd name="T9" fmla="*/ 39 h 65"/>
                <a:gd name="T10" fmla="*/ 30 w 336"/>
                <a:gd name="T11" fmla="*/ 5 h 65"/>
                <a:gd name="T12" fmla="*/ 61 w 336"/>
                <a:gd name="T13" fmla="*/ 5 h 65"/>
                <a:gd name="T14" fmla="*/ 61 w 336"/>
                <a:gd name="T15" fmla="*/ 61 h 65"/>
                <a:gd name="T16" fmla="*/ 49 w 336"/>
                <a:gd name="T17" fmla="*/ 61 h 65"/>
                <a:gd name="T18" fmla="*/ 53 w 336"/>
                <a:gd name="T19" fmla="*/ 65 h 65"/>
                <a:gd name="T20" fmla="*/ 336 w 336"/>
                <a:gd name="T21" fmla="*/ 65 h 65"/>
                <a:gd name="T22" fmla="*/ 336 w 336"/>
                <a:gd name="T23" fmla="*/ 1 h 65"/>
                <a:gd name="T24" fmla="*/ 0 w 336"/>
                <a:gd name="T25" fmla="*/ 0 h 65"/>
                <a:gd name="T26" fmla="*/ 99 w 336"/>
                <a:gd name="T27" fmla="*/ 60 h 65"/>
                <a:gd name="T28" fmla="*/ 68 w 336"/>
                <a:gd name="T29" fmla="*/ 60 h 65"/>
                <a:gd name="T30" fmla="*/ 68 w 336"/>
                <a:gd name="T31" fmla="*/ 4 h 65"/>
                <a:gd name="T32" fmla="*/ 99 w 336"/>
                <a:gd name="T33" fmla="*/ 4 h 65"/>
                <a:gd name="T34" fmla="*/ 99 w 336"/>
                <a:gd name="T35" fmla="*/ 60 h 65"/>
                <a:gd name="T36" fmla="*/ 137 w 336"/>
                <a:gd name="T37" fmla="*/ 60 h 65"/>
                <a:gd name="T38" fmla="*/ 106 w 336"/>
                <a:gd name="T39" fmla="*/ 60 h 65"/>
                <a:gd name="T40" fmla="*/ 106 w 336"/>
                <a:gd name="T41" fmla="*/ 4 h 65"/>
                <a:gd name="T42" fmla="*/ 137 w 336"/>
                <a:gd name="T43" fmla="*/ 4 h 65"/>
                <a:gd name="T44" fmla="*/ 137 w 336"/>
                <a:gd name="T45" fmla="*/ 60 h 65"/>
                <a:gd name="T46" fmla="*/ 175 w 336"/>
                <a:gd name="T47" fmla="*/ 60 h 65"/>
                <a:gd name="T48" fmla="*/ 144 w 336"/>
                <a:gd name="T49" fmla="*/ 60 h 65"/>
                <a:gd name="T50" fmla="*/ 144 w 336"/>
                <a:gd name="T51" fmla="*/ 4 h 65"/>
                <a:gd name="T52" fmla="*/ 175 w 336"/>
                <a:gd name="T53" fmla="*/ 4 h 65"/>
                <a:gd name="T54" fmla="*/ 175 w 336"/>
                <a:gd name="T55" fmla="*/ 60 h 65"/>
                <a:gd name="T56" fmla="*/ 213 w 336"/>
                <a:gd name="T57" fmla="*/ 60 h 65"/>
                <a:gd name="T58" fmla="*/ 182 w 336"/>
                <a:gd name="T59" fmla="*/ 60 h 65"/>
                <a:gd name="T60" fmla="*/ 182 w 336"/>
                <a:gd name="T61" fmla="*/ 4 h 65"/>
                <a:gd name="T62" fmla="*/ 213 w 336"/>
                <a:gd name="T63" fmla="*/ 4 h 65"/>
                <a:gd name="T64" fmla="*/ 213 w 336"/>
                <a:gd name="T65" fmla="*/ 60 h 65"/>
                <a:gd name="T66" fmla="*/ 251 w 336"/>
                <a:gd name="T67" fmla="*/ 60 h 65"/>
                <a:gd name="T68" fmla="*/ 220 w 336"/>
                <a:gd name="T69" fmla="*/ 60 h 65"/>
                <a:gd name="T70" fmla="*/ 220 w 336"/>
                <a:gd name="T71" fmla="*/ 4 h 65"/>
                <a:gd name="T72" fmla="*/ 251 w 336"/>
                <a:gd name="T73" fmla="*/ 4 h 65"/>
                <a:gd name="T74" fmla="*/ 251 w 336"/>
                <a:gd name="T75" fmla="*/ 60 h 65"/>
                <a:gd name="T76" fmla="*/ 289 w 336"/>
                <a:gd name="T77" fmla="*/ 60 h 65"/>
                <a:gd name="T78" fmla="*/ 258 w 336"/>
                <a:gd name="T79" fmla="*/ 60 h 65"/>
                <a:gd name="T80" fmla="*/ 258 w 336"/>
                <a:gd name="T81" fmla="*/ 4 h 65"/>
                <a:gd name="T82" fmla="*/ 289 w 336"/>
                <a:gd name="T83" fmla="*/ 4 h 65"/>
                <a:gd name="T84" fmla="*/ 289 w 336"/>
                <a:gd name="T85" fmla="*/ 60 h 65"/>
                <a:gd name="T86" fmla="*/ 329 w 336"/>
                <a:gd name="T87" fmla="*/ 60 h 65"/>
                <a:gd name="T88" fmla="*/ 296 w 336"/>
                <a:gd name="T89" fmla="*/ 60 h 65"/>
                <a:gd name="T90" fmla="*/ 296 w 336"/>
                <a:gd name="T91" fmla="*/ 4 h 65"/>
                <a:gd name="T92" fmla="*/ 329 w 336"/>
                <a:gd name="T93" fmla="*/ 4 h 65"/>
                <a:gd name="T94" fmla="*/ 329 w 336"/>
                <a:gd name="T95" fmla="*/ 60 h 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336" h="65">
                  <a:moveTo>
                    <a:pt x="0" y="0"/>
                  </a:moveTo>
                  <a:cubicBezTo>
                    <a:pt x="1" y="2"/>
                    <a:pt x="2" y="3"/>
                    <a:pt x="3" y="4"/>
                  </a:cubicBezTo>
                  <a:cubicBezTo>
                    <a:pt x="23" y="4"/>
                    <a:pt x="23" y="4"/>
                    <a:pt x="23" y="4"/>
                  </a:cubicBezTo>
                  <a:cubicBezTo>
                    <a:pt x="23" y="31"/>
                    <a:pt x="23" y="31"/>
                    <a:pt x="23" y="31"/>
                  </a:cubicBezTo>
                  <a:cubicBezTo>
                    <a:pt x="26" y="34"/>
                    <a:pt x="28" y="37"/>
                    <a:pt x="30" y="39"/>
                  </a:cubicBezTo>
                  <a:cubicBezTo>
                    <a:pt x="30" y="5"/>
                    <a:pt x="30" y="5"/>
                    <a:pt x="30" y="5"/>
                  </a:cubicBezTo>
                  <a:cubicBezTo>
                    <a:pt x="61" y="5"/>
                    <a:pt x="61" y="5"/>
                    <a:pt x="61" y="5"/>
                  </a:cubicBezTo>
                  <a:cubicBezTo>
                    <a:pt x="61" y="61"/>
                    <a:pt x="61" y="61"/>
                    <a:pt x="61" y="61"/>
                  </a:cubicBezTo>
                  <a:cubicBezTo>
                    <a:pt x="49" y="61"/>
                    <a:pt x="49" y="61"/>
                    <a:pt x="49" y="61"/>
                  </a:cubicBezTo>
                  <a:cubicBezTo>
                    <a:pt x="50" y="62"/>
                    <a:pt x="51" y="63"/>
                    <a:pt x="53" y="65"/>
                  </a:cubicBezTo>
                  <a:cubicBezTo>
                    <a:pt x="336" y="65"/>
                    <a:pt x="336" y="65"/>
                    <a:pt x="336" y="65"/>
                  </a:cubicBezTo>
                  <a:cubicBezTo>
                    <a:pt x="336" y="1"/>
                    <a:pt x="336" y="1"/>
                    <a:pt x="336" y="1"/>
                  </a:cubicBezTo>
                  <a:cubicBezTo>
                    <a:pt x="0" y="0"/>
                    <a:pt x="0" y="0"/>
                    <a:pt x="0" y="0"/>
                  </a:cubicBezTo>
                  <a:moveTo>
                    <a:pt x="99" y="60"/>
                  </a:moveTo>
                  <a:cubicBezTo>
                    <a:pt x="68" y="60"/>
                    <a:pt x="68" y="60"/>
                    <a:pt x="68" y="60"/>
                  </a:cubicBezTo>
                  <a:cubicBezTo>
                    <a:pt x="68" y="4"/>
                    <a:pt x="68" y="4"/>
                    <a:pt x="68" y="4"/>
                  </a:cubicBezTo>
                  <a:cubicBezTo>
                    <a:pt x="99" y="4"/>
                    <a:pt x="99" y="4"/>
                    <a:pt x="99" y="4"/>
                  </a:cubicBezTo>
                  <a:cubicBezTo>
                    <a:pt x="99" y="60"/>
                    <a:pt x="99" y="60"/>
                    <a:pt x="99" y="60"/>
                  </a:cubicBezTo>
                  <a:moveTo>
                    <a:pt x="137" y="60"/>
                  </a:moveTo>
                  <a:cubicBezTo>
                    <a:pt x="106" y="60"/>
                    <a:pt x="106" y="60"/>
                    <a:pt x="106" y="60"/>
                  </a:cubicBezTo>
                  <a:cubicBezTo>
                    <a:pt x="106" y="4"/>
                    <a:pt x="106" y="4"/>
                    <a:pt x="106" y="4"/>
                  </a:cubicBezTo>
                  <a:cubicBezTo>
                    <a:pt x="137" y="4"/>
                    <a:pt x="137" y="4"/>
                    <a:pt x="137" y="4"/>
                  </a:cubicBezTo>
                  <a:cubicBezTo>
                    <a:pt x="137" y="60"/>
                    <a:pt x="137" y="60"/>
                    <a:pt x="137" y="60"/>
                  </a:cubicBezTo>
                  <a:moveTo>
                    <a:pt x="175" y="60"/>
                  </a:moveTo>
                  <a:cubicBezTo>
                    <a:pt x="144" y="60"/>
                    <a:pt x="144" y="60"/>
                    <a:pt x="144" y="60"/>
                  </a:cubicBezTo>
                  <a:cubicBezTo>
                    <a:pt x="144" y="4"/>
                    <a:pt x="144" y="4"/>
                    <a:pt x="144" y="4"/>
                  </a:cubicBezTo>
                  <a:cubicBezTo>
                    <a:pt x="175" y="4"/>
                    <a:pt x="175" y="4"/>
                    <a:pt x="175" y="4"/>
                  </a:cubicBezTo>
                  <a:cubicBezTo>
                    <a:pt x="175" y="60"/>
                    <a:pt x="175" y="60"/>
                    <a:pt x="175" y="60"/>
                  </a:cubicBezTo>
                  <a:moveTo>
                    <a:pt x="213" y="60"/>
                  </a:moveTo>
                  <a:cubicBezTo>
                    <a:pt x="182" y="60"/>
                    <a:pt x="182" y="60"/>
                    <a:pt x="182" y="60"/>
                  </a:cubicBezTo>
                  <a:cubicBezTo>
                    <a:pt x="182" y="4"/>
                    <a:pt x="182" y="4"/>
                    <a:pt x="182" y="4"/>
                  </a:cubicBezTo>
                  <a:cubicBezTo>
                    <a:pt x="213" y="4"/>
                    <a:pt x="213" y="4"/>
                    <a:pt x="213" y="4"/>
                  </a:cubicBezTo>
                  <a:cubicBezTo>
                    <a:pt x="213" y="60"/>
                    <a:pt x="213" y="60"/>
                    <a:pt x="213" y="60"/>
                  </a:cubicBezTo>
                  <a:moveTo>
                    <a:pt x="251" y="60"/>
                  </a:moveTo>
                  <a:cubicBezTo>
                    <a:pt x="220" y="60"/>
                    <a:pt x="220" y="60"/>
                    <a:pt x="220" y="60"/>
                  </a:cubicBezTo>
                  <a:cubicBezTo>
                    <a:pt x="220" y="4"/>
                    <a:pt x="220" y="4"/>
                    <a:pt x="220" y="4"/>
                  </a:cubicBezTo>
                  <a:cubicBezTo>
                    <a:pt x="251" y="4"/>
                    <a:pt x="251" y="4"/>
                    <a:pt x="251" y="4"/>
                  </a:cubicBezTo>
                  <a:cubicBezTo>
                    <a:pt x="251" y="60"/>
                    <a:pt x="251" y="60"/>
                    <a:pt x="251" y="60"/>
                  </a:cubicBezTo>
                  <a:moveTo>
                    <a:pt x="289" y="60"/>
                  </a:moveTo>
                  <a:cubicBezTo>
                    <a:pt x="258" y="60"/>
                    <a:pt x="258" y="60"/>
                    <a:pt x="258" y="60"/>
                  </a:cubicBezTo>
                  <a:cubicBezTo>
                    <a:pt x="258" y="4"/>
                    <a:pt x="258" y="4"/>
                    <a:pt x="258" y="4"/>
                  </a:cubicBezTo>
                  <a:cubicBezTo>
                    <a:pt x="289" y="4"/>
                    <a:pt x="289" y="4"/>
                    <a:pt x="289" y="4"/>
                  </a:cubicBezTo>
                  <a:cubicBezTo>
                    <a:pt x="289" y="60"/>
                    <a:pt x="289" y="60"/>
                    <a:pt x="289" y="60"/>
                  </a:cubicBezTo>
                  <a:moveTo>
                    <a:pt x="329" y="60"/>
                  </a:moveTo>
                  <a:cubicBezTo>
                    <a:pt x="296" y="60"/>
                    <a:pt x="296" y="60"/>
                    <a:pt x="296" y="60"/>
                  </a:cubicBezTo>
                  <a:cubicBezTo>
                    <a:pt x="296" y="4"/>
                    <a:pt x="296" y="4"/>
                    <a:pt x="296" y="4"/>
                  </a:cubicBezTo>
                  <a:cubicBezTo>
                    <a:pt x="329" y="4"/>
                    <a:pt x="329" y="4"/>
                    <a:pt x="329" y="4"/>
                  </a:cubicBezTo>
                  <a:cubicBezTo>
                    <a:pt x="329" y="60"/>
                    <a:pt x="329" y="60"/>
                    <a:pt x="329" y="60"/>
                  </a:cubicBezTo>
                </a:path>
              </a:pathLst>
            </a:custGeom>
            <a:solidFill>
              <a:srgbClr val="4285F4">
                <a:alpha val="20000"/>
              </a:srgbClr>
            </a:solidFill>
            <a:ln>
              <a:noFill/>
            </a:ln>
          </p:spPr>
          <p:txBody>
            <a:bodyPr wrap="square" lIns="91440" tIns="45720" rIns="91440" bIns="45720" anchor="ctr">
              <a:normAutofit fontScale="25000" lnSpcReduction="20000"/>
            </a:bodyPr>
            <a:lstStyle/>
            <a:p>
              <a:pPr algn="ctr"/>
              <a:endParaRPr>
                <a:cs typeface="+mn-ea"/>
                <a:sym typeface="+mn-lt"/>
              </a:endParaRPr>
            </a:p>
          </p:txBody>
        </p:sp>
        <p:sp>
          <p:nvSpPr>
            <p:cNvPr id="301" name="矩形 300">
              <a:extLst>
                <a:ext uri="{FF2B5EF4-FFF2-40B4-BE49-F238E27FC236}">
                  <a16:creationId xmlns:a16="http://schemas.microsoft.com/office/drawing/2014/main" id="{45336673-E145-4CE0-883A-6761DD89E020}"/>
                </a:ext>
              </a:extLst>
            </p:cNvPr>
            <p:cNvSpPr/>
            <p:nvPr/>
          </p:nvSpPr>
          <p:spPr bwMode="auto">
            <a:xfrm>
              <a:off x="3400526" y="4911168"/>
              <a:ext cx="3425" cy="3425"/>
            </a:xfrm>
            <a:prstGeom prst="rect">
              <a:avLst/>
            </a:prstGeom>
            <a:solidFill>
              <a:srgbClr val="ECF3FE"/>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ctr">
              <a:normAutofit fontScale="25000" lnSpcReduction="20000"/>
            </a:bodyPr>
            <a:lstStyle/>
            <a:p>
              <a:pPr algn="ctr"/>
              <a:endParaRPr>
                <a:cs typeface="+mn-ea"/>
                <a:sym typeface="+mn-lt"/>
              </a:endParaRPr>
            </a:p>
          </p:txBody>
        </p:sp>
        <p:sp>
          <p:nvSpPr>
            <p:cNvPr id="302" name="任意多边形: 形状 301">
              <a:extLst>
                <a:ext uri="{FF2B5EF4-FFF2-40B4-BE49-F238E27FC236}">
                  <a16:creationId xmlns:a16="http://schemas.microsoft.com/office/drawing/2014/main" id="{9EC8FC1D-6450-4125-B777-48F3021C163D}"/>
                </a:ext>
              </a:extLst>
            </p:cNvPr>
            <p:cNvSpPr/>
            <p:nvPr/>
          </p:nvSpPr>
          <p:spPr bwMode="auto">
            <a:xfrm>
              <a:off x="5186663" y="2469144"/>
              <a:ext cx="140425" cy="114738"/>
            </a:xfrm>
            <a:custGeom>
              <a:avLst/>
              <a:gdLst>
                <a:gd name="T0" fmla="*/ 88 w 96"/>
                <a:gd name="T1" fmla="*/ 0 h 79"/>
                <a:gd name="T2" fmla="*/ 10 w 96"/>
                <a:gd name="T3" fmla="*/ 61 h 79"/>
                <a:gd name="T4" fmla="*/ 18 w 96"/>
                <a:gd name="T5" fmla="*/ 79 h 79"/>
                <a:gd name="T6" fmla="*/ 24 w 96"/>
                <a:gd name="T7" fmla="*/ 75 h 79"/>
                <a:gd name="T8" fmla="*/ 28 w 96"/>
                <a:gd name="T9" fmla="*/ 75 h 79"/>
                <a:gd name="T10" fmla="*/ 35 w 96"/>
                <a:gd name="T11" fmla="*/ 76 h 79"/>
                <a:gd name="T12" fmla="*/ 38 w 96"/>
                <a:gd name="T13" fmla="*/ 76 h 79"/>
                <a:gd name="T14" fmla="*/ 51 w 96"/>
                <a:gd name="T15" fmla="*/ 71 h 79"/>
                <a:gd name="T16" fmla="*/ 88 w 96"/>
                <a:gd name="T17" fmla="*/ 16 h 79"/>
                <a:gd name="T18" fmla="*/ 96 w 96"/>
                <a:gd name="T19" fmla="*/ 4 h 79"/>
                <a:gd name="T20" fmla="*/ 80 w 96"/>
                <a:gd name="T21" fmla="*/ 11 h 79"/>
                <a:gd name="T22" fmla="*/ 81 w 96"/>
                <a:gd name="T23" fmla="*/ 32 h 79"/>
                <a:gd name="T24" fmla="*/ 77 w 96"/>
                <a:gd name="T25" fmla="*/ 12 h 79"/>
                <a:gd name="T26" fmla="*/ 77 w 96"/>
                <a:gd name="T27" fmla="*/ 12 h 79"/>
                <a:gd name="T28" fmla="*/ 69 w 96"/>
                <a:gd name="T29" fmla="*/ 16 h 79"/>
                <a:gd name="T30" fmla="*/ 71 w 96"/>
                <a:gd name="T31" fmla="*/ 50 h 79"/>
                <a:gd name="T32" fmla="*/ 66 w 96"/>
                <a:gd name="T33" fmla="*/ 17 h 79"/>
                <a:gd name="T34" fmla="*/ 54 w 96"/>
                <a:gd name="T35" fmla="*/ 24 h 79"/>
                <a:gd name="T36" fmla="*/ 58 w 96"/>
                <a:gd name="T37" fmla="*/ 62 h 79"/>
                <a:gd name="T38" fmla="*/ 52 w 96"/>
                <a:gd name="T39" fmla="*/ 25 h 79"/>
                <a:gd name="T40" fmla="*/ 42 w 96"/>
                <a:gd name="T41" fmla="*/ 33 h 79"/>
                <a:gd name="T42" fmla="*/ 46 w 96"/>
                <a:gd name="T43" fmla="*/ 68 h 79"/>
                <a:gd name="T44" fmla="*/ 40 w 96"/>
                <a:gd name="T45" fmla="*/ 35 h 79"/>
                <a:gd name="T46" fmla="*/ 29 w 96"/>
                <a:gd name="T47" fmla="*/ 47 h 79"/>
                <a:gd name="T48" fmla="*/ 32 w 96"/>
                <a:gd name="T49" fmla="*/ 69 h 79"/>
                <a:gd name="T50" fmla="*/ 27 w 96"/>
                <a:gd name="T51" fmla="*/ 49 h 79"/>
                <a:gd name="T52" fmla="*/ 17 w 96"/>
                <a:gd name="T53" fmla="*/ 72 h 79"/>
                <a:gd name="T54" fmla="*/ 25 w 96"/>
                <a:gd name="T55" fmla="*/ 48 h 79"/>
                <a:gd name="T56" fmla="*/ 11 w 96"/>
                <a:gd name="T57" fmla="*/ 55 h 79"/>
                <a:gd name="T58" fmla="*/ 27 w 96"/>
                <a:gd name="T59" fmla="*/ 44 h 79"/>
                <a:gd name="T60" fmla="*/ 36 w 96"/>
                <a:gd name="T61" fmla="*/ 34 h 79"/>
                <a:gd name="T62" fmla="*/ 31 w 96"/>
                <a:gd name="T63" fmla="*/ 33 h 79"/>
                <a:gd name="T64" fmla="*/ 13 w 96"/>
                <a:gd name="T65" fmla="*/ 36 h 79"/>
                <a:gd name="T66" fmla="*/ 30 w 96"/>
                <a:gd name="T67" fmla="*/ 30 h 79"/>
                <a:gd name="T68" fmla="*/ 39 w 96"/>
                <a:gd name="T69" fmla="*/ 31 h 79"/>
                <a:gd name="T70" fmla="*/ 49 w 96"/>
                <a:gd name="T71" fmla="*/ 23 h 79"/>
                <a:gd name="T72" fmla="*/ 34 w 96"/>
                <a:gd name="T73" fmla="*/ 22 h 79"/>
                <a:gd name="T74" fmla="*/ 22 w 96"/>
                <a:gd name="T75" fmla="*/ 23 h 79"/>
                <a:gd name="T76" fmla="*/ 38 w 96"/>
                <a:gd name="T77" fmla="*/ 19 h 79"/>
                <a:gd name="T78" fmla="*/ 52 w 96"/>
                <a:gd name="T79" fmla="*/ 21 h 79"/>
                <a:gd name="T80" fmla="*/ 63 w 96"/>
                <a:gd name="T81" fmla="*/ 15 h 79"/>
                <a:gd name="T82" fmla="*/ 41 w 96"/>
                <a:gd name="T83" fmla="*/ 12 h 79"/>
                <a:gd name="T84" fmla="*/ 37 w 96"/>
                <a:gd name="T85" fmla="*/ 12 h 79"/>
                <a:gd name="T86" fmla="*/ 50 w 96"/>
                <a:gd name="T87" fmla="*/ 10 h 79"/>
                <a:gd name="T88" fmla="*/ 66 w 96"/>
                <a:gd name="T89" fmla="*/ 13 h 79"/>
                <a:gd name="T90" fmla="*/ 74 w 96"/>
                <a:gd name="T91" fmla="*/ 9 h 79"/>
                <a:gd name="T92" fmla="*/ 59 w 96"/>
                <a:gd name="T93" fmla="*/ 7 h 79"/>
                <a:gd name="T94" fmla="*/ 55 w 96"/>
                <a:gd name="T95" fmla="*/ 5 h 79"/>
                <a:gd name="T96" fmla="*/ 62 w 96"/>
                <a:gd name="T97" fmla="*/ 5 h 79"/>
                <a:gd name="T98" fmla="*/ 78 w 96"/>
                <a:gd name="T99" fmla="*/ 8 h 79"/>
                <a:gd name="T100" fmla="*/ 94 w 96"/>
                <a:gd name="T101" fmla="*/ 0 h 79"/>
                <a:gd name="T102" fmla="*/ 88 w 96"/>
                <a:gd name="T103" fmla="*/ 0 h 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96" h="79">
                  <a:moveTo>
                    <a:pt x="88" y="0"/>
                  </a:moveTo>
                  <a:cubicBezTo>
                    <a:pt x="68" y="0"/>
                    <a:pt x="0" y="4"/>
                    <a:pt x="10" y="61"/>
                  </a:cubicBezTo>
                  <a:cubicBezTo>
                    <a:pt x="9" y="68"/>
                    <a:pt x="12" y="75"/>
                    <a:pt x="18" y="79"/>
                  </a:cubicBezTo>
                  <a:cubicBezTo>
                    <a:pt x="18" y="79"/>
                    <a:pt x="18" y="75"/>
                    <a:pt x="24" y="75"/>
                  </a:cubicBezTo>
                  <a:cubicBezTo>
                    <a:pt x="25" y="75"/>
                    <a:pt x="27" y="75"/>
                    <a:pt x="28" y="75"/>
                  </a:cubicBezTo>
                  <a:cubicBezTo>
                    <a:pt x="30" y="76"/>
                    <a:pt x="33" y="76"/>
                    <a:pt x="35" y="76"/>
                  </a:cubicBezTo>
                  <a:cubicBezTo>
                    <a:pt x="36" y="76"/>
                    <a:pt x="37" y="76"/>
                    <a:pt x="38" y="76"/>
                  </a:cubicBezTo>
                  <a:cubicBezTo>
                    <a:pt x="43" y="76"/>
                    <a:pt x="48" y="74"/>
                    <a:pt x="51" y="71"/>
                  </a:cubicBezTo>
                  <a:cubicBezTo>
                    <a:pt x="51" y="71"/>
                    <a:pt x="78" y="60"/>
                    <a:pt x="88" y="16"/>
                  </a:cubicBezTo>
                  <a:cubicBezTo>
                    <a:pt x="88" y="16"/>
                    <a:pt x="96" y="6"/>
                    <a:pt x="96" y="4"/>
                  </a:cubicBezTo>
                  <a:cubicBezTo>
                    <a:pt x="80" y="11"/>
                    <a:pt x="80" y="11"/>
                    <a:pt x="80" y="11"/>
                  </a:cubicBezTo>
                  <a:cubicBezTo>
                    <a:pt x="80" y="11"/>
                    <a:pt x="85" y="22"/>
                    <a:pt x="81" y="32"/>
                  </a:cubicBezTo>
                  <a:cubicBezTo>
                    <a:pt x="81" y="32"/>
                    <a:pt x="80" y="12"/>
                    <a:pt x="77" y="12"/>
                  </a:cubicBezTo>
                  <a:cubicBezTo>
                    <a:pt x="77" y="12"/>
                    <a:pt x="77" y="12"/>
                    <a:pt x="77" y="12"/>
                  </a:cubicBezTo>
                  <a:cubicBezTo>
                    <a:pt x="77" y="12"/>
                    <a:pt x="69" y="16"/>
                    <a:pt x="69" y="16"/>
                  </a:cubicBezTo>
                  <a:cubicBezTo>
                    <a:pt x="69" y="16"/>
                    <a:pt x="78" y="36"/>
                    <a:pt x="71" y="50"/>
                  </a:cubicBezTo>
                  <a:cubicBezTo>
                    <a:pt x="71" y="50"/>
                    <a:pt x="74" y="26"/>
                    <a:pt x="66" y="17"/>
                  </a:cubicBezTo>
                  <a:cubicBezTo>
                    <a:pt x="54" y="24"/>
                    <a:pt x="54" y="24"/>
                    <a:pt x="54" y="24"/>
                  </a:cubicBezTo>
                  <a:cubicBezTo>
                    <a:pt x="54" y="24"/>
                    <a:pt x="66" y="45"/>
                    <a:pt x="58" y="62"/>
                  </a:cubicBezTo>
                  <a:cubicBezTo>
                    <a:pt x="58" y="62"/>
                    <a:pt x="60" y="36"/>
                    <a:pt x="52" y="25"/>
                  </a:cubicBezTo>
                  <a:cubicBezTo>
                    <a:pt x="42" y="33"/>
                    <a:pt x="42" y="33"/>
                    <a:pt x="42" y="33"/>
                  </a:cubicBezTo>
                  <a:cubicBezTo>
                    <a:pt x="42" y="33"/>
                    <a:pt x="52" y="54"/>
                    <a:pt x="46" y="68"/>
                  </a:cubicBezTo>
                  <a:cubicBezTo>
                    <a:pt x="46" y="68"/>
                    <a:pt x="45" y="38"/>
                    <a:pt x="40" y="35"/>
                  </a:cubicBezTo>
                  <a:cubicBezTo>
                    <a:pt x="36" y="39"/>
                    <a:pt x="32" y="42"/>
                    <a:pt x="29" y="47"/>
                  </a:cubicBezTo>
                  <a:cubicBezTo>
                    <a:pt x="29" y="47"/>
                    <a:pt x="36" y="61"/>
                    <a:pt x="32" y="69"/>
                  </a:cubicBezTo>
                  <a:cubicBezTo>
                    <a:pt x="32" y="69"/>
                    <a:pt x="29" y="49"/>
                    <a:pt x="27" y="49"/>
                  </a:cubicBezTo>
                  <a:cubicBezTo>
                    <a:pt x="27" y="49"/>
                    <a:pt x="18" y="62"/>
                    <a:pt x="17" y="72"/>
                  </a:cubicBezTo>
                  <a:cubicBezTo>
                    <a:pt x="17" y="63"/>
                    <a:pt x="20" y="55"/>
                    <a:pt x="25" y="48"/>
                  </a:cubicBezTo>
                  <a:cubicBezTo>
                    <a:pt x="20" y="49"/>
                    <a:pt x="15" y="51"/>
                    <a:pt x="11" y="55"/>
                  </a:cubicBezTo>
                  <a:cubicBezTo>
                    <a:pt x="11" y="55"/>
                    <a:pt x="12" y="45"/>
                    <a:pt x="27" y="44"/>
                  </a:cubicBezTo>
                  <a:cubicBezTo>
                    <a:pt x="27" y="44"/>
                    <a:pt x="34" y="34"/>
                    <a:pt x="36" y="34"/>
                  </a:cubicBezTo>
                  <a:cubicBezTo>
                    <a:pt x="36" y="34"/>
                    <a:pt x="34" y="33"/>
                    <a:pt x="31" y="33"/>
                  </a:cubicBezTo>
                  <a:cubicBezTo>
                    <a:pt x="26" y="33"/>
                    <a:pt x="19" y="34"/>
                    <a:pt x="13" y="36"/>
                  </a:cubicBezTo>
                  <a:cubicBezTo>
                    <a:pt x="13" y="36"/>
                    <a:pt x="18" y="30"/>
                    <a:pt x="30" y="30"/>
                  </a:cubicBezTo>
                  <a:cubicBezTo>
                    <a:pt x="33" y="30"/>
                    <a:pt x="36" y="31"/>
                    <a:pt x="39" y="31"/>
                  </a:cubicBezTo>
                  <a:cubicBezTo>
                    <a:pt x="49" y="23"/>
                    <a:pt x="49" y="23"/>
                    <a:pt x="49" y="23"/>
                  </a:cubicBezTo>
                  <a:cubicBezTo>
                    <a:pt x="49" y="23"/>
                    <a:pt x="41" y="22"/>
                    <a:pt x="34" y="22"/>
                  </a:cubicBezTo>
                  <a:cubicBezTo>
                    <a:pt x="29" y="22"/>
                    <a:pt x="25" y="22"/>
                    <a:pt x="22" y="23"/>
                  </a:cubicBezTo>
                  <a:cubicBezTo>
                    <a:pt x="22" y="23"/>
                    <a:pt x="27" y="19"/>
                    <a:pt x="38" y="19"/>
                  </a:cubicBezTo>
                  <a:cubicBezTo>
                    <a:pt x="42" y="19"/>
                    <a:pt x="46" y="20"/>
                    <a:pt x="52" y="21"/>
                  </a:cubicBezTo>
                  <a:cubicBezTo>
                    <a:pt x="63" y="15"/>
                    <a:pt x="63" y="15"/>
                    <a:pt x="63" y="15"/>
                  </a:cubicBezTo>
                  <a:cubicBezTo>
                    <a:pt x="56" y="13"/>
                    <a:pt x="49" y="12"/>
                    <a:pt x="41" y="12"/>
                  </a:cubicBezTo>
                  <a:cubicBezTo>
                    <a:pt x="40" y="12"/>
                    <a:pt x="39" y="12"/>
                    <a:pt x="37" y="12"/>
                  </a:cubicBezTo>
                  <a:cubicBezTo>
                    <a:pt x="37" y="12"/>
                    <a:pt x="41" y="10"/>
                    <a:pt x="50" y="10"/>
                  </a:cubicBezTo>
                  <a:cubicBezTo>
                    <a:pt x="54" y="10"/>
                    <a:pt x="60" y="11"/>
                    <a:pt x="66" y="13"/>
                  </a:cubicBezTo>
                  <a:cubicBezTo>
                    <a:pt x="74" y="9"/>
                    <a:pt x="74" y="9"/>
                    <a:pt x="74" y="9"/>
                  </a:cubicBezTo>
                  <a:cubicBezTo>
                    <a:pt x="74" y="9"/>
                    <a:pt x="62" y="7"/>
                    <a:pt x="59" y="7"/>
                  </a:cubicBezTo>
                  <a:cubicBezTo>
                    <a:pt x="56" y="6"/>
                    <a:pt x="55" y="5"/>
                    <a:pt x="55" y="5"/>
                  </a:cubicBezTo>
                  <a:cubicBezTo>
                    <a:pt x="57" y="5"/>
                    <a:pt x="60" y="5"/>
                    <a:pt x="62" y="5"/>
                  </a:cubicBezTo>
                  <a:cubicBezTo>
                    <a:pt x="67" y="5"/>
                    <a:pt x="73" y="6"/>
                    <a:pt x="78" y="8"/>
                  </a:cubicBezTo>
                  <a:cubicBezTo>
                    <a:pt x="78" y="8"/>
                    <a:pt x="94" y="1"/>
                    <a:pt x="94" y="0"/>
                  </a:cubicBezTo>
                  <a:cubicBezTo>
                    <a:pt x="94" y="0"/>
                    <a:pt x="92" y="0"/>
                    <a:pt x="88" y="0"/>
                  </a:cubicBezTo>
                </a:path>
              </a:pathLst>
            </a:custGeom>
            <a:solidFill>
              <a:srgbClr val="4285F4">
                <a:alpha val="20000"/>
              </a:srgbClr>
            </a:solidFill>
            <a:ln>
              <a:noFill/>
            </a:ln>
          </p:spPr>
          <p:txBody>
            <a:bodyPr wrap="square" lIns="91440" tIns="45720" rIns="91440" bIns="45720" anchor="ctr">
              <a:normAutofit fontScale="25000" lnSpcReduction="20000"/>
            </a:bodyPr>
            <a:lstStyle/>
            <a:p>
              <a:pPr algn="ctr"/>
              <a:endParaRPr>
                <a:cs typeface="+mn-ea"/>
                <a:sym typeface="+mn-lt"/>
              </a:endParaRPr>
            </a:p>
          </p:txBody>
        </p:sp>
        <p:sp>
          <p:nvSpPr>
            <p:cNvPr id="303" name="任意多边形: 形状 302">
              <a:extLst>
                <a:ext uri="{FF2B5EF4-FFF2-40B4-BE49-F238E27FC236}">
                  <a16:creationId xmlns:a16="http://schemas.microsoft.com/office/drawing/2014/main" id="{C680D9CF-53A9-470A-ADCC-DE1526E3D301}"/>
                </a:ext>
              </a:extLst>
            </p:cNvPr>
            <p:cNvSpPr/>
            <p:nvPr/>
          </p:nvSpPr>
          <p:spPr bwMode="auto">
            <a:xfrm>
              <a:off x="4946913" y="2943507"/>
              <a:ext cx="94188" cy="111313"/>
            </a:xfrm>
            <a:custGeom>
              <a:avLst/>
              <a:gdLst>
                <a:gd name="T0" fmla="*/ 9 w 64"/>
                <a:gd name="T1" fmla="*/ 22 h 76"/>
                <a:gd name="T2" fmla="*/ 5 w 64"/>
                <a:gd name="T3" fmla="*/ 31 h 76"/>
                <a:gd name="T4" fmla="*/ 5 w 64"/>
                <a:gd name="T5" fmla="*/ 31 h 76"/>
                <a:gd name="T6" fmla="*/ 9 w 64"/>
                <a:gd name="T7" fmla="*/ 33 h 76"/>
                <a:gd name="T8" fmla="*/ 11 w 64"/>
                <a:gd name="T9" fmla="*/ 30 h 76"/>
                <a:gd name="T10" fmla="*/ 9 w 64"/>
                <a:gd name="T11" fmla="*/ 22 h 76"/>
                <a:gd name="T12" fmla="*/ 7 w 64"/>
                <a:gd name="T13" fmla="*/ 0 h 76"/>
                <a:gd name="T14" fmla="*/ 0 w 64"/>
                <a:gd name="T15" fmla="*/ 28 h 76"/>
                <a:gd name="T16" fmla="*/ 0 w 64"/>
                <a:gd name="T17" fmla="*/ 28 h 76"/>
                <a:gd name="T18" fmla="*/ 2 w 64"/>
                <a:gd name="T19" fmla="*/ 30 h 76"/>
                <a:gd name="T20" fmla="*/ 9 w 64"/>
                <a:gd name="T21" fmla="*/ 18 h 76"/>
                <a:gd name="T22" fmla="*/ 7 w 64"/>
                <a:gd name="T23" fmla="*/ 0 h 76"/>
                <a:gd name="T24" fmla="*/ 10 w 64"/>
                <a:gd name="T25" fmla="*/ 0 h 76"/>
                <a:gd name="T26" fmla="*/ 12 w 64"/>
                <a:gd name="T27" fmla="*/ 17 h 76"/>
                <a:gd name="T28" fmla="*/ 17 w 64"/>
                <a:gd name="T29" fmla="*/ 17 h 76"/>
                <a:gd name="T30" fmla="*/ 33 w 64"/>
                <a:gd name="T31" fmla="*/ 22 h 76"/>
                <a:gd name="T32" fmla="*/ 15 w 64"/>
                <a:gd name="T33" fmla="*/ 19 h 76"/>
                <a:gd name="T34" fmla="*/ 12 w 64"/>
                <a:gd name="T35" fmla="*/ 20 h 76"/>
                <a:gd name="T36" fmla="*/ 14 w 64"/>
                <a:gd name="T37" fmla="*/ 29 h 76"/>
                <a:gd name="T38" fmla="*/ 22 w 64"/>
                <a:gd name="T39" fmla="*/ 28 h 76"/>
                <a:gd name="T40" fmla="*/ 48 w 64"/>
                <a:gd name="T41" fmla="*/ 37 h 76"/>
                <a:gd name="T42" fmla="*/ 23 w 64"/>
                <a:gd name="T43" fmla="*/ 31 h 76"/>
                <a:gd name="T44" fmla="*/ 14 w 64"/>
                <a:gd name="T45" fmla="*/ 32 h 76"/>
                <a:gd name="T46" fmla="*/ 15 w 64"/>
                <a:gd name="T47" fmla="*/ 35 h 76"/>
                <a:gd name="T48" fmla="*/ 18 w 64"/>
                <a:gd name="T49" fmla="*/ 36 h 76"/>
                <a:gd name="T50" fmla="*/ 33 w 64"/>
                <a:gd name="T51" fmla="*/ 44 h 76"/>
                <a:gd name="T52" fmla="*/ 55 w 64"/>
                <a:gd name="T53" fmla="*/ 52 h 76"/>
                <a:gd name="T54" fmla="*/ 38 w 64"/>
                <a:gd name="T55" fmla="*/ 47 h 76"/>
                <a:gd name="T56" fmla="*/ 38 w 64"/>
                <a:gd name="T57" fmla="*/ 48 h 76"/>
                <a:gd name="T58" fmla="*/ 53 w 64"/>
                <a:gd name="T59" fmla="*/ 62 h 76"/>
                <a:gd name="T60" fmla="*/ 58 w 64"/>
                <a:gd name="T61" fmla="*/ 66 h 76"/>
                <a:gd name="T62" fmla="*/ 55 w 64"/>
                <a:gd name="T63" fmla="*/ 65 h 76"/>
                <a:gd name="T64" fmla="*/ 55 w 64"/>
                <a:gd name="T65" fmla="*/ 65 h 76"/>
                <a:gd name="T66" fmla="*/ 63 w 64"/>
                <a:gd name="T67" fmla="*/ 76 h 76"/>
                <a:gd name="T68" fmla="*/ 63 w 64"/>
                <a:gd name="T69" fmla="*/ 76 h 76"/>
                <a:gd name="T70" fmla="*/ 63 w 64"/>
                <a:gd name="T71" fmla="*/ 75 h 76"/>
                <a:gd name="T72" fmla="*/ 62 w 64"/>
                <a:gd name="T73" fmla="*/ 61 h 76"/>
                <a:gd name="T74" fmla="*/ 20 w 64"/>
                <a:gd name="T75" fmla="*/ 10 h 76"/>
                <a:gd name="T76" fmla="*/ 10 w 64"/>
                <a:gd name="T77" fmla="*/ 0 h 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64" h="76">
                  <a:moveTo>
                    <a:pt x="9" y="22"/>
                  </a:moveTo>
                  <a:cubicBezTo>
                    <a:pt x="9" y="22"/>
                    <a:pt x="7" y="27"/>
                    <a:pt x="5" y="31"/>
                  </a:cubicBezTo>
                  <a:cubicBezTo>
                    <a:pt x="5" y="31"/>
                    <a:pt x="5" y="31"/>
                    <a:pt x="5" y="31"/>
                  </a:cubicBezTo>
                  <a:cubicBezTo>
                    <a:pt x="6" y="32"/>
                    <a:pt x="8" y="32"/>
                    <a:pt x="9" y="33"/>
                  </a:cubicBezTo>
                  <a:cubicBezTo>
                    <a:pt x="10" y="32"/>
                    <a:pt x="10" y="31"/>
                    <a:pt x="11" y="30"/>
                  </a:cubicBezTo>
                  <a:cubicBezTo>
                    <a:pt x="9" y="22"/>
                    <a:pt x="9" y="22"/>
                    <a:pt x="9" y="22"/>
                  </a:cubicBezTo>
                  <a:moveTo>
                    <a:pt x="7" y="0"/>
                  </a:moveTo>
                  <a:cubicBezTo>
                    <a:pt x="7" y="0"/>
                    <a:pt x="2" y="13"/>
                    <a:pt x="0" y="28"/>
                  </a:cubicBezTo>
                  <a:cubicBezTo>
                    <a:pt x="0" y="28"/>
                    <a:pt x="0" y="28"/>
                    <a:pt x="0" y="28"/>
                  </a:cubicBezTo>
                  <a:cubicBezTo>
                    <a:pt x="1" y="29"/>
                    <a:pt x="2" y="29"/>
                    <a:pt x="2" y="30"/>
                  </a:cubicBezTo>
                  <a:cubicBezTo>
                    <a:pt x="4" y="26"/>
                    <a:pt x="6" y="22"/>
                    <a:pt x="9" y="18"/>
                  </a:cubicBezTo>
                  <a:cubicBezTo>
                    <a:pt x="9" y="18"/>
                    <a:pt x="8" y="0"/>
                    <a:pt x="7" y="0"/>
                  </a:cubicBezTo>
                  <a:moveTo>
                    <a:pt x="10" y="0"/>
                  </a:moveTo>
                  <a:cubicBezTo>
                    <a:pt x="12" y="17"/>
                    <a:pt x="12" y="17"/>
                    <a:pt x="12" y="17"/>
                  </a:cubicBezTo>
                  <a:cubicBezTo>
                    <a:pt x="12" y="17"/>
                    <a:pt x="14" y="17"/>
                    <a:pt x="17" y="17"/>
                  </a:cubicBezTo>
                  <a:cubicBezTo>
                    <a:pt x="21" y="17"/>
                    <a:pt x="28" y="18"/>
                    <a:pt x="33" y="22"/>
                  </a:cubicBezTo>
                  <a:cubicBezTo>
                    <a:pt x="33" y="22"/>
                    <a:pt x="21" y="19"/>
                    <a:pt x="15" y="19"/>
                  </a:cubicBezTo>
                  <a:cubicBezTo>
                    <a:pt x="14" y="19"/>
                    <a:pt x="13" y="19"/>
                    <a:pt x="12" y="20"/>
                  </a:cubicBezTo>
                  <a:cubicBezTo>
                    <a:pt x="12" y="20"/>
                    <a:pt x="14" y="29"/>
                    <a:pt x="14" y="29"/>
                  </a:cubicBezTo>
                  <a:cubicBezTo>
                    <a:pt x="14" y="29"/>
                    <a:pt x="17" y="28"/>
                    <a:pt x="22" y="28"/>
                  </a:cubicBezTo>
                  <a:cubicBezTo>
                    <a:pt x="29" y="28"/>
                    <a:pt x="41" y="30"/>
                    <a:pt x="48" y="37"/>
                  </a:cubicBezTo>
                  <a:cubicBezTo>
                    <a:pt x="48" y="37"/>
                    <a:pt x="34" y="31"/>
                    <a:pt x="23" y="31"/>
                  </a:cubicBezTo>
                  <a:cubicBezTo>
                    <a:pt x="20" y="31"/>
                    <a:pt x="17" y="31"/>
                    <a:pt x="14" y="32"/>
                  </a:cubicBezTo>
                  <a:cubicBezTo>
                    <a:pt x="15" y="35"/>
                    <a:pt x="15" y="35"/>
                    <a:pt x="15" y="35"/>
                  </a:cubicBezTo>
                  <a:cubicBezTo>
                    <a:pt x="18" y="36"/>
                    <a:pt x="18" y="36"/>
                    <a:pt x="18" y="36"/>
                  </a:cubicBezTo>
                  <a:cubicBezTo>
                    <a:pt x="23" y="38"/>
                    <a:pt x="29" y="41"/>
                    <a:pt x="33" y="44"/>
                  </a:cubicBezTo>
                  <a:cubicBezTo>
                    <a:pt x="40" y="45"/>
                    <a:pt x="49" y="47"/>
                    <a:pt x="55" y="52"/>
                  </a:cubicBezTo>
                  <a:cubicBezTo>
                    <a:pt x="55" y="52"/>
                    <a:pt x="47" y="49"/>
                    <a:pt x="38" y="47"/>
                  </a:cubicBezTo>
                  <a:cubicBezTo>
                    <a:pt x="38" y="47"/>
                    <a:pt x="38" y="48"/>
                    <a:pt x="38" y="48"/>
                  </a:cubicBezTo>
                  <a:cubicBezTo>
                    <a:pt x="43" y="52"/>
                    <a:pt x="48" y="57"/>
                    <a:pt x="53" y="62"/>
                  </a:cubicBezTo>
                  <a:cubicBezTo>
                    <a:pt x="54" y="63"/>
                    <a:pt x="56" y="64"/>
                    <a:pt x="58" y="66"/>
                  </a:cubicBezTo>
                  <a:cubicBezTo>
                    <a:pt x="58" y="66"/>
                    <a:pt x="56" y="65"/>
                    <a:pt x="55" y="65"/>
                  </a:cubicBezTo>
                  <a:cubicBezTo>
                    <a:pt x="55" y="65"/>
                    <a:pt x="55" y="65"/>
                    <a:pt x="55" y="65"/>
                  </a:cubicBezTo>
                  <a:cubicBezTo>
                    <a:pt x="58" y="69"/>
                    <a:pt x="61" y="73"/>
                    <a:pt x="63" y="76"/>
                  </a:cubicBezTo>
                  <a:cubicBezTo>
                    <a:pt x="63" y="76"/>
                    <a:pt x="63" y="76"/>
                    <a:pt x="63" y="76"/>
                  </a:cubicBezTo>
                  <a:cubicBezTo>
                    <a:pt x="63" y="76"/>
                    <a:pt x="63" y="75"/>
                    <a:pt x="63" y="75"/>
                  </a:cubicBezTo>
                  <a:cubicBezTo>
                    <a:pt x="64" y="71"/>
                    <a:pt x="64" y="66"/>
                    <a:pt x="62" y="61"/>
                  </a:cubicBezTo>
                  <a:cubicBezTo>
                    <a:pt x="62" y="61"/>
                    <a:pt x="59" y="33"/>
                    <a:pt x="20" y="10"/>
                  </a:cubicBezTo>
                  <a:cubicBezTo>
                    <a:pt x="20" y="10"/>
                    <a:pt x="13" y="0"/>
                    <a:pt x="10" y="0"/>
                  </a:cubicBezTo>
                </a:path>
              </a:pathLst>
            </a:custGeom>
            <a:solidFill>
              <a:srgbClr val="4285F4">
                <a:alpha val="20000"/>
              </a:srgbClr>
            </a:solidFill>
            <a:ln>
              <a:noFill/>
            </a:ln>
          </p:spPr>
          <p:txBody>
            <a:bodyPr wrap="square" lIns="91440" tIns="45720" rIns="91440" bIns="45720" anchor="ctr">
              <a:normAutofit fontScale="25000" lnSpcReduction="20000"/>
            </a:bodyPr>
            <a:lstStyle/>
            <a:p>
              <a:pPr algn="ctr"/>
              <a:endParaRPr>
                <a:cs typeface="+mn-ea"/>
                <a:sym typeface="+mn-lt"/>
              </a:endParaRPr>
            </a:p>
          </p:txBody>
        </p:sp>
        <p:sp>
          <p:nvSpPr>
            <p:cNvPr id="304" name="任意多边形: 形状 303">
              <a:extLst>
                <a:ext uri="{FF2B5EF4-FFF2-40B4-BE49-F238E27FC236}">
                  <a16:creationId xmlns:a16="http://schemas.microsoft.com/office/drawing/2014/main" id="{12328C55-7E2F-4643-9B2D-4D1C69E8A368}"/>
                </a:ext>
              </a:extLst>
            </p:cNvPr>
            <p:cNvSpPr/>
            <p:nvPr/>
          </p:nvSpPr>
          <p:spPr bwMode="auto">
            <a:xfrm>
              <a:off x="5835701" y="2833907"/>
              <a:ext cx="131863" cy="145563"/>
            </a:xfrm>
            <a:custGeom>
              <a:avLst/>
              <a:gdLst>
                <a:gd name="T0" fmla="*/ 36 w 90"/>
                <a:gd name="T1" fmla="*/ 0 h 100"/>
                <a:gd name="T2" fmla="*/ 38 w 90"/>
                <a:gd name="T3" fmla="*/ 17 h 100"/>
                <a:gd name="T4" fmla="*/ 43 w 90"/>
                <a:gd name="T5" fmla="*/ 17 h 100"/>
                <a:gd name="T6" fmla="*/ 59 w 90"/>
                <a:gd name="T7" fmla="*/ 22 h 100"/>
                <a:gd name="T8" fmla="*/ 41 w 90"/>
                <a:gd name="T9" fmla="*/ 19 h 100"/>
                <a:gd name="T10" fmla="*/ 39 w 90"/>
                <a:gd name="T11" fmla="*/ 20 h 100"/>
                <a:gd name="T12" fmla="*/ 40 w 90"/>
                <a:gd name="T13" fmla="*/ 29 h 100"/>
                <a:gd name="T14" fmla="*/ 48 w 90"/>
                <a:gd name="T15" fmla="*/ 29 h 100"/>
                <a:gd name="T16" fmla="*/ 74 w 90"/>
                <a:gd name="T17" fmla="*/ 37 h 100"/>
                <a:gd name="T18" fmla="*/ 49 w 90"/>
                <a:gd name="T19" fmla="*/ 31 h 100"/>
                <a:gd name="T20" fmla="*/ 41 w 90"/>
                <a:gd name="T21" fmla="*/ 32 h 100"/>
                <a:gd name="T22" fmla="*/ 44 w 90"/>
                <a:gd name="T23" fmla="*/ 45 h 100"/>
                <a:gd name="T24" fmla="*/ 54 w 90"/>
                <a:gd name="T25" fmla="*/ 44 h 100"/>
                <a:gd name="T26" fmla="*/ 81 w 90"/>
                <a:gd name="T27" fmla="*/ 52 h 100"/>
                <a:gd name="T28" fmla="*/ 53 w 90"/>
                <a:gd name="T29" fmla="*/ 47 h 100"/>
                <a:gd name="T30" fmla="*/ 45 w 90"/>
                <a:gd name="T31" fmla="*/ 48 h 100"/>
                <a:gd name="T32" fmla="*/ 49 w 90"/>
                <a:gd name="T33" fmla="*/ 60 h 100"/>
                <a:gd name="T34" fmla="*/ 60 w 90"/>
                <a:gd name="T35" fmla="*/ 59 h 100"/>
                <a:gd name="T36" fmla="*/ 84 w 90"/>
                <a:gd name="T37" fmla="*/ 66 h 100"/>
                <a:gd name="T38" fmla="*/ 57 w 90"/>
                <a:gd name="T39" fmla="*/ 61 h 100"/>
                <a:gd name="T40" fmla="*/ 51 w 90"/>
                <a:gd name="T41" fmla="*/ 63 h 100"/>
                <a:gd name="T42" fmla="*/ 59 w 90"/>
                <a:gd name="T43" fmla="*/ 76 h 100"/>
                <a:gd name="T44" fmla="*/ 66 w 90"/>
                <a:gd name="T45" fmla="*/ 75 h 100"/>
                <a:gd name="T46" fmla="*/ 81 w 90"/>
                <a:gd name="T47" fmla="*/ 80 h 100"/>
                <a:gd name="T48" fmla="*/ 64 w 90"/>
                <a:gd name="T49" fmla="*/ 78 h 100"/>
                <a:gd name="T50" fmla="*/ 60 w 90"/>
                <a:gd name="T51" fmla="*/ 79 h 100"/>
                <a:gd name="T52" fmla="*/ 79 w 90"/>
                <a:gd name="T53" fmla="*/ 95 h 100"/>
                <a:gd name="T54" fmla="*/ 59 w 90"/>
                <a:gd name="T55" fmla="*/ 80 h 100"/>
                <a:gd name="T56" fmla="*/ 61 w 90"/>
                <a:gd name="T57" fmla="*/ 96 h 100"/>
                <a:gd name="T58" fmla="*/ 56 w 90"/>
                <a:gd name="T59" fmla="*/ 77 h 100"/>
                <a:gd name="T60" fmla="*/ 48 w 90"/>
                <a:gd name="T61" fmla="*/ 65 h 100"/>
                <a:gd name="T62" fmla="*/ 44 w 90"/>
                <a:gd name="T63" fmla="*/ 88 h 100"/>
                <a:gd name="T64" fmla="*/ 47 w 90"/>
                <a:gd name="T65" fmla="*/ 62 h 100"/>
                <a:gd name="T66" fmla="*/ 42 w 90"/>
                <a:gd name="T67" fmla="*/ 50 h 100"/>
                <a:gd name="T68" fmla="*/ 34 w 90"/>
                <a:gd name="T69" fmla="*/ 76 h 100"/>
                <a:gd name="T70" fmla="*/ 41 w 90"/>
                <a:gd name="T71" fmla="*/ 47 h 100"/>
                <a:gd name="T72" fmla="*/ 38 w 90"/>
                <a:gd name="T73" fmla="*/ 35 h 100"/>
                <a:gd name="T74" fmla="*/ 28 w 90"/>
                <a:gd name="T75" fmla="*/ 59 h 100"/>
                <a:gd name="T76" fmla="*/ 37 w 90"/>
                <a:gd name="T77" fmla="*/ 31 h 100"/>
                <a:gd name="T78" fmla="*/ 36 w 90"/>
                <a:gd name="T79" fmla="*/ 22 h 100"/>
                <a:gd name="T80" fmla="*/ 29 w 90"/>
                <a:gd name="T81" fmla="*/ 36 h 100"/>
                <a:gd name="T82" fmla="*/ 26 w 90"/>
                <a:gd name="T83" fmla="*/ 39 h 100"/>
                <a:gd name="T84" fmla="*/ 26 w 90"/>
                <a:gd name="T85" fmla="*/ 39 h 100"/>
                <a:gd name="T86" fmla="*/ 35 w 90"/>
                <a:gd name="T87" fmla="*/ 19 h 100"/>
                <a:gd name="T88" fmla="*/ 33 w 90"/>
                <a:gd name="T89" fmla="*/ 1 h 100"/>
                <a:gd name="T90" fmla="*/ 67 w 90"/>
                <a:gd name="T91" fmla="*/ 99 h 100"/>
                <a:gd name="T92" fmla="*/ 74 w 90"/>
                <a:gd name="T93" fmla="*/ 100 h 100"/>
                <a:gd name="T94" fmla="*/ 86 w 90"/>
                <a:gd name="T95" fmla="*/ 95 h 100"/>
                <a:gd name="T96" fmla="*/ 86 w 90"/>
                <a:gd name="T97" fmla="*/ 85 h 100"/>
                <a:gd name="T98" fmla="*/ 89 w 90"/>
                <a:gd name="T99" fmla="*/ 75 h 100"/>
                <a:gd name="T100" fmla="*/ 88 w 90"/>
                <a:gd name="T101" fmla="*/ 62 h 100"/>
                <a:gd name="T102" fmla="*/ 46 w 90"/>
                <a:gd name="T103" fmla="*/ 10 h 100"/>
                <a:gd name="T104" fmla="*/ 36 w 90"/>
                <a:gd name="T105" fmla="*/ 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90" h="100">
                  <a:moveTo>
                    <a:pt x="36" y="0"/>
                  </a:moveTo>
                  <a:cubicBezTo>
                    <a:pt x="38" y="17"/>
                    <a:pt x="38" y="17"/>
                    <a:pt x="38" y="17"/>
                  </a:cubicBezTo>
                  <a:cubicBezTo>
                    <a:pt x="38" y="17"/>
                    <a:pt x="40" y="17"/>
                    <a:pt x="43" y="17"/>
                  </a:cubicBezTo>
                  <a:cubicBezTo>
                    <a:pt x="47" y="17"/>
                    <a:pt x="54" y="18"/>
                    <a:pt x="59" y="22"/>
                  </a:cubicBezTo>
                  <a:cubicBezTo>
                    <a:pt x="59" y="22"/>
                    <a:pt x="47" y="19"/>
                    <a:pt x="41" y="19"/>
                  </a:cubicBezTo>
                  <a:cubicBezTo>
                    <a:pt x="40" y="19"/>
                    <a:pt x="39" y="19"/>
                    <a:pt x="39" y="20"/>
                  </a:cubicBezTo>
                  <a:cubicBezTo>
                    <a:pt x="39" y="21"/>
                    <a:pt x="40" y="29"/>
                    <a:pt x="40" y="29"/>
                  </a:cubicBezTo>
                  <a:cubicBezTo>
                    <a:pt x="40" y="29"/>
                    <a:pt x="43" y="29"/>
                    <a:pt x="48" y="29"/>
                  </a:cubicBezTo>
                  <a:cubicBezTo>
                    <a:pt x="55" y="29"/>
                    <a:pt x="67" y="30"/>
                    <a:pt x="74" y="37"/>
                  </a:cubicBezTo>
                  <a:cubicBezTo>
                    <a:pt x="74" y="37"/>
                    <a:pt x="60" y="31"/>
                    <a:pt x="49" y="31"/>
                  </a:cubicBezTo>
                  <a:cubicBezTo>
                    <a:pt x="46" y="31"/>
                    <a:pt x="43" y="31"/>
                    <a:pt x="41" y="32"/>
                  </a:cubicBezTo>
                  <a:cubicBezTo>
                    <a:pt x="44" y="45"/>
                    <a:pt x="44" y="45"/>
                    <a:pt x="44" y="45"/>
                  </a:cubicBezTo>
                  <a:cubicBezTo>
                    <a:pt x="44" y="45"/>
                    <a:pt x="48" y="44"/>
                    <a:pt x="54" y="44"/>
                  </a:cubicBezTo>
                  <a:cubicBezTo>
                    <a:pt x="62" y="44"/>
                    <a:pt x="73" y="46"/>
                    <a:pt x="81" y="52"/>
                  </a:cubicBezTo>
                  <a:cubicBezTo>
                    <a:pt x="81" y="52"/>
                    <a:pt x="65" y="47"/>
                    <a:pt x="53" y="47"/>
                  </a:cubicBezTo>
                  <a:cubicBezTo>
                    <a:pt x="50" y="47"/>
                    <a:pt x="47" y="47"/>
                    <a:pt x="45" y="48"/>
                  </a:cubicBezTo>
                  <a:cubicBezTo>
                    <a:pt x="49" y="60"/>
                    <a:pt x="49" y="60"/>
                    <a:pt x="49" y="60"/>
                  </a:cubicBezTo>
                  <a:cubicBezTo>
                    <a:pt x="49" y="60"/>
                    <a:pt x="54" y="59"/>
                    <a:pt x="60" y="59"/>
                  </a:cubicBezTo>
                  <a:cubicBezTo>
                    <a:pt x="67" y="59"/>
                    <a:pt x="77" y="60"/>
                    <a:pt x="84" y="66"/>
                  </a:cubicBezTo>
                  <a:cubicBezTo>
                    <a:pt x="84" y="66"/>
                    <a:pt x="66" y="61"/>
                    <a:pt x="57" y="61"/>
                  </a:cubicBezTo>
                  <a:cubicBezTo>
                    <a:pt x="54" y="61"/>
                    <a:pt x="52" y="61"/>
                    <a:pt x="51" y="63"/>
                  </a:cubicBezTo>
                  <a:cubicBezTo>
                    <a:pt x="53" y="67"/>
                    <a:pt x="55" y="72"/>
                    <a:pt x="59" y="76"/>
                  </a:cubicBezTo>
                  <a:cubicBezTo>
                    <a:pt x="59" y="76"/>
                    <a:pt x="62" y="75"/>
                    <a:pt x="66" y="75"/>
                  </a:cubicBezTo>
                  <a:cubicBezTo>
                    <a:pt x="71" y="75"/>
                    <a:pt x="78" y="76"/>
                    <a:pt x="81" y="80"/>
                  </a:cubicBezTo>
                  <a:cubicBezTo>
                    <a:pt x="81" y="80"/>
                    <a:pt x="70" y="78"/>
                    <a:pt x="64" y="78"/>
                  </a:cubicBezTo>
                  <a:cubicBezTo>
                    <a:pt x="62" y="78"/>
                    <a:pt x="61" y="78"/>
                    <a:pt x="60" y="79"/>
                  </a:cubicBezTo>
                  <a:cubicBezTo>
                    <a:pt x="60" y="79"/>
                    <a:pt x="71" y="91"/>
                    <a:pt x="79" y="95"/>
                  </a:cubicBezTo>
                  <a:cubicBezTo>
                    <a:pt x="71" y="92"/>
                    <a:pt x="64" y="87"/>
                    <a:pt x="59" y="80"/>
                  </a:cubicBezTo>
                  <a:cubicBezTo>
                    <a:pt x="58" y="86"/>
                    <a:pt x="59" y="91"/>
                    <a:pt x="61" y="96"/>
                  </a:cubicBezTo>
                  <a:cubicBezTo>
                    <a:pt x="61" y="96"/>
                    <a:pt x="53" y="92"/>
                    <a:pt x="56" y="77"/>
                  </a:cubicBezTo>
                  <a:cubicBezTo>
                    <a:pt x="56" y="77"/>
                    <a:pt x="48" y="67"/>
                    <a:pt x="48" y="65"/>
                  </a:cubicBezTo>
                  <a:cubicBezTo>
                    <a:pt x="48" y="65"/>
                    <a:pt x="43" y="79"/>
                    <a:pt x="44" y="88"/>
                  </a:cubicBezTo>
                  <a:cubicBezTo>
                    <a:pt x="44" y="88"/>
                    <a:pt x="38" y="78"/>
                    <a:pt x="47" y="62"/>
                  </a:cubicBezTo>
                  <a:cubicBezTo>
                    <a:pt x="42" y="50"/>
                    <a:pt x="42" y="50"/>
                    <a:pt x="42" y="50"/>
                  </a:cubicBezTo>
                  <a:cubicBezTo>
                    <a:pt x="42" y="50"/>
                    <a:pt x="34" y="68"/>
                    <a:pt x="34" y="76"/>
                  </a:cubicBezTo>
                  <a:cubicBezTo>
                    <a:pt x="34" y="76"/>
                    <a:pt x="30" y="65"/>
                    <a:pt x="41" y="47"/>
                  </a:cubicBezTo>
                  <a:cubicBezTo>
                    <a:pt x="38" y="35"/>
                    <a:pt x="38" y="35"/>
                    <a:pt x="38" y="35"/>
                  </a:cubicBezTo>
                  <a:cubicBezTo>
                    <a:pt x="33" y="42"/>
                    <a:pt x="30" y="50"/>
                    <a:pt x="28" y="59"/>
                  </a:cubicBezTo>
                  <a:cubicBezTo>
                    <a:pt x="28" y="59"/>
                    <a:pt x="26" y="47"/>
                    <a:pt x="37" y="31"/>
                  </a:cubicBezTo>
                  <a:cubicBezTo>
                    <a:pt x="36" y="22"/>
                    <a:pt x="36" y="22"/>
                    <a:pt x="36" y="22"/>
                  </a:cubicBezTo>
                  <a:cubicBezTo>
                    <a:pt x="36" y="22"/>
                    <a:pt x="30" y="33"/>
                    <a:pt x="29" y="36"/>
                  </a:cubicBezTo>
                  <a:cubicBezTo>
                    <a:pt x="28" y="39"/>
                    <a:pt x="27" y="39"/>
                    <a:pt x="26" y="39"/>
                  </a:cubicBezTo>
                  <a:cubicBezTo>
                    <a:pt x="26" y="39"/>
                    <a:pt x="26" y="39"/>
                    <a:pt x="26" y="39"/>
                  </a:cubicBezTo>
                  <a:cubicBezTo>
                    <a:pt x="27" y="32"/>
                    <a:pt x="30" y="25"/>
                    <a:pt x="35" y="19"/>
                  </a:cubicBezTo>
                  <a:cubicBezTo>
                    <a:pt x="35" y="19"/>
                    <a:pt x="34" y="1"/>
                    <a:pt x="33" y="1"/>
                  </a:cubicBezTo>
                  <a:cubicBezTo>
                    <a:pt x="33" y="1"/>
                    <a:pt x="0" y="91"/>
                    <a:pt x="67" y="99"/>
                  </a:cubicBezTo>
                  <a:cubicBezTo>
                    <a:pt x="70" y="100"/>
                    <a:pt x="72" y="100"/>
                    <a:pt x="74" y="100"/>
                  </a:cubicBezTo>
                  <a:cubicBezTo>
                    <a:pt x="79" y="100"/>
                    <a:pt x="83" y="99"/>
                    <a:pt x="86" y="95"/>
                  </a:cubicBezTo>
                  <a:cubicBezTo>
                    <a:pt x="86" y="95"/>
                    <a:pt x="81" y="94"/>
                    <a:pt x="86" y="85"/>
                  </a:cubicBezTo>
                  <a:cubicBezTo>
                    <a:pt x="87" y="82"/>
                    <a:pt x="89" y="79"/>
                    <a:pt x="89" y="75"/>
                  </a:cubicBezTo>
                  <a:cubicBezTo>
                    <a:pt x="90" y="71"/>
                    <a:pt x="90" y="66"/>
                    <a:pt x="88" y="62"/>
                  </a:cubicBezTo>
                  <a:cubicBezTo>
                    <a:pt x="88" y="62"/>
                    <a:pt x="85" y="33"/>
                    <a:pt x="46" y="10"/>
                  </a:cubicBezTo>
                  <a:cubicBezTo>
                    <a:pt x="46" y="10"/>
                    <a:pt x="39" y="0"/>
                    <a:pt x="36" y="0"/>
                  </a:cubicBezTo>
                </a:path>
              </a:pathLst>
            </a:custGeom>
            <a:solidFill>
              <a:srgbClr val="4285F4">
                <a:alpha val="20000"/>
              </a:srgbClr>
            </a:solidFill>
            <a:ln>
              <a:noFill/>
            </a:ln>
          </p:spPr>
          <p:txBody>
            <a:bodyPr wrap="square" lIns="91440" tIns="45720" rIns="91440" bIns="45720" anchor="ctr">
              <a:normAutofit fontScale="25000" lnSpcReduction="20000"/>
            </a:bodyPr>
            <a:lstStyle/>
            <a:p>
              <a:pPr algn="ctr"/>
              <a:endParaRPr>
                <a:cs typeface="+mn-ea"/>
                <a:sym typeface="+mn-lt"/>
              </a:endParaRPr>
            </a:p>
          </p:txBody>
        </p:sp>
        <p:sp>
          <p:nvSpPr>
            <p:cNvPr id="305" name="任意多边形: 形状 304">
              <a:extLst>
                <a:ext uri="{FF2B5EF4-FFF2-40B4-BE49-F238E27FC236}">
                  <a16:creationId xmlns:a16="http://schemas.microsoft.com/office/drawing/2014/main" id="{41DF8529-32DE-45DF-81F8-A5967E8F7B80}"/>
                </a:ext>
              </a:extLst>
            </p:cNvPr>
            <p:cNvSpPr/>
            <p:nvPr/>
          </p:nvSpPr>
          <p:spPr bwMode="auto">
            <a:xfrm>
              <a:off x="5724388" y="3501781"/>
              <a:ext cx="142138" cy="101038"/>
            </a:xfrm>
            <a:custGeom>
              <a:avLst/>
              <a:gdLst>
                <a:gd name="T0" fmla="*/ 4 w 98"/>
                <a:gd name="T1" fmla="*/ 0 h 69"/>
                <a:gd name="T2" fmla="*/ 3 w 98"/>
                <a:gd name="T3" fmla="*/ 0 h 69"/>
                <a:gd name="T4" fmla="*/ 14 w 98"/>
                <a:gd name="T5" fmla="*/ 13 h 69"/>
                <a:gd name="T6" fmla="*/ 32 w 98"/>
                <a:gd name="T7" fmla="*/ 5 h 69"/>
                <a:gd name="T8" fmla="*/ 34 w 98"/>
                <a:gd name="T9" fmla="*/ 5 h 69"/>
                <a:gd name="T10" fmla="*/ 16 w 98"/>
                <a:gd name="T11" fmla="*/ 15 h 69"/>
                <a:gd name="T12" fmla="*/ 22 w 98"/>
                <a:gd name="T13" fmla="*/ 21 h 69"/>
                <a:gd name="T14" fmla="*/ 52 w 98"/>
                <a:gd name="T15" fmla="*/ 8 h 69"/>
                <a:gd name="T16" fmla="*/ 55 w 98"/>
                <a:gd name="T17" fmla="*/ 8 h 69"/>
                <a:gd name="T18" fmla="*/ 25 w 98"/>
                <a:gd name="T19" fmla="*/ 24 h 69"/>
                <a:gd name="T20" fmla="*/ 35 w 98"/>
                <a:gd name="T21" fmla="*/ 32 h 69"/>
                <a:gd name="T22" fmla="*/ 67 w 98"/>
                <a:gd name="T23" fmla="*/ 17 h 69"/>
                <a:gd name="T24" fmla="*/ 69 w 98"/>
                <a:gd name="T25" fmla="*/ 17 h 69"/>
                <a:gd name="T26" fmla="*/ 37 w 98"/>
                <a:gd name="T27" fmla="*/ 34 h 69"/>
                <a:gd name="T28" fmla="*/ 48 w 98"/>
                <a:gd name="T29" fmla="*/ 41 h 69"/>
                <a:gd name="T30" fmla="*/ 77 w 98"/>
                <a:gd name="T31" fmla="*/ 26 h 69"/>
                <a:gd name="T32" fmla="*/ 79 w 98"/>
                <a:gd name="T33" fmla="*/ 26 h 69"/>
                <a:gd name="T34" fmla="*/ 50 w 98"/>
                <a:gd name="T35" fmla="*/ 43 h 69"/>
                <a:gd name="T36" fmla="*/ 64 w 98"/>
                <a:gd name="T37" fmla="*/ 49 h 69"/>
                <a:gd name="T38" fmla="*/ 83 w 98"/>
                <a:gd name="T39" fmla="*/ 39 h 69"/>
                <a:gd name="T40" fmla="*/ 85 w 98"/>
                <a:gd name="T41" fmla="*/ 39 h 69"/>
                <a:gd name="T42" fmla="*/ 67 w 98"/>
                <a:gd name="T43" fmla="*/ 50 h 69"/>
                <a:gd name="T44" fmla="*/ 86 w 98"/>
                <a:gd name="T45" fmla="*/ 53 h 69"/>
                <a:gd name="T46" fmla="*/ 92 w 98"/>
                <a:gd name="T47" fmla="*/ 52 h 69"/>
                <a:gd name="T48" fmla="*/ 79 w 98"/>
                <a:gd name="T49" fmla="*/ 54 h 69"/>
                <a:gd name="T50" fmla="*/ 67 w 98"/>
                <a:gd name="T51" fmla="*/ 53 h 69"/>
                <a:gd name="T52" fmla="*/ 78 w 98"/>
                <a:gd name="T53" fmla="*/ 63 h 69"/>
                <a:gd name="T54" fmla="*/ 77 w 98"/>
                <a:gd name="T55" fmla="*/ 63 h 69"/>
                <a:gd name="T56" fmla="*/ 63 w 98"/>
                <a:gd name="T57" fmla="*/ 52 h 69"/>
                <a:gd name="T58" fmla="*/ 50 w 98"/>
                <a:gd name="T59" fmla="*/ 46 h 69"/>
                <a:gd name="T60" fmla="*/ 60 w 98"/>
                <a:gd name="T61" fmla="*/ 67 h 69"/>
                <a:gd name="T62" fmla="*/ 47 w 98"/>
                <a:gd name="T63" fmla="*/ 44 h 69"/>
                <a:gd name="T64" fmla="*/ 36 w 98"/>
                <a:gd name="T65" fmla="*/ 37 h 69"/>
                <a:gd name="T66" fmla="*/ 45 w 98"/>
                <a:gd name="T67" fmla="*/ 63 h 69"/>
                <a:gd name="T68" fmla="*/ 33 w 98"/>
                <a:gd name="T69" fmla="*/ 35 h 69"/>
                <a:gd name="T70" fmla="*/ 23 w 98"/>
                <a:gd name="T71" fmla="*/ 27 h 69"/>
                <a:gd name="T72" fmla="*/ 29 w 98"/>
                <a:gd name="T73" fmla="*/ 52 h 69"/>
                <a:gd name="T74" fmla="*/ 21 w 98"/>
                <a:gd name="T75" fmla="*/ 25 h 69"/>
                <a:gd name="T76" fmla="*/ 15 w 98"/>
                <a:gd name="T77" fmla="*/ 18 h 69"/>
                <a:gd name="T78" fmla="*/ 17 w 98"/>
                <a:gd name="T79" fmla="*/ 34 h 69"/>
                <a:gd name="T80" fmla="*/ 17 w 98"/>
                <a:gd name="T81" fmla="*/ 38 h 69"/>
                <a:gd name="T82" fmla="*/ 12 w 98"/>
                <a:gd name="T83" fmla="*/ 16 h 69"/>
                <a:gd name="T84" fmla="*/ 0 w 98"/>
                <a:gd name="T85" fmla="*/ 2 h 69"/>
                <a:gd name="T86" fmla="*/ 0 w 98"/>
                <a:gd name="T87" fmla="*/ 2 h 69"/>
                <a:gd name="T88" fmla="*/ 61 w 98"/>
                <a:gd name="T89" fmla="*/ 69 h 69"/>
                <a:gd name="T90" fmla="*/ 85 w 98"/>
                <a:gd name="T91" fmla="*/ 62 h 69"/>
                <a:gd name="T92" fmla="*/ 98 w 98"/>
                <a:gd name="T93" fmla="*/ 49 h 69"/>
                <a:gd name="T94" fmla="*/ 98 w 98"/>
                <a:gd name="T95" fmla="*/ 49 h 69"/>
                <a:gd name="T96" fmla="*/ 92 w 98"/>
                <a:gd name="T97" fmla="*/ 41 h 69"/>
                <a:gd name="T98" fmla="*/ 89 w 98"/>
                <a:gd name="T99" fmla="*/ 31 h 69"/>
                <a:gd name="T100" fmla="*/ 80 w 98"/>
                <a:gd name="T101" fmla="*/ 21 h 69"/>
                <a:gd name="T102" fmla="*/ 27 w 98"/>
                <a:gd name="T103" fmla="*/ 2 h 69"/>
                <a:gd name="T104" fmla="*/ 16 w 98"/>
                <a:gd name="T105" fmla="*/ 3 h 69"/>
                <a:gd name="T106" fmla="*/ 4 w 98"/>
                <a:gd name="T107" fmla="*/ 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98" h="69">
                  <a:moveTo>
                    <a:pt x="4" y="0"/>
                  </a:moveTo>
                  <a:cubicBezTo>
                    <a:pt x="3" y="0"/>
                    <a:pt x="3" y="0"/>
                    <a:pt x="3" y="0"/>
                  </a:cubicBezTo>
                  <a:cubicBezTo>
                    <a:pt x="14" y="13"/>
                    <a:pt x="14" y="13"/>
                    <a:pt x="14" y="13"/>
                  </a:cubicBezTo>
                  <a:cubicBezTo>
                    <a:pt x="14" y="13"/>
                    <a:pt x="23" y="5"/>
                    <a:pt x="32" y="5"/>
                  </a:cubicBezTo>
                  <a:cubicBezTo>
                    <a:pt x="33" y="5"/>
                    <a:pt x="33" y="5"/>
                    <a:pt x="34" y="5"/>
                  </a:cubicBezTo>
                  <a:cubicBezTo>
                    <a:pt x="34" y="5"/>
                    <a:pt x="14" y="12"/>
                    <a:pt x="16" y="15"/>
                  </a:cubicBezTo>
                  <a:cubicBezTo>
                    <a:pt x="16" y="15"/>
                    <a:pt x="22" y="21"/>
                    <a:pt x="22" y="21"/>
                  </a:cubicBezTo>
                  <a:cubicBezTo>
                    <a:pt x="22" y="21"/>
                    <a:pt x="36" y="8"/>
                    <a:pt x="52" y="8"/>
                  </a:cubicBezTo>
                  <a:cubicBezTo>
                    <a:pt x="53" y="8"/>
                    <a:pt x="54" y="8"/>
                    <a:pt x="55" y="8"/>
                  </a:cubicBezTo>
                  <a:cubicBezTo>
                    <a:pt x="55" y="8"/>
                    <a:pt x="30" y="13"/>
                    <a:pt x="25" y="24"/>
                  </a:cubicBezTo>
                  <a:cubicBezTo>
                    <a:pt x="35" y="32"/>
                    <a:pt x="35" y="32"/>
                    <a:pt x="35" y="32"/>
                  </a:cubicBezTo>
                  <a:cubicBezTo>
                    <a:pt x="35" y="32"/>
                    <a:pt x="49" y="17"/>
                    <a:pt x="67" y="17"/>
                  </a:cubicBezTo>
                  <a:cubicBezTo>
                    <a:pt x="68" y="17"/>
                    <a:pt x="68" y="17"/>
                    <a:pt x="69" y="17"/>
                  </a:cubicBezTo>
                  <a:cubicBezTo>
                    <a:pt x="69" y="17"/>
                    <a:pt x="44" y="23"/>
                    <a:pt x="37" y="34"/>
                  </a:cubicBezTo>
                  <a:cubicBezTo>
                    <a:pt x="48" y="41"/>
                    <a:pt x="48" y="41"/>
                    <a:pt x="48" y="41"/>
                  </a:cubicBezTo>
                  <a:cubicBezTo>
                    <a:pt x="48" y="41"/>
                    <a:pt x="62" y="26"/>
                    <a:pt x="77" y="26"/>
                  </a:cubicBezTo>
                  <a:cubicBezTo>
                    <a:pt x="78" y="26"/>
                    <a:pt x="79" y="26"/>
                    <a:pt x="79" y="26"/>
                  </a:cubicBezTo>
                  <a:cubicBezTo>
                    <a:pt x="79" y="26"/>
                    <a:pt x="51" y="37"/>
                    <a:pt x="50" y="43"/>
                  </a:cubicBezTo>
                  <a:cubicBezTo>
                    <a:pt x="55" y="45"/>
                    <a:pt x="59" y="47"/>
                    <a:pt x="64" y="49"/>
                  </a:cubicBezTo>
                  <a:cubicBezTo>
                    <a:pt x="64" y="49"/>
                    <a:pt x="75" y="39"/>
                    <a:pt x="83" y="39"/>
                  </a:cubicBezTo>
                  <a:cubicBezTo>
                    <a:pt x="84" y="39"/>
                    <a:pt x="84" y="39"/>
                    <a:pt x="85" y="39"/>
                  </a:cubicBezTo>
                  <a:cubicBezTo>
                    <a:pt x="85" y="39"/>
                    <a:pt x="67" y="48"/>
                    <a:pt x="67" y="50"/>
                  </a:cubicBezTo>
                  <a:cubicBezTo>
                    <a:pt x="67" y="50"/>
                    <a:pt x="77" y="53"/>
                    <a:pt x="86" y="53"/>
                  </a:cubicBezTo>
                  <a:cubicBezTo>
                    <a:pt x="88" y="53"/>
                    <a:pt x="90" y="53"/>
                    <a:pt x="92" y="52"/>
                  </a:cubicBezTo>
                  <a:cubicBezTo>
                    <a:pt x="88" y="53"/>
                    <a:pt x="83" y="54"/>
                    <a:pt x="79" y="54"/>
                  </a:cubicBezTo>
                  <a:cubicBezTo>
                    <a:pt x="75" y="54"/>
                    <a:pt x="71" y="54"/>
                    <a:pt x="67" y="53"/>
                  </a:cubicBezTo>
                  <a:cubicBezTo>
                    <a:pt x="69" y="57"/>
                    <a:pt x="73" y="61"/>
                    <a:pt x="78" y="63"/>
                  </a:cubicBezTo>
                  <a:cubicBezTo>
                    <a:pt x="78" y="63"/>
                    <a:pt x="77" y="63"/>
                    <a:pt x="77" y="63"/>
                  </a:cubicBezTo>
                  <a:cubicBezTo>
                    <a:pt x="74" y="63"/>
                    <a:pt x="67" y="62"/>
                    <a:pt x="63" y="52"/>
                  </a:cubicBezTo>
                  <a:cubicBezTo>
                    <a:pt x="63" y="52"/>
                    <a:pt x="51" y="48"/>
                    <a:pt x="50" y="46"/>
                  </a:cubicBezTo>
                  <a:cubicBezTo>
                    <a:pt x="50" y="46"/>
                    <a:pt x="53" y="60"/>
                    <a:pt x="60" y="67"/>
                  </a:cubicBezTo>
                  <a:cubicBezTo>
                    <a:pt x="60" y="67"/>
                    <a:pt x="49" y="63"/>
                    <a:pt x="47" y="44"/>
                  </a:cubicBezTo>
                  <a:cubicBezTo>
                    <a:pt x="36" y="37"/>
                    <a:pt x="36" y="37"/>
                    <a:pt x="36" y="37"/>
                  </a:cubicBezTo>
                  <a:cubicBezTo>
                    <a:pt x="36" y="37"/>
                    <a:pt x="39" y="56"/>
                    <a:pt x="45" y="63"/>
                  </a:cubicBezTo>
                  <a:cubicBezTo>
                    <a:pt x="45" y="63"/>
                    <a:pt x="34" y="57"/>
                    <a:pt x="33" y="35"/>
                  </a:cubicBezTo>
                  <a:cubicBezTo>
                    <a:pt x="23" y="27"/>
                    <a:pt x="23" y="27"/>
                    <a:pt x="23" y="27"/>
                  </a:cubicBezTo>
                  <a:cubicBezTo>
                    <a:pt x="24" y="36"/>
                    <a:pt x="26" y="44"/>
                    <a:pt x="29" y="52"/>
                  </a:cubicBezTo>
                  <a:cubicBezTo>
                    <a:pt x="29" y="52"/>
                    <a:pt x="21" y="44"/>
                    <a:pt x="21" y="25"/>
                  </a:cubicBezTo>
                  <a:cubicBezTo>
                    <a:pt x="15" y="18"/>
                    <a:pt x="15" y="18"/>
                    <a:pt x="15" y="18"/>
                  </a:cubicBezTo>
                  <a:cubicBezTo>
                    <a:pt x="15" y="18"/>
                    <a:pt x="16" y="30"/>
                    <a:pt x="17" y="34"/>
                  </a:cubicBezTo>
                  <a:cubicBezTo>
                    <a:pt x="18" y="37"/>
                    <a:pt x="17" y="38"/>
                    <a:pt x="17" y="38"/>
                  </a:cubicBezTo>
                  <a:cubicBezTo>
                    <a:pt x="13" y="31"/>
                    <a:pt x="12" y="23"/>
                    <a:pt x="12" y="16"/>
                  </a:cubicBezTo>
                  <a:cubicBezTo>
                    <a:pt x="12" y="16"/>
                    <a:pt x="1" y="2"/>
                    <a:pt x="0" y="2"/>
                  </a:cubicBezTo>
                  <a:cubicBezTo>
                    <a:pt x="0" y="2"/>
                    <a:pt x="0" y="2"/>
                    <a:pt x="0" y="2"/>
                  </a:cubicBezTo>
                  <a:cubicBezTo>
                    <a:pt x="0" y="2"/>
                    <a:pt x="18" y="69"/>
                    <a:pt x="61" y="69"/>
                  </a:cubicBezTo>
                  <a:cubicBezTo>
                    <a:pt x="68" y="69"/>
                    <a:pt x="76" y="67"/>
                    <a:pt x="85" y="62"/>
                  </a:cubicBezTo>
                  <a:cubicBezTo>
                    <a:pt x="92" y="61"/>
                    <a:pt x="97" y="56"/>
                    <a:pt x="98" y="49"/>
                  </a:cubicBezTo>
                  <a:cubicBezTo>
                    <a:pt x="98" y="49"/>
                    <a:pt x="98" y="49"/>
                    <a:pt x="98" y="49"/>
                  </a:cubicBezTo>
                  <a:cubicBezTo>
                    <a:pt x="96" y="49"/>
                    <a:pt x="93" y="48"/>
                    <a:pt x="92" y="41"/>
                  </a:cubicBezTo>
                  <a:cubicBezTo>
                    <a:pt x="92" y="37"/>
                    <a:pt x="91" y="34"/>
                    <a:pt x="89" y="31"/>
                  </a:cubicBezTo>
                  <a:cubicBezTo>
                    <a:pt x="87" y="27"/>
                    <a:pt x="84" y="23"/>
                    <a:pt x="80" y="21"/>
                  </a:cubicBezTo>
                  <a:cubicBezTo>
                    <a:pt x="80" y="21"/>
                    <a:pt x="64" y="2"/>
                    <a:pt x="27" y="2"/>
                  </a:cubicBezTo>
                  <a:cubicBezTo>
                    <a:pt x="24" y="2"/>
                    <a:pt x="20" y="3"/>
                    <a:pt x="16" y="3"/>
                  </a:cubicBezTo>
                  <a:cubicBezTo>
                    <a:pt x="16" y="3"/>
                    <a:pt x="7" y="0"/>
                    <a:pt x="4" y="0"/>
                  </a:cubicBezTo>
                </a:path>
              </a:pathLst>
            </a:custGeom>
            <a:solidFill>
              <a:srgbClr val="4285F4">
                <a:alpha val="20000"/>
              </a:srgbClr>
            </a:solidFill>
            <a:ln>
              <a:noFill/>
            </a:ln>
          </p:spPr>
          <p:txBody>
            <a:bodyPr wrap="square" lIns="91440" tIns="45720" rIns="91440" bIns="45720" anchor="ctr">
              <a:normAutofit fontScale="25000" lnSpcReduction="20000"/>
            </a:bodyPr>
            <a:lstStyle/>
            <a:p>
              <a:pPr algn="ctr"/>
              <a:endParaRPr>
                <a:cs typeface="+mn-ea"/>
                <a:sym typeface="+mn-lt"/>
              </a:endParaRPr>
            </a:p>
          </p:txBody>
        </p:sp>
        <p:sp>
          <p:nvSpPr>
            <p:cNvPr id="306" name="任意多边形: 形状 305">
              <a:extLst>
                <a:ext uri="{FF2B5EF4-FFF2-40B4-BE49-F238E27FC236}">
                  <a16:creationId xmlns:a16="http://schemas.microsoft.com/office/drawing/2014/main" id="{0514300D-BFAF-42AC-A57B-06B2090DE9E0}"/>
                </a:ext>
              </a:extLst>
            </p:cNvPr>
            <p:cNvSpPr/>
            <p:nvPr/>
          </p:nvSpPr>
          <p:spPr bwMode="auto">
            <a:xfrm>
              <a:off x="5114738" y="4291243"/>
              <a:ext cx="537725" cy="563413"/>
            </a:xfrm>
            <a:custGeom>
              <a:avLst/>
              <a:gdLst>
                <a:gd name="T0" fmla="*/ 160 w 367"/>
                <a:gd name="T1" fmla="*/ 386 h 386"/>
                <a:gd name="T2" fmla="*/ 324 w 367"/>
                <a:gd name="T3" fmla="*/ 69 h 386"/>
                <a:gd name="T4" fmla="*/ 61 w 367"/>
                <a:gd name="T5" fmla="*/ 0 h 386"/>
                <a:gd name="T6" fmla="*/ 0 w 367"/>
                <a:gd name="T7" fmla="*/ 203 h 386"/>
                <a:gd name="T8" fmla="*/ 160 w 367"/>
                <a:gd name="T9" fmla="*/ 386 h 386"/>
              </a:gdLst>
              <a:ahLst/>
              <a:cxnLst>
                <a:cxn ang="0">
                  <a:pos x="T0" y="T1"/>
                </a:cxn>
                <a:cxn ang="0">
                  <a:pos x="T2" y="T3"/>
                </a:cxn>
                <a:cxn ang="0">
                  <a:pos x="T4" y="T5"/>
                </a:cxn>
                <a:cxn ang="0">
                  <a:pos x="T6" y="T7"/>
                </a:cxn>
                <a:cxn ang="0">
                  <a:pos x="T8" y="T9"/>
                </a:cxn>
              </a:cxnLst>
              <a:rect l="0" t="0" r="r" b="b"/>
              <a:pathLst>
                <a:path w="367" h="386">
                  <a:moveTo>
                    <a:pt x="160" y="386"/>
                  </a:moveTo>
                  <a:cubicBezTo>
                    <a:pt x="160" y="386"/>
                    <a:pt x="367" y="316"/>
                    <a:pt x="324" y="69"/>
                  </a:cubicBezTo>
                  <a:cubicBezTo>
                    <a:pt x="61" y="0"/>
                    <a:pt x="61" y="0"/>
                    <a:pt x="61" y="0"/>
                  </a:cubicBezTo>
                  <a:cubicBezTo>
                    <a:pt x="0" y="203"/>
                    <a:pt x="0" y="203"/>
                    <a:pt x="0" y="203"/>
                  </a:cubicBezTo>
                  <a:cubicBezTo>
                    <a:pt x="160" y="386"/>
                    <a:pt x="160" y="386"/>
                    <a:pt x="160" y="386"/>
                  </a:cubicBezTo>
                </a:path>
              </a:pathLst>
            </a:custGeom>
            <a:solidFill>
              <a:srgbClr val="CED7E7"/>
            </a:solidFill>
            <a:ln>
              <a:noFill/>
            </a:ln>
            <a:extLst>
              <a:ext uri="{91240B29-F687-4F45-9708-019B960494DF}">
                <a14:hiddenLine xmlns:a14="http://schemas.microsoft.com/office/drawing/2010/main" w="9525">
                  <a:solidFill>
                    <a:srgbClr val="000000"/>
                  </a:solidFill>
                  <a:round/>
                  <a:headEnd/>
                  <a:tailEnd/>
                </a14:hiddenLine>
              </a:ext>
            </a:extLst>
          </p:spPr>
          <p:txBody>
            <a:bodyPr wrap="square" lIns="91440" tIns="45720" rIns="91440" bIns="45720" anchor="ctr">
              <a:normAutofit/>
            </a:bodyPr>
            <a:lstStyle/>
            <a:p>
              <a:pPr algn="ctr"/>
              <a:endParaRPr>
                <a:cs typeface="+mn-ea"/>
                <a:sym typeface="+mn-lt"/>
              </a:endParaRPr>
            </a:p>
          </p:txBody>
        </p:sp>
        <p:sp>
          <p:nvSpPr>
            <p:cNvPr id="307" name="任意多边形: 形状 306">
              <a:extLst>
                <a:ext uri="{FF2B5EF4-FFF2-40B4-BE49-F238E27FC236}">
                  <a16:creationId xmlns:a16="http://schemas.microsoft.com/office/drawing/2014/main" id="{FB3D1B79-4734-4A82-A4C2-14451927B097}"/>
                </a:ext>
              </a:extLst>
            </p:cNvPr>
            <p:cNvSpPr/>
            <p:nvPr/>
          </p:nvSpPr>
          <p:spPr bwMode="auto">
            <a:xfrm>
              <a:off x="5337363" y="4842668"/>
              <a:ext cx="11988" cy="11988"/>
            </a:xfrm>
            <a:custGeom>
              <a:avLst/>
              <a:gdLst>
                <a:gd name="T0" fmla="*/ 0 w 8"/>
                <a:gd name="T1" fmla="*/ 0 h 9"/>
                <a:gd name="T2" fmla="*/ 0 w 8"/>
                <a:gd name="T3" fmla="*/ 1 h 9"/>
                <a:gd name="T4" fmla="*/ 8 w 8"/>
                <a:gd name="T5" fmla="*/ 9 h 9"/>
                <a:gd name="T6" fmla="*/ 8 w 8"/>
                <a:gd name="T7" fmla="*/ 9 h 9"/>
                <a:gd name="T8" fmla="*/ 0 w 8"/>
                <a:gd name="T9" fmla="*/ 0 h 9"/>
              </a:gdLst>
              <a:ahLst/>
              <a:cxnLst>
                <a:cxn ang="0">
                  <a:pos x="T0" y="T1"/>
                </a:cxn>
                <a:cxn ang="0">
                  <a:pos x="T2" y="T3"/>
                </a:cxn>
                <a:cxn ang="0">
                  <a:pos x="T4" y="T5"/>
                </a:cxn>
                <a:cxn ang="0">
                  <a:pos x="T6" y="T7"/>
                </a:cxn>
                <a:cxn ang="0">
                  <a:pos x="T8" y="T9"/>
                </a:cxn>
              </a:cxnLst>
              <a:rect l="0" t="0" r="r" b="b"/>
              <a:pathLst>
                <a:path w="8" h="9">
                  <a:moveTo>
                    <a:pt x="0" y="0"/>
                  </a:moveTo>
                  <a:cubicBezTo>
                    <a:pt x="0" y="0"/>
                    <a:pt x="0" y="0"/>
                    <a:pt x="0" y="1"/>
                  </a:cubicBezTo>
                  <a:cubicBezTo>
                    <a:pt x="8" y="9"/>
                    <a:pt x="8" y="9"/>
                    <a:pt x="8" y="9"/>
                  </a:cubicBezTo>
                  <a:cubicBezTo>
                    <a:pt x="8" y="9"/>
                    <a:pt x="8" y="9"/>
                    <a:pt x="8" y="9"/>
                  </a:cubicBezTo>
                  <a:cubicBezTo>
                    <a:pt x="0" y="0"/>
                    <a:pt x="0" y="0"/>
                    <a:pt x="0" y="0"/>
                  </a:cubicBezTo>
                </a:path>
              </a:pathLst>
            </a:custGeom>
            <a:solidFill>
              <a:srgbClr val="3B77DB"/>
            </a:solidFill>
            <a:ln>
              <a:noFill/>
            </a:ln>
            <a:extLst>
              <a:ext uri="{91240B29-F687-4F45-9708-019B960494DF}">
                <a14:hiddenLine xmlns:a14="http://schemas.microsoft.com/office/drawing/2010/main" w="9525">
                  <a:solidFill>
                    <a:srgbClr val="000000"/>
                  </a:solidFill>
                  <a:round/>
                  <a:headEnd/>
                  <a:tailEnd/>
                </a14:hiddenLine>
              </a:ext>
            </a:extLst>
          </p:spPr>
          <p:txBody>
            <a:bodyPr wrap="square" lIns="91440" tIns="45720" rIns="91440" bIns="45720" anchor="ctr">
              <a:normAutofit fontScale="25000" lnSpcReduction="20000"/>
            </a:bodyPr>
            <a:lstStyle/>
            <a:p>
              <a:pPr algn="ctr"/>
              <a:endParaRPr>
                <a:cs typeface="+mn-ea"/>
                <a:sym typeface="+mn-lt"/>
              </a:endParaRPr>
            </a:p>
          </p:txBody>
        </p:sp>
        <p:sp>
          <p:nvSpPr>
            <p:cNvPr id="308" name="任意多边形: 形状 307">
              <a:extLst>
                <a:ext uri="{FF2B5EF4-FFF2-40B4-BE49-F238E27FC236}">
                  <a16:creationId xmlns:a16="http://schemas.microsoft.com/office/drawing/2014/main" id="{A603B0E9-78C7-4A0B-AF36-8F70576DB572}"/>
                </a:ext>
              </a:extLst>
            </p:cNvPr>
            <p:cNvSpPr/>
            <p:nvPr/>
          </p:nvSpPr>
          <p:spPr bwMode="auto">
            <a:xfrm>
              <a:off x="5308251" y="4392281"/>
              <a:ext cx="280850" cy="462375"/>
            </a:xfrm>
            <a:custGeom>
              <a:avLst/>
              <a:gdLst>
                <a:gd name="T0" fmla="*/ 0 w 192"/>
                <a:gd name="T1" fmla="*/ 280 h 317"/>
                <a:gd name="T2" fmla="*/ 20 w 192"/>
                <a:gd name="T3" fmla="*/ 308 h 317"/>
                <a:gd name="T4" fmla="*/ 28 w 192"/>
                <a:gd name="T5" fmla="*/ 317 h 317"/>
                <a:gd name="T6" fmla="*/ 93 w 192"/>
                <a:gd name="T7" fmla="*/ 281 h 317"/>
                <a:gd name="T8" fmla="*/ 64 w 192"/>
                <a:gd name="T9" fmla="*/ 281 h 317"/>
                <a:gd name="T10" fmla="*/ 0 w 192"/>
                <a:gd name="T11" fmla="*/ 280 h 317"/>
                <a:gd name="T12" fmla="*/ 192 w 192"/>
                <a:gd name="T13" fmla="*/ 0 h 317"/>
                <a:gd name="T14" fmla="*/ 192 w 192"/>
                <a:gd name="T15" fmla="*/ 0 h 317"/>
                <a:gd name="T16" fmla="*/ 192 w 192"/>
                <a:gd name="T17" fmla="*/ 0 h 317"/>
                <a:gd name="T18" fmla="*/ 192 w 192"/>
                <a:gd name="T19" fmla="*/ 0 h 3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2" h="317">
                  <a:moveTo>
                    <a:pt x="0" y="280"/>
                  </a:moveTo>
                  <a:cubicBezTo>
                    <a:pt x="5" y="289"/>
                    <a:pt x="12" y="298"/>
                    <a:pt x="20" y="308"/>
                  </a:cubicBezTo>
                  <a:cubicBezTo>
                    <a:pt x="28" y="317"/>
                    <a:pt x="28" y="317"/>
                    <a:pt x="28" y="317"/>
                  </a:cubicBezTo>
                  <a:cubicBezTo>
                    <a:pt x="29" y="317"/>
                    <a:pt x="59" y="307"/>
                    <a:pt x="93" y="281"/>
                  </a:cubicBezTo>
                  <a:cubicBezTo>
                    <a:pt x="84" y="281"/>
                    <a:pt x="74" y="281"/>
                    <a:pt x="64" y="281"/>
                  </a:cubicBezTo>
                  <a:cubicBezTo>
                    <a:pt x="41" y="281"/>
                    <a:pt x="18" y="281"/>
                    <a:pt x="0" y="280"/>
                  </a:cubicBezTo>
                  <a:moveTo>
                    <a:pt x="192" y="0"/>
                  </a:moveTo>
                  <a:cubicBezTo>
                    <a:pt x="192" y="0"/>
                    <a:pt x="192" y="0"/>
                    <a:pt x="192" y="0"/>
                  </a:cubicBezTo>
                  <a:cubicBezTo>
                    <a:pt x="192" y="0"/>
                    <a:pt x="192" y="0"/>
                    <a:pt x="192" y="0"/>
                  </a:cubicBezTo>
                  <a:cubicBezTo>
                    <a:pt x="192" y="0"/>
                    <a:pt x="192" y="0"/>
                    <a:pt x="192" y="0"/>
                  </a:cubicBezTo>
                </a:path>
              </a:pathLst>
            </a:custGeom>
            <a:solidFill>
              <a:srgbClr val="B9C1CF"/>
            </a:solidFill>
            <a:ln>
              <a:noFill/>
            </a:ln>
            <a:extLst>
              <a:ext uri="{91240B29-F687-4F45-9708-019B960494DF}">
                <a14:hiddenLine xmlns:a14="http://schemas.microsoft.com/office/drawing/2010/main" w="9525">
                  <a:solidFill>
                    <a:srgbClr val="000000"/>
                  </a:solidFill>
                  <a:round/>
                  <a:headEnd/>
                  <a:tailEnd/>
                </a14:hiddenLine>
              </a:ext>
            </a:extLst>
          </p:spPr>
          <p:txBody>
            <a:bodyPr wrap="square" lIns="91440" tIns="45720" rIns="91440" bIns="45720" anchor="ctr">
              <a:normAutofit fontScale="92500" lnSpcReduction="20000"/>
            </a:bodyPr>
            <a:lstStyle/>
            <a:p>
              <a:pPr algn="ctr"/>
              <a:endParaRPr>
                <a:cs typeface="+mn-ea"/>
                <a:sym typeface="+mn-lt"/>
              </a:endParaRPr>
            </a:p>
          </p:txBody>
        </p:sp>
        <p:sp>
          <p:nvSpPr>
            <p:cNvPr id="309" name="任意多边形: 形状 308">
              <a:extLst>
                <a:ext uri="{FF2B5EF4-FFF2-40B4-BE49-F238E27FC236}">
                  <a16:creationId xmlns:a16="http://schemas.microsoft.com/office/drawing/2014/main" id="{5698322C-1B6A-41F1-A437-E8AA02FCBE65}"/>
                </a:ext>
              </a:extLst>
            </p:cNvPr>
            <p:cNvSpPr/>
            <p:nvPr/>
          </p:nvSpPr>
          <p:spPr bwMode="auto">
            <a:xfrm>
              <a:off x="3828651" y="1806407"/>
              <a:ext cx="160975" cy="174675"/>
            </a:xfrm>
            <a:custGeom>
              <a:avLst/>
              <a:gdLst>
                <a:gd name="T0" fmla="*/ 6 w 110"/>
                <a:gd name="T1" fmla="*/ 73 h 119"/>
                <a:gd name="T2" fmla="*/ 72 w 110"/>
                <a:gd name="T3" fmla="*/ 96 h 119"/>
                <a:gd name="T4" fmla="*/ 74 w 110"/>
                <a:gd name="T5" fmla="*/ 10 h 119"/>
                <a:gd name="T6" fmla="*/ 6 w 110"/>
                <a:gd name="T7" fmla="*/ 73 h 119"/>
              </a:gdLst>
              <a:ahLst/>
              <a:cxnLst>
                <a:cxn ang="0">
                  <a:pos x="T0" y="T1"/>
                </a:cxn>
                <a:cxn ang="0">
                  <a:pos x="T2" y="T3"/>
                </a:cxn>
                <a:cxn ang="0">
                  <a:pos x="T4" y="T5"/>
                </a:cxn>
                <a:cxn ang="0">
                  <a:pos x="T6" y="T7"/>
                </a:cxn>
              </a:cxnLst>
              <a:rect l="0" t="0" r="r" b="b"/>
              <a:pathLst>
                <a:path w="110" h="119">
                  <a:moveTo>
                    <a:pt x="6" y="73"/>
                  </a:moveTo>
                  <a:cubicBezTo>
                    <a:pt x="6" y="73"/>
                    <a:pt x="34" y="119"/>
                    <a:pt x="72" y="96"/>
                  </a:cubicBezTo>
                  <a:cubicBezTo>
                    <a:pt x="110" y="73"/>
                    <a:pt x="74" y="10"/>
                    <a:pt x="74" y="10"/>
                  </a:cubicBezTo>
                  <a:cubicBezTo>
                    <a:pt x="74" y="10"/>
                    <a:pt x="0" y="0"/>
                    <a:pt x="6" y="73"/>
                  </a:cubicBezTo>
                </a:path>
              </a:pathLst>
            </a:custGeom>
            <a:solidFill>
              <a:srgbClr val="FED253"/>
            </a:solidFill>
            <a:ln>
              <a:noFill/>
            </a:ln>
            <a:extLst>
              <a:ext uri="{91240B29-F687-4F45-9708-019B960494DF}">
                <a14:hiddenLine xmlns:a14="http://schemas.microsoft.com/office/drawing/2010/main" w="9525">
                  <a:solidFill>
                    <a:srgbClr val="000000"/>
                  </a:solidFill>
                  <a:round/>
                  <a:headEnd/>
                  <a:tailEnd/>
                </a14:hiddenLine>
              </a:ext>
            </a:extLst>
          </p:spPr>
          <p:txBody>
            <a:bodyPr wrap="square" lIns="91440" tIns="45720" rIns="91440" bIns="45720" anchor="ctr">
              <a:normAutofit fontScale="25000" lnSpcReduction="20000"/>
            </a:bodyPr>
            <a:lstStyle/>
            <a:p>
              <a:pPr algn="ctr"/>
              <a:endParaRPr>
                <a:cs typeface="+mn-ea"/>
                <a:sym typeface="+mn-lt"/>
              </a:endParaRPr>
            </a:p>
          </p:txBody>
        </p:sp>
        <p:sp>
          <p:nvSpPr>
            <p:cNvPr id="310" name="任意多边形: 形状 309">
              <a:extLst>
                <a:ext uri="{FF2B5EF4-FFF2-40B4-BE49-F238E27FC236}">
                  <a16:creationId xmlns:a16="http://schemas.microsoft.com/office/drawing/2014/main" id="{DE19E470-07F8-4062-8BD0-15FF33089C3E}"/>
                </a:ext>
              </a:extLst>
            </p:cNvPr>
            <p:cNvSpPr/>
            <p:nvPr/>
          </p:nvSpPr>
          <p:spPr bwMode="auto">
            <a:xfrm>
              <a:off x="3837213" y="1898882"/>
              <a:ext cx="11988" cy="29113"/>
            </a:xfrm>
            <a:custGeom>
              <a:avLst/>
              <a:gdLst>
                <a:gd name="T0" fmla="*/ 0 w 9"/>
                <a:gd name="T1" fmla="*/ 1 h 20"/>
                <a:gd name="T2" fmla="*/ 1 w 9"/>
                <a:gd name="T3" fmla="*/ 10 h 20"/>
                <a:gd name="T4" fmla="*/ 5 w 9"/>
                <a:gd name="T5" fmla="*/ 17 h 20"/>
                <a:gd name="T6" fmla="*/ 9 w 9"/>
                <a:gd name="T7" fmla="*/ 20 h 20"/>
                <a:gd name="T8" fmla="*/ 9 w 9"/>
                <a:gd name="T9" fmla="*/ 20 h 20"/>
                <a:gd name="T10" fmla="*/ 1 w 9"/>
                <a:gd name="T11" fmla="*/ 10 h 20"/>
                <a:gd name="T12" fmla="*/ 0 w 9"/>
                <a:gd name="T13" fmla="*/ 1 h 20"/>
                <a:gd name="T14" fmla="*/ 0 w 9"/>
                <a:gd name="T15" fmla="*/ 0 h 20"/>
                <a:gd name="T16" fmla="*/ 0 w 9"/>
                <a:gd name="T17" fmla="*/ 1 h 20"/>
                <a:gd name="T18" fmla="*/ 0 w 9"/>
                <a:gd name="T19" fmla="*/ 0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 h="20">
                  <a:moveTo>
                    <a:pt x="0" y="1"/>
                  </a:moveTo>
                  <a:cubicBezTo>
                    <a:pt x="0" y="4"/>
                    <a:pt x="0" y="7"/>
                    <a:pt x="1" y="10"/>
                  </a:cubicBezTo>
                  <a:cubicBezTo>
                    <a:pt x="2" y="13"/>
                    <a:pt x="4" y="15"/>
                    <a:pt x="5" y="17"/>
                  </a:cubicBezTo>
                  <a:cubicBezTo>
                    <a:pt x="6" y="18"/>
                    <a:pt x="7" y="19"/>
                    <a:pt x="9" y="20"/>
                  </a:cubicBezTo>
                  <a:cubicBezTo>
                    <a:pt x="9" y="20"/>
                    <a:pt x="9" y="20"/>
                    <a:pt x="9" y="20"/>
                  </a:cubicBezTo>
                  <a:cubicBezTo>
                    <a:pt x="4" y="15"/>
                    <a:pt x="1" y="10"/>
                    <a:pt x="1" y="10"/>
                  </a:cubicBezTo>
                  <a:cubicBezTo>
                    <a:pt x="0" y="7"/>
                    <a:pt x="0" y="4"/>
                    <a:pt x="0" y="1"/>
                  </a:cubicBezTo>
                  <a:moveTo>
                    <a:pt x="0" y="0"/>
                  </a:moveTo>
                  <a:cubicBezTo>
                    <a:pt x="0" y="1"/>
                    <a:pt x="0" y="1"/>
                    <a:pt x="0" y="1"/>
                  </a:cubicBezTo>
                  <a:cubicBezTo>
                    <a:pt x="0" y="1"/>
                    <a:pt x="0" y="1"/>
                    <a:pt x="0" y="0"/>
                  </a:cubicBezTo>
                </a:path>
              </a:pathLst>
            </a:custGeom>
            <a:solidFill>
              <a:srgbClr val="E5E5E5"/>
            </a:solidFill>
            <a:ln>
              <a:noFill/>
            </a:ln>
            <a:extLst>
              <a:ext uri="{91240B29-F687-4F45-9708-019B960494DF}">
                <a14:hiddenLine xmlns:a14="http://schemas.microsoft.com/office/drawing/2010/main" w="9525">
                  <a:solidFill>
                    <a:srgbClr val="000000"/>
                  </a:solidFill>
                  <a:round/>
                  <a:headEnd/>
                  <a:tailEnd/>
                </a14:hiddenLine>
              </a:ext>
            </a:extLst>
          </p:spPr>
          <p:txBody>
            <a:bodyPr wrap="square" lIns="91440" tIns="45720" rIns="91440" bIns="45720" anchor="ctr">
              <a:normAutofit fontScale="25000" lnSpcReduction="20000"/>
            </a:bodyPr>
            <a:lstStyle/>
            <a:p>
              <a:pPr algn="ctr"/>
              <a:endParaRPr>
                <a:cs typeface="+mn-ea"/>
                <a:sym typeface="+mn-lt"/>
              </a:endParaRPr>
            </a:p>
          </p:txBody>
        </p:sp>
        <p:sp>
          <p:nvSpPr>
            <p:cNvPr id="311" name="任意多边形: 形状 310">
              <a:extLst>
                <a:ext uri="{FF2B5EF4-FFF2-40B4-BE49-F238E27FC236}">
                  <a16:creationId xmlns:a16="http://schemas.microsoft.com/office/drawing/2014/main" id="{887B2E2E-1E38-441F-A1D6-37A3BD165B39}"/>
                </a:ext>
              </a:extLst>
            </p:cNvPr>
            <p:cNvSpPr/>
            <p:nvPr/>
          </p:nvSpPr>
          <p:spPr bwMode="auto">
            <a:xfrm>
              <a:off x="3849201" y="1927994"/>
              <a:ext cx="0" cy="1713"/>
            </a:xfrm>
            <a:custGeom>
              <a:avLst/>
              <a:gdLst>
                <a:gd name="T0" fmla="*/ 0 h 1"/>
                <a:gd name="T1" fmla="*/ 0 h 1"/>
                <a:gd name="T2" fmla="*/ 1 h 1"/>
                <a:gd name="T3" fmla="*/ 0 h 1"/>
              </a:gdLst>
              <a:ahLst/>
              <a:cxnLst>
                <a:cxn ang="0">
                  <a:pos x="0" y="T0"/>
                </a:cxn>
                <a:cxn ang="0">
                  <a:pos x="0" y="T1"/>
                </a:cxn>
                <a:cxn ang="0">
                  <a:pos x="0" y="T2"/>
                </a:cxn>
                <a:cxn ang="0">
                  <a:pos x="0" y="T3"/>
                </a:cxn>
              </a:cxnLst>
              <a:rect l="0" t="0" r="r" b="b"/>
              <a:pathLst>
                <a:path h="1">
                  <a:moveTo>
                    <a:pt x="0" y="0"/>
                  </a:moveTo>
                  <a:cubicBezTo>
                    <a:pt x="0" y="0"/>
                    <a:pt x="0" y="0"/>
                    <a:pt x="0" y="0"/>
                  </a:cubicBezTo>
                  <a:cubicBezTo>
                    <a:pt x="0" y="1"/>
                    <a:pt x="0" y="1"/>
                    <a:pt x="0" y="1"/>
                  </a:cubicBezTo>
                  <a:cubicBezTo>
                    <a:pt x="0" y="1"/>
                    <a:pt x="0" y="1"/>
                    <a:pt x="0" y="0"/>
                  </a:cubicBezTo>
                </a:path>
              </a:pathLst>
            </a:custGeom>
            <a:solidFill>
              <a:srgbClr val="3B77DB"/>
            </a:solidFill>
            <a:ln>
              <a:noFill/>
            </a:ln>
            <a:extLst>
              <a:ext uri="{91240B29-F687-4F45-9708-019B960494DF}">
                <a14:hiddenLine xmlns:a14="http://schemas.microsoft.com/office/drawing/2010/main" w="9525">
                  <a:solidFill>
                    <a:srgbClr val="000000"/>
                  </a:solidFill>
                  <a:round/>
                  <a:headEnd/>
                  <a:tailEnd/>
                </a14:hiddenLine>
              </a:ext>
            </a:extLst>
          </p:spPr>
          <p:txBody>
            <a:bodyPr wrap="square" lIns="91440" tIns="45720" rIns="91440" bIns="45720" anchor="ctr">
              <a:normAutofit fontScale="25000" lnSpcReduction="20000"/>
            </a:bodyPr>
            <a:lstStyle/>
            <a:p>
              <a:pPr algn="ctr"/>
              <a:endParaRPr>
                <a:cs typeface="+mn-ea"/>
                <a:sym typeface="+mn-lt"/>
              </a:endParaRPr>
            </a:p>
          </p:txBody>
        </p:sp>
        <p:sp>
          <p:nvSpPr>
            <p:cNvPr id="312" name="任意多边形: 形状 311">
              <a:extLst>
                <a:ext uri="{FF2B5EF4-FFF2-40B4-BE49-F238E27FC236}">
                  <a16:creationId xmlns:a16="http://schemas.microsoft.com/office/drawing/2014/main" id="{89649953-9075-44E1-91F6-B22990720BBA}"/>
                </a:ext>
              </a:extLst>
            </p:cNvPr>
            <p:cNvSpPr/>
            <p:nvPr/>
          </p:nvSpPr>
          <p:spPr bwMode="auto">
            <a:xfrm>
              <a:off x="3835501" y="1840657"/>
              <a:ext cx="101038" cy="113025"/>
            </a:xfrm>
            <a:custGeom>
              <a:avLst/>
              <a:gdLst>
                <a:gd name="T0" fmla="*/ 18 w 69"/>
                <a:gd name="T1" fmla="*/ 0 h 78"/>
                <a:gd name="T2" fmla="*/ 1 w 69"/>
                <a:gd name="T3" fmla="*/ 40 h 78"/>
                <a:gd name="T4" fmla="*/ 1 w 69"/>
                <a:gd name="T5" fmla="*/ 41 h 78"/>
                <a:gd name="T6" fmla="*/ 1 w 69"/>
                <a:gd name="T7" fmla="*/ 41 h 78"/>
                <a:gd name="T8" fmla="*/ 2 w 69"/>
                <a:gd name="T9" fmla="*/ 50 h 78"/>
                <a:gd name="T10" fmla="*/ 10 w 69"/>
                <a:gd name="T11" fmla="*/ 60 h 78"/>
                <a:gd name="T12" fmla="*/ 10 w 69"/>
                <a:gd name="T13" fmla="*/ 61 h 78"/>
                <a:gd name="T14" fmla="*/ 37 w 69"/>
                <a:gd name="T15" fmla="*/ 78 h 78"/>
                <a:gd name="T16" fmla="*/ 51 w 69"/>
                <a:gd name="T17" fmla="*/ 54 h 78"/>
                <a:gd name="T18" fmla="*/ 59 w 69"/>
                <a:gd name="T19" fmla="*/ 14 h 78"/>
                <a:gd name="T20" fmla="*/ 60 w 69"/>
                <a:gd name="T21" fmla="*/ 6 h 78"/>
                <a:gd name="T22" fmla="*/ 59 w 69"/>
                <a:gd name="T23" fmla="*/ 4 h 78"/>
                <a:gd name="T24" fmla="*/ 59 w 69"/>
                <a:gd name="T25" fmla="*/ 4 h 78"/>
                <a:gd name="T26" fmla="*/ 7 w 69"/>
                <a:gd name="T27" fmla="*/ 57 h 78"/>
                <a:gd name="T28" fmla="*/ 2 w 69"/>
                <a:gd name="T29" fmla="*/ 50 h 78"/>
                <a:gd name="T30" fmla="*/ 18 w 69"/>
                <a:gd name="T31" fmla="*/ 0 h 78"/>
                <a:gd name="T32" fmla="*/ 18 w 69"/>
                <a:gd name="T33" fmla="*/ 0 h 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69" h="78">
                  <a:moveTo>
                    <a:pt x="18" y="0"/>
                  </a:moveTo>
                  <a:cubicBezTo>
                    <a:pt x="9" y="8"/>
                    <a:pt x="2" y="21"/>
                    <a:pt x="1" y="40"/>
                  </a:cubicBezTo>
                  <a:cubicBezTo>
                    <a:pt x="1" y="41"/>
                    <a:pt x="1" y="41"/>
                    <a:pt x="1" y="41"/>
                  </a:cubicBezTo>
                  <a:cubicBezTo>
                    <a:pt x="1" y="41"/>
                    <a:pt x="1" y="41"/>
                    <a:pt x="1" y="41"/>
                  </a:cubicBezTo>
                  <a:cubicBezTo>
                    <a:pt x="1" y="44"/>
                    <a:pt x="1" y="47"/>
                    <a:pt x="2" y="50"/>
                  </a:cubicBezTo>
                  <a:cubicBezTo>
                    <a:pt x="2" y="50"/>
                    <a:pt x="5" y="55"/>
                    <a:pt x="10" y="60"/>
                  </a:cubicBezTo>
                  <a:cubicBezTo>
                    <a:pt x="10" y="61"/>
                    <a:pt x="10" y="61"/>
                    <a:pt x="10" y="61"/>
                  </a:cubicBezTo>
                  <a:cubicBezTo>
                    <a:pt x="16" y="68"/>
                    <a:pt x="26" y="75"/>
                    <a:pt x="37" y="78"/>
                  </a:cubicBezTo>
                  <a:cubicBezTo>
                    <a:pt x="40" y="69"/>
                    <a:pt x="45" y="61"/>
                    <a:pt x="51" y="54"/>
                  </a:cubicBezTo>
                  <a:cubicBezTo>
                    <a:pt x="60" y="42"/>
                    <a:pt x="69" y="25"/>
                    <a:pt x="59" y="14"/>
                  </a:cubicBezTo>
                  <a:cubicBezTo>
                    <a:pt x="56" y="12"/>
                    <a:pt x="61" y="10"/>
                    <a:pt x="60" y="6"/>
                  </a:cubicBezTo>
                  <a:cubicBezTo>
                    <a:pt x="59" y="6"/>
                    <a:pt x="59" y="5"/>
                    <a:pt x="59" y="4"/>
                  </a:cubicBezTo>
                  <a:cubicBezTo>
                    <a:pt x="59" y="4"/>
                    <a:pt x="59" y="4"/>
                    <a:pt x="59" y="4"/>
                  </a:cubicBezTo>
                  <a:cubicBezTo>
                    <a:pt x="28" y="12"/>
                    <a:pt x="2" y="28"/>
                    <a:pt x="7" y="57"/>
                  </a:cubicBezTo>
                  <a:cubicBezTo>
                    <a:pt x="5" y="55"/>
                    <a:pt x="3" y="53"/>
                    <a:pt x="2" y="50"/>
                  </a:cubicBezTo>
                  <a:cubicBezTo>
                    <a:pt x="0" y="25"/>
                    <a:pt x="8" y="10"/>
                    <a:pt x="18" y="0"/>
                  </a:cubicBezTo>
                  <a:cubicBezTo>
                    <a:pt x="18" y="0"/>
                    <a:pt x="18" y="0"/>
                    <a:pt x="18" y="0"/>
                  </a:cubicBezTo>
                </a:path>
              </a:pathLst>
            </a:custGeom>
            <a:solidFill>
              <a:srgbClr val="E4BD4B"/>
            </a:solidFill>
            <a:ln>
              <a:noFill/>
            </a:ln>
            <a:extLst>
              <a:ext uri="{91240B29-F687-4F45-9708-019B960494DF}">
                <a14:hiddenLine xmlns:a14="http://schemas.microsoft.com/office/drawing/2010/main" w="9525">
                  <a:solidFill>
                    <a:srgbClr val="000000"/>
                  </a:solidFill>
                  <a:round/>
                  <a:headEnd/>
                  <a:tailEnd/>
                </a14:hiddenLine>
              </a:ext>
            </a:extLst>
          </p:spPr>
          <p:txBody>
            <a:bodyPr wrap="square" lIns="91440" tIns="45720" rIns="91440" bIns="45720" anchor="ctr">
              <a:normAutofit fontScale="25000" lnSpcReduction="20000"/>
            </a:bodyPr>
            <a:lstStyle/>
            <a:p>
              <a:pPr algn="ctr"/>
              <a:endParaRPr>
                <a:cs typeface="+mn-ea"/>
                <a:sym typeface="+mn-lt"/>
              </a:endParaRPr>
            </a:p>
          </p:txBody>
        </p:sp>
        <p:sp>
          <p:nvSpPr>
            <p:cNvPr id="313" name="任意多边形: 形状 312">
              <a:extLst>
                <a:ext uri="{FF2B5EF4-FFF2-40B4-BE49-F238E27FC236}">
                  <a16:creationId xmlns:a16="http://schemas.microsoft.com/office/drawing/2014/main" id="{8601C71D-951C-4AB8-AECE-FD65A57DCF99}"/>
                </a:ext>
              </a:extLst>
            </p:cNvPr>
            <p:cNvSpPr/>
            <p:nvPr/>
          </p:nvSpPr>
          <p:spPr bwMode="auto">
            <a:xfrm>
              <a:off x="5205501" y="4375156"/>
              <a:ext cx="775763" cy="431550"/>
            </a:xfrm>
            <a:custGeom>
              <a:avLst/>
              <a:gdLst>
                <a:gd name="T0" fmla="*/ 118 w 530"/>
                <a:gd name="T1" fmla="*/ 0 h 296"/>
                <a:gd name="T2" fmla="*/ 262 w 530"/>
                <a:gd name="T3" fmla="*/ 12 h 296"/>
                <a:gd name="T4" fmla="*/ 530 w 530"/>
                <a:gd name="T5" fmla="*/ 14 h 296"/>
                <a:gd name="T6" fmla="*/ 319 w 530"/>
                <a:gd name="T7" fmla="*/ 274 h 296"/>
                <a:gd name="T8" fmla="*/ 238 w 530"/>
                <a:gd name="T9" fmla="*/ 287 h 296"/>
                <a:gd name="T10" fmla="*/ 31 w 530"/>
                <a:gd name="T11" fmla="*/ 291 h 296"/>
                <a:gd name="T12" fmla="*/ 0 w 530"/>
                <a:gd name="T13" fmla="*/ 158 h 296"/>
                <a:gd name="T14" fmla="*/ 118 w 530"/>
                <a:gd name="T15" fmla="*/ 0 h 29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30" h="296">
                  <a:moveTo>
                    <a:pt x="118" y="0"/>
                  </a:moveTo>
                  <a:cubicBezTo>
                    <a:pt x="262" y="12"/>
                    <a:pt x="262" y="12"/>
                    <a:pt x="262" y="12"/>
                  </a:cubicBezTo>
                  <a:cubicBezTo>
                    <a:pt x="530" y="14"/>
                    <a:pt x="530" y="14"/>
                    <a:pt x="530" y="14"/>
                  </a:cubicBezTo>
                  <a:cubicBezTo>
                    <a:pt x="319" y="274"/>
                    <a:pt x="319" y="274"/>
                    <a:pt x="319" y="274"/>
                  </a:cubicBezTo>
                  <a:cubicBezTo>
                    <a:pt x="319" y="274"/>
                    <a:pt x="252" y="278"/>
                    <a:pt x="238" y="287"/>
                  </a:cubicBezTo>
                  <a:cubicBezTo>
                    <a:pt x="225" y="296"/>
                    <a:pt x="31" y="291"/>
                    <a:pt x="31" y="291"/>
                  </a:cubicBezTo>
                  <a:cubicBezTo>
                    <a:pt x="0" y="158"/>
                    <a:pt x="0" y="158"/>
                    <a:pt x="0" y="158"/>
                  </a:cubicBezTo>
                  <a:cubicBezTo>
                    <a:pt x="118" y="0"/>
                    <a:pt x="118" y="0"/>
                    <a:pt x="118" y="0"/>
                  </a:cubicBezTo>
                </a:path>
              </a:pathLst>
            </a:custGeom>
            <a:solidFill>
              <a:srgbClr val="FFA2A2"/>
            </a:solidFill>
            <a:ln>
              <a:noFill/>
            </a:ln>
            <a:extLst>
              <a:ext uri="{91240B29-F687-4F45-9708-019B960494DF}">
                <a14:hiddenLine xmlns:a14="http://schemas.microsoft.com/office/drawing/2010/main" w="9525">
                  <a:solidFill>
                    <a:srgbClr val="000000"/>
                  </a:solidFill>
                  <a:round/>
                  <a:headEnd/>
                  <a:tailEnd/>
                </a14:hiddenLine>
              </a:ext>
            </a:extLst>
          </p:spPr>
          <p:txBody>
            <a:bodyPr wrap="square" lIns="91440" tIns="45720" rIns="91440" bIns="45720" anchor="ctr">
              <a:normAutofit fontScale="85000" lnSpcReduction="20000"/>
            </a:bodyPr>
            <a:lstStyle/>
            <a:p>
              <a:pPr algn="ctr"/>
              <a:endParaRPr>
                <a:cs typeface="+mn-ea"/>
                <a:sym typeface="+mn-lt"/>
              </a:endParaRPr>
            </a:p>
          </p:txBody>
        </p:sp>
        <p:sp>
          <p:nvSpPr>
            <p:cNvPr id="314" name="任意多边形: 形状 313">
              <a:extLst>
                <a:ext uri="{FF2B5EF4-FFF2-40B4-BE49-F238E27FC236}">
                  <a16:creationId xmlns:a16="http://schemas.microsoft.com/office/drawing/2014/main" id="{321E93C5-BF07-43CD-BF8A-26D01B7443A0}"/>
                </a:ext>
              </a:extLst>
            </p:cNvPr>
            <p:cNvSpPr/>
            <p:nvPr/>
          </p:nvSpPr>
          <p:spPr bwMode="auto">
            <a:xfrm>
              <a:off x="5270576" y="4392281"/>
              <a:ext cx="710688" cy="411000"/>
            </a:xfrm>
            <a:custGeom>
              <a:avLst/>
              <a:gdLst>
                <a:gd name="T0" fmla="*/ 217 w 485"/>
                <a:gd name="T1" fmla="*/ 0 h 281"/>
                <a:gd name="T2" fmla="*/ 217 w 485"/>
                <a:gd name="T3" fmla="*/ 0 h 281"/>
                <a:gd name="T4" fmla="*/ 217 w 485"/>
                <a:gd name="T5" fmla="*/ 0 h 281"/>
                <a:gd name="T6" fmla="*/ 217 w 485"/>
                <a:gd name="T7" fmla="*/ 0 h 281"/>
                <a:gd name="T8" fmla="*/ 145 w 485"/>
                <a:gd name="T9" fmla="*/ 32 h 281"/>
                <a:gd name="T10" fmla="*/ 144 w 485"/>
                <a:gd name="T11" fmla="*/ 35 h 281"/>
                <a:gd name="T12" fmla="*/ 144 w 485"/>
                <a:gd name="T13" fmla="*/ 35 h 281"/>
                <a:gd name="T14" fmla="*/ 35 w 485"/>
                <a:gd name="T15" fmla="*/ 162 h 281"/>
                <a:gd name="T16" fmla="*/ 2 w 485"/>
                <a:gd name="T17" fmla="*/ 179 h 281"/>
                <a:gd name="T18" fmla="*/ 0 w 485"/>
                <a:gd name="T19" fmla="*/ 202 h 281"/>
                <a:gd name="T20" fmla="*/ 25 w 485"/>
                <a:gd name="T21" fmla="*/ 280 h 281"/>
                <a:gd name="T22" fmla="*/ 89 w 485"/>
                <a:gd name="T23" fmla="*/ 281 h 281"/>
                <a:gd name="T24" fmla="*/ 193 w 485"/>
                <a:gd name="T25" fmla="*/ 275 h 281"/>
                <a:gd name="T26" fmla="*/ 274 w 485"/>
                <a:gd name="T27" fmla="*/ 262 h 281"/>
                <a:gd name="T28" fmla="*/ 485 w 485"/>
                <a:gd name="T29" fmla="*/ 2 h 281"/>
                <a:gd name="T30" fmla="*/ 217 w 485"/>
                <a:gd name="T31" fmla="*/ 0 h 281"/>
                <a:gd name="T32" fmla="*/ 217 w 485"/>
                <a:gd name="T33" fmla="*/ 0 h 281"/>
                <a:gd name="T34" fmla="*/ 217 w 485"/>
                <a:gd name="T35" fmla="*/ 0 h 281"/>
                <a:gd name="T36" fmla="*/ 217 w 485"/>
                <a:gd name="T37" fmla="*/ 0 h 2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85" h="281">
                  <a:moveTo>
                    <a:pt x="217" y="0"/>
                  </a:moveTo>
                  <a:cubicBezTo>
                    <a:pt x="217" y="0"/>
                    <a:pt x="217" y="0"/>
                    <a:pt x="217" y="0"/>
                  </a:cubicBezTo>
                  <a:cubicBezTo>
                    <a:pt x="217" y="0"/>
                    <a:pt x="217" y="0"/>
                    <a:pt x="217" y="0"/>
                  </a:cubicBezTo>
                  <a:cubicBezTo>
                    <a:pt x="217" y="0"/>
                    <a:pt x="217" y="0"/>
                    <a:pt x="217" y="0"/>
                  </a:cubicBezTo>
                  <a:cubicBezTo>
                    <a:pt x="217" y="0"/>
                    <a:pt x="185" y="11"/>
                    <a:pt x="145" y="32"/>
                  </a:cubicBezTo>
                  <a:cubicBezTo>
                    <a:pt x="145" y="33"/>
                    <a:pt x="145" y="34"/>
                    <a:pt x="144" y="35"/>
                  </a:cubicBezTo>
                  <a:cubicBezTo>
                    <a:pt x="144" y="35"/>
                    <a:pt x="144" y="35"/>
                    <a:pt x="144" y="35"/>
                  </a:cubicBezTo>
                  <a:cubicBezTo>
                    <a:pt x="148" y="83"/>
                    <a:pt x="98" y="127"/>
                    <a:pt x="35" y="162"/>
                  </a:cubicBezTo>
                  <a:cubicBezTo>
                    <a:pt x="24" y="168"/>
                    <a:pt x="14" y="173"/>
                    <a:pt x="2" y="179"/>
                  </a:cubicBezTo>
                  <a:cubicBezTo>
                    <a:pt x="1" y="186"/>
                    <a:pt x="0" y="194"/>
                    <a:pt x="0" y="202"/>
                  </a:cubicBezTo>
                  <a:cubicBezTo>
                    <a:pt x="0" y="226"/>
                    <a:pt x="7" y="252"/>
                    <a:pt x="25" y="280"/>
                  </a:cubicBezTo>
                  <a:cubicBezTo>
                    <a:pt x="43" y="281"/>
                    <a:pt x="66" y="281"/>
                    <a:pt x="89" y="281"/>
                  </a:cubicBezTo>
                  <a:cubicBezTo>
                    <a:pt x="138" y="281"/>
                    <a:pt x="187" y="280"/>
                    <a:pt x="193" y="275"/>
                  </a:cubicBezTo>
                  <a:cubicBezTo>
                    <a:pt x="207" y="266"/>
                    <a:pt x="274" y="262"/>
                    <a:pt x="274" y="262"/>
                  </a:cubicBezTo>
                  <a:cubicBezTo>
                    <a:pt x="485" y="2"/>
                    <a:pt x="485" y="2"/>
                    <a:pt x="485" y="2"/>
                  </a:cubicBezTo>
                  <a:cubicBezTo>
                    <a:pt x="217" y="0"/>
                    <a:pt x="217" y="0"/>
                    <a:pt x="217" y="0"/>
                  </a:cubicBezTo>
                  <a:cubicBezTo>
                    <a:pt x="217" y="0"/>
                    <a:pt x="217" y="0"/>
                    <a:pt x="217" y="0"/>
                  </a:cubicBezTo>
                  <a:cubicBezTo>
                    <a:pt x="217" y="0"/>
                    <a:pt x="217" y="0"/>
                    <a:pt x="217" y="0"/>
                  </a:cubicBezTo>
                  <a:cubicBezTo>
                    <a:pt x="217" y="0"/>
                    <a:pt x="217" y="0"/>
                    <a:pt x="217" y="0"/>
                  </a:cubicBezTo>
                </a:path>
              </a:pathLst>
            </a:custGeom>
            <a:solidFill>
              <a:srgbClr val="F29A9A"/>
            </a:solidFill>
            <a:ln>
              <a:noFill/>
            </a:ln>
            <a:extLst>
              <a:ext uri="{91240B29-F687-4F45-9708-019B960494DF}">
                <a14:hiddenLine xmlns:a14="http://schemas.microsoft.com/office/drawing/2010/main" w="9525">
                  <a:solidFill>
                    <a:srgbClr val="000000"/>
                  </a:solidFill>
                  <a:round/>
                  <a:headEnd/>
                  <a:tailEnd/>
                </a14:hiddenLine>
              </a:ext>
            </a:extLst>
          </p:spPr>
          <p:txBody>
            <a:bodyPr wrap="square" lIns="91440" tIns="45720" rIns="91440" bIns="45720" anchor="ctr">
              <a:normAutofit fontScale="85000" lnSpcReduction="20000"/>
            </a:bodyPr>
            <a:lstStyle/>
            <a:p>
              <a:pPr algn="ctr"/>
              <a:endParaRPr>
                <a:cs typeface="+mn-ea"/>
                <a:sym typeface="+mn-lt"/>
              </a:endParaRPr>
            </a:p>
          </p:txBody>
        </p:sp>
        <p:sp>
          <p:nvSpPr>
            <p:cNvPr id="315" name="任意多边形: 形状 314">
              <a:extLst>
                <a:ext uri="{FF2B5EF4-FFF2-40B4-BE49-F238E27FC236}">
                  <a16:creationId xmlns:a16="http://schemas.microsoft.com/office/drawing/2014/main" id="{EC01FA29-BE48-4153-B2C7-53A8B58E670F}"/>
                </a:ext>
              </a:extLst>
            </p:cNvPr>
            <p:cNvSpPr/>
            <p:nvPr/>
          </p:nvSpPr>
          <p:spPr bwMode="auto">
            <a:xfrm>
              <a:off x="4952051" y="3344231"/>
              <a:ext cx="637050" cy="1558375"/>
            </a:xfrm>
            <a:custGeom>
              <a:avLst/>
              <a:gdLst>
                <a:gd name="T0" fmla="*/ 146 w 435"/>
                <a:gd name="T1" fmla="*/ 6 h 1066"/>
                <a:gd name="T2" fmla="*/ 179 w 435"/>
                <a:gd name="T3" fmla="*/ 63 h 1066"/>
                <a:gd name="T4" fmla="*/ 186 w 435"/>
                <a:gd name="T5" fmla="*/ 162 h 1066"/>
                <a:gd name="T6" fmla="*/ 227 w 435"/>
                <a:gd name="T7" fmla="*/ 271 h 1066"/>
                <a:gd name="T8" fmla="*/ 252 w 435"/>
                <a:gd name="T9" fmla="*/ 361 h 1066"/>
                <a:gd name="T10" fmla="*/ 268 w 435"/>
                <a:gd name="T11" fmla="*/ 436 h 1066"/>
                <a:gd name="T12" fmla="*/ 288 w 435"/>
                <a:gd name="T13" fmla="*/ 544 h 1066"/>
                <a:gd name="T14" fmla="*/ 435 w 435"/>
                <a:gd name="T15" fmla="*/ 717 h 1066"/>
                <a:gd name="T16" fmla="*/ 271 w 435"/>
                <a:gd name="T17" fmla="*/ 1034 h 1066"/>
                <a:gd name="T18" fmla="*/ 111 w 435"/>
                <a:gd name="T19" fmla="*/ 1030 h 1066"/>
                <a:gd name="T20" fmla="*/ 0 w 435"/>
                <a:gd name="T21" fmla="*/ 455 h 1066"/>
                <a:gd name="T22" fmla="*/ 25 w 435"/>
                <a:gd name="T23" fmla="*/ 0 h 1066"/>
                <a:gd name="T24" fmla="*/ 146 w 435"/>
                <a:gd name="T25" fmla="*/ 6 h 10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35" h="1066">
                  <a:moveTo>
                    <a:pt x="146" y="6"/>
                  </a:moveTo>
                  <a:cubicBezTo>
                    <a:pt x="179" y="63"/>
                    <a:pt x="179" y="63"/>
                    <a:pt x="179" y="63"/>
                  </a:cubicBezTo>
                  <a:cubicBezTo>
                    <a:pt x="186" y="162"/>
                    <a:pt x="186" y="162"/>
                    <a:pt x="186" y="162"/>
                  </a:cubicBezTo>
                  <a:cubicBezTo>
                    <a:pt x="186" y="162"/>
                    <a:pt x="210" y="246"/>
                    <a:pt x="227" y="271"/>
                  </a:cubicBezTo>
                  <a:cubicBezTo>
                    <a:pt x="245" y="296"/>
                    <a:pt x="252" y="361"/>
                    <a:pt x="252" y="361"/>
                  </a:cubicBezTo>
                  <a:cubicBezTo>
                    <a:pt x="252" y="361"/>
                    <a:pt x="259" y="423"/>
                    <a:pt x="268" y="436"/>
                  </a:cubicBezTo>
                  <a:cubicBezTo>
                    <a:pt x="277" y="449"/>
                    <a:pt x="288" y="544"/>
                    <a:pt x="288" y="544"/>
                  </a:cubicBezTo>
                  <a:cubicBezTo>
                    <a:pt x="288" y="544"/>
                    <a:pt x="366" y="698"/>
                    <a:pt x="435" y="717"/>
                  </a:cubicBezTo>
                  <a:cubicBezTo>
                    <a:pt x="435" y="717"/>
                    <a:pt x="89" y="831"/>
                    <a:pt x="271" y="1034"/>
                  </a:cubicBezTo>
                  <a:cubicBezTo>
                    <a:pt x="271" y="1034"/>
                    <a:pt x="141" y="1066"/>
                    <a:pt x="111" y="1030"/>
                  </a:cubicBezTo>
                  <a:cubicBezTo>
                    <a:pt x="80" y="994"/>
                    <a:pt x="0" y="455"/>
                    <a:pt x="0" y="455"/>
                  </a:cubicBezTo>
                  <a:cubicBezTo>
                    <a:pt x="25" y="0"/>
                    <a:pt x="25" y="0"/>
                    <a:pt x="25" y="0"/>
                  </a:cubicBezTo>
                  <a:cubicBezTo>
                    <a:pt x="146" y="6"/>
                    <a:pt x="146" y="6"/>
                    <a:pt x="146" y="6"/>
                  </a:cubicBezTo>
                </a:path>
              </a:pathLst>
            </a:custGeom>
            <a:solidFill>
              <a:srgbClr val="CED7E7"/>
            </a:solidFill>
            <a:ln>
              <a:noFill/>
            </a:ln>
            <a:extLst>
              <a:ext uri="{91240B29-F687-4F45-9708-019B960494DF}">
                <a14:hiddenLine xmlns:a14="http://schemas.microsoft.com/office/drawing/2010/main" w="9525">
                  <a:solidFill>
                    <a:srgbClr val="000000"/>
                  </a:solidFill>
                  <a:round/>
                  <a:headEnd/>
                  <a:tailEnd/>
                </a14:hiddenLine>
              </a:ext>
            </a:extLst>
          </p:spPr>
          <p:txBody>
            <a:bodyPr wrap="square" lIns="91440" tIns="45720" rIns="91440" bIns="45720" anchor="ctr">
              <a:normAutofit/>
            </a:bodyPr>
            <a:lstStyle/>
            <a:p>
              <a:pPr algn="ctr"/>
              <a:endParaRPr>
                <a:cs typeface="+mn-ea"/>
                <a:sym typeface="+mn-lt"/>
              </a:endParaRPr>
            </a:p>
          </p:txBody>
        </p:sp>
        <p:sp>
          <p:nvSpPr>
            <p:cNvPr id="316" name="任意多边形: 形状 315">
              <a:extLst>
                <a:ext uri="{FF2B5EF4-FFF2-40B4-BE49-F238E27FC236}">
                  <a16:creationId xmlns:a16="http://schemas.microsoft.com/office/drawing/2014/main" id="{C0632A81-1ED2-45D5-ADA2-70F4B022A8CE}"/>
                </a:ext>
              </a:extLst>
            </p:cNvPr>
            <p:cNvSpPr/>
            <p:nvPr/>
          </p:nvSpPr>
          <p:spPr bwMode="auto">
            <a:xfrm>
              <a:off x="5083913" y="3434993"/>
              <a:ext cx="505188" cy="1440213"/>
            </a:xfrm>
            <a:custGeom>
              <a:avLst/>
              <a:gdLst>
                <a:gd name="T0" fmla="*/ 130 w 345"/>
                <a:gd name="T1" fmla="*/ 833 h 984"/>
                <a:gd name="T2" fmla="*/ 130 w 345"/>
                <a:gd name="T3" fmla="*/ 833 h 984"/>
                <a:gd name="T4" fmla="*/ 94 w 345"/>
                <a:gd name="T5" fmla="*/ 849 h 984"/>
                <a:gd name="T6" fmla="*/ 80 w 345"/>
                <a:gd name="T7" fmla="*/ 856 h 984"/>
                <a:gd name="T8" fmla="*/ 58 w 345"/>
                <a:gd name="T9" fmla="*/ 864 h 984"/>
                <a:gd name="T10" fmla="*/ 58 w 345"/>
                <a:gd name="T11" fmla="*/ 864 h 984"/>
                <a:gd name="T12" fmla="*/ 58 w 345"/>
                <a:gd name="T13" fmla="*/ 864 h 984"/>
                <a:gd name="T14" fmla="*/ 58 w 345"/>
                <a:gd name="T15" fmla="*/ 893 h 984"/>
                <a:gd name="T16" fmla="*/ 59 w 345"/>
                <a:gd name="T17" fmla="*/ 933 h 984"/>
                <a:gd name="T18" fmla="*/ 59 w 345"/>
                <a:gd name="T19" fmla="*/ 948 h 984"/>
                <a:gd name="T20" fmla="*/ 59 w 345"/>
                <a:gd name="T21" fmla="*/ 983 h 984"/>
                <a:gd name="T22" fmla="*/ 59 w 345"/>
                <a:gd name="T23" fmla="*/ 983 h 984"/>
                <a:gd name="T24" fmla="*/ 82 w 345"/>
                <a:gd name="T25" fmla="*/ 984 h 984"/>
                <a:gd name="T26" fmla="*/ 181 w 345"/>
                <a:gd name="T27" fmla="*/ 971 h 984"/>
                <a:gd name="T28" fmla="*/ 128 w 345"/>
                <a:gd name="T29" fmla="*/ 856 h 984"/>
                <a:gd name="T30" fmla="*/ 130 w 345"/>
                <a:gd name="T31" fmla="*/ 833 h 984"/>
                <a:gd name="T32" fmla="*/ 72 w 345"/>
                <a:gd name="T33" fmla="*/ 154 h 984"/>
                <a:gd name="T34" fmla="*/ 72 w 345"/>
                <a:gd name="T35" fmla="*/ 154 h 984"/>
                <a:gd name="T36" fmla="*/ 72 w 345"/>
                <a:gd name="T37" fmla="*/ 154 h 984"/>
                <a:gd name="T38" fmla="*/ 45 w 345"/>
                <a:gd name="T39" fmla="*/ 201 h 984"/>
                <a:gd name="T40" fmla="*/ 43 w 345"/>
                <a:gd name="T41" fmla="*/ 199 h 984"/>
                <a:gd name="T42" fmla="*/ 72 w 345"/>
                <a:gd name="T43" fmla="*/ 154 h 984"/>
                <a:gd name="T44" fmla="*/ 89 w 345"/>
                <a:gd name="T45" fmla="*/ 0 h 984"/>
                <a:gd name="T46" fmla="*/ 89 w 345"/>
                <a:gd name="T47" fmla="*/ 0 h 984"/>
                <a:gd name="T48" fmla="*/ 25 w 345"/>
                <a:gd name="T49" fmla="*/ 237 h 984"/>
                <a:gd name="T50" fmla="*/ 16 w 345"/>
                <a:gd name="T51" fmla="*/ 358 h 984"/>
                <a:gd name="T52" fmla="*/ 5 w 345"/>
                <a:gd name="T53" fmla="*/ 453 h 984"/>
                <a:gd name="T54" fmla="*/ 16 w 345"/>
                <a:gd name="T55" fmla="*/ 580 h 984"/>
                <a:gd name="T56" fmla="*/ 17 w 345"/>
                <a:gd name="T57" fmla="*/ 587 h 984"/>
                <a:gd name="T58" fmla="*/ 105 w 345"/>
                <a:gd name="T59" fmla="*/ 577 h 984"/>
                <a:gd name="T60" fmla="*/ 271 w 345"/>
                <a:gd name="T61" fmla="*/ 671 h 984"/>
                <a:gd name="T62" fmla="*/ 273 w 345"/>
                <a:gd name="T63" fmla="*/ 686 h 984"/>
                <a:gd name="T64" fmla="*/ 345 w 345"/>
                <a:gd name="T65" fmla="*/ 654 h 984"/>
                <a:gd name="T66" fmla="*/ 341 w 345"/>
                <a:gd name="T67" fmla="*/ 653 h 984"/>
                <a:gd name="T68" fmla="*/ 260 w 345"/>
                <a:gd name="T69" fmla="*/ 580 h 984"/>
                <a:gd name="T70" fmla="*/ 198 w 345"/>
                <a:gd name="T71" fmla="*/ 481 h 984"/>
                <a:gd name="T72" fmla="*/ 178 w 345"/>
                <a:gd name="T73" fmla="*/ 373 h 984"/>
                <a:gd name="T74" fmla="*/ 173 w 345"/>
                <a:gd name="T75" fmla="*/ 358 h 984"/>
                <a:gd name="T76" fmla="*/ 162 w 345"/>
                <a:gd name="T77" fmla="*/ 298 h 984"/>
                <a:gd name="T78" fmla="*/ 137 w 345"/>
                <a:gd name="T79" fmla="*/ 208 h 984"/>
                <a:gd name="T80" fmla="*/ 96 w 345"/>
                <a:gd name="T81" fmla="*/ 99 h 984"/>
                <a:gd name="T82" fmla="*/ 89 w 345"/>
                <a:gd name="T83" fmla="*/ 0 h 984"/>
                <a:gd name="T84" fmla="*/ 89 w 345"/>
                <a:gd name="T85" fmla="*/ 0 h 9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345" h="984">
                  <a:moveTo>
                    <a:pt x="130" y="833"/>
                  </a:moveTo>
                  <a:cubicBezTo>
                    <a:pt x="130" y="833"/>
                    <a:pt x="130" y="833"/>
                    <a:pt x="130" y="833"/>
                  </a:cubicBezTo>
                  <a:cubicBezTo>
                    <a:pt x="118" y="839"/>
                    <a:pt x="106" y="844"/>
                    <a:pt x="94" y="849"/>
                  </a:cubicBezTo>
                  <a:cubicBezTo>
                    <a:pt x="89" y="852"/>
                    <a:pt x="84" y="854"/>
                    <a:pt x="80" y="856"/>
                  </a:cubicBezTo>
                  <a:cubicBezTo>
                    <a:pt x="72" y="859"/>
                    <a:pt x="65" y="862"/>
                    <a:pt x="58" y="864"/>
                  </a:cubicBezTo>
                  <a:cubicBezTo>
                    <a:pt x="58" y="864"/>
                    <a:pt x="58" y="864"/>
                    <a:pt x="58" y="864"/>
                  </a:cubicBezTo>
                  <a:cubicBezTo>
                    <a:pt x="58" y="864"/>
                    <a:pt x="58" y="864"/>
                    <a:pt x="58" y="864"/>
                  </a:cubicBezTo>
                  <a:cubicBezTo>
                    <a:pt x="58" y="874"/>
                    <a:pt x="58" y="884"/>
                    <a:pt x="58" y="893"/>
                  </a:cubicBezTo>
                  <a:cubicBezTo>
                    <a:pt x="58" y="907"/>
                    <a:pt x="59" y="920"/>
                    <a:pt x="59" y="933"/>
                  </a:cubicBezTo>
                  <a:cubicBezTo>
                    <a:pt x="59" y="938"/>
                    <a:pt x="59" y="943"/>
                    <a:pt x="59" y="948"/>
                  </a:cubicBezTo>
                  <a:cubicBezTo>
                    <a:pt x="59" y="960"/>
                    <a:pt x="59" y="972"/>
                    <a:pt x="59" y="983"/>
                  </a:cubicBezTo>
                  <a:cubicBezTo>
                    <a:pt x="59" y="983"/>
                    <a:pt x="59" y="983"/>
                    <a:pt x="59" y="983"/>
                  </a:cubicBezTo>
                  <a:cubicBezTo>
                    <a:pt x="66" y="984"/>
                    <a:pt x="74" y="984"/>
                    <a:pt x="82" y="984"/>
                  </a:cubicBezTo>
                  <a:cubicBezTo>
                    <a:pt x="128" y="984"/>
                    <a:pt x="181" y="971"/>
                    <a:pt x="181" y="971"/>
                  </a:cubicBezTo>
                  <a:cubicBezTo>
                    <a:pt x="143" y="929"/>
                    <a:pt x="128" y="891"/>
                    <a:pt x="128" y="856"/>
                  </a:cubicBezTo>
                  <a:cubicBezTo>
                    <a:pt x="128" y="848"/>
                    <a:pt x="129" y="840"/>
                    <a:pt x="130" y="833"/>
                  </a:cubicBezTo>
                  <a:moveTo>
                    <a:pt x="72" y="154"/>
                  </a:moveTo>
                  <a:cubicBezTo>
                    <a:pt x="72" y="154"/>
                    <a:pt x="72" y="154"/>
                    <a:pt x="72" y="154"/>
                  </a:cubicBezTo>
                  <a:cubicBezTo>
                    <a:pt x="72" y="154"/>
                    <a:pt x="72" y="154"/>
                    <a:pt x="72" y="154"/>
                  </a:cubicBezTo>
                  <a:cubicBezTo>
                    <a:pt x="71" y="158"/>
                    <a:pt x="54" y="201"/>
                    <a:pt x="45" y="201"/>
                  </a:cubicBezTo>
                  <a:cubicBezTo>
                    <a:pt x="44" y="201"/>
                    <a:pt x="43" y="200"/>
                    <a:pt x="43" y="199"/>
                  </a:cubicBezTo>
                  <a:cubicBezTo>
                    <a:pt x="35" y="189"/>
                    <a:pt x="70" y="160"/>
                    <a:pt x="72" y="154"/>
                  </a:cubicBezTo>
                  <a:moveTo>
                    <a:pt x="89" y="0"/>
                  </a:moveTo>
                  <a:cubicBezTo>
                    <a:pt x="89" y="0"/>
                    <a:pt x="89" y="0"/>
                    <a:pt x="89" y="0"/>
                  </a:cubicBezTo>
                  <a:cubicBezTo>
                    <a:pt x="25" y="237"/>
                    <a:pt x="25" y="237"/>
                    <a:pt x="25" y="237"/>
                  </a:cubicBezTo>
                  <a:cubicBezTo>
                    <a:pt x="25" y="237"/>
                    <a:pt x="22" y="297"/>
                    <a:pt x="16" y="358"/>
                  </a:cubicBezTo>
                  <a:cubicBezTo>
                    <a:pt x="13" y="393"/>
                    <a:pt x="9" y="428"/>
                    <a:pt x="5" y="453"/>
                  </a:cubicBezTo>
                  <a:cubicBezTo>
                    <a:pt x="0" y="480"/>
                    <a:pt x="6" y="530"/>
                    <a:pt x="16" y="580"/>
                  </a:cubicBezTo>
                  <a:cubicBezTo>
                    <a:pt x="16" y="582"/>
                    <a:pt x="16" y="584"/>
                    <a:pt x="17" y="587"/>
                  </a:cubicBezTo>
                  <a:cubicBezTo>
                    <a:pt x="45" y="580"/>
                    <a:pt x="75" y="577"/>
                    <a:pt x="105" y="577"/>
                  </a:cubicBezTo>
                  <a:cubicBezTo>
                    <a:pt x="183" y="577"/>
                    <a:pt x="257" y="601"/>
                    <a:pt x="271" y="671"/>
                  </a:cubicBezTo>
                  <a:cubicBezTo>
                    <a:pt x="272" y="676"/>
                    <a:pt x="273" y="681"/>
                    <a:pt x="273" y="686"/>
                  </a:cubicBezTo>
                  <a:cubicBezTo>
                    <a:pt x="313" y="665"/>
                    <a:pt x="345" y="654"/>
                    <a:pt x="345" y="654"/>
                  </a:cubicBezTo>
                  <a:cubicBezTo>
                    <a:pt x="344" y="654"/>
                    <a:pt x="343" y="653"/>
                    <a:pt x="341" y="653"/>
                  </a:cubicBezTo>
                  <a:cubicBezTo>
                    <a:pt x="313" y="643"/>
                    <a:pt x="284" y="613"/>
                    <a:pt x="260" y="580"/>
                  </a:cubicBezTo>
                  <a:cubicBezTo>
                    <a:pt x="224" y="533"/>
                    <a:pt x="198" y="481"/>
                    <a:pt x="198" y="481"/>
                  </a:cubicBezTo>
                  <a:cubicBezTo>
                    <a:pt x="198" y="481"/>
                    <a:pt x="187" y="386"/>
                    <a:pt x="178" y="373"/>
                  </a:cubicBezTo>
                  <a:cubicBezTo>
                    <a:pt x="176" y="370"/>
                    <a:pt x="174" y="365"/>
                    <a:pt x="173" y="358"/>
                  </a:cubicBezTo>
                  <a:cubicBezTo>
                    <a:pt x="166" y="336"/>
                    <a:pt x="162" y="298"/>
                    <a:pt x="162" y="298"/>
                  </a:cubicBezTo>
                  <a:cubicBezTo>
                    <a:pt x="162" y="298"/>
                    <a:pt x="155" y="233"/>
                    <a:pt x="137" y="208"/>
                  </a:cubicBezTo>
                  <a:cubicBezTo>
                    <a:pt x="120" y="183"/>
                    <a:pt x="96" y="99"/>
                    <a:pt x="96" y="99"/>
                  </a:cubicBezTo>
                  <a:cubicBezTo>
                    <a:pt x="89" y="0"/>
                    <a:pt x="89" y="0"/>
                    <a:pt x="89" y="0"/>
                  </a:cubicBezTo>
                  <a:cubicBezTo>
                    <a:pt x="89" y="0"/>
                    <a:pt x="89" y="0"/>
                    <a:pt x="89" y="0"/>
                  </a:cubicBezTo>
                </a:path>
              </a:pathLst>
            </a:custGeom>
            <a:solidFill>
              <a:srgbClr val="C3CCDB"/>
            </a:solidFill>
            <a:ln>
              <a:noFill/>
            </a:ln>
            <a:extLst>
              <a:ext uri="{91240B29-F687-4F45-9708-019B960494DF}">
                <a14:hiddenLine xmlns:a14="http://schemas.microsoft.com/office/drawing/2010/main" w="9525">
                  <a:solidFill>
                    <a:srgbClr val="000000"/>
                  </a:solidFill>
                  <a:round/>
                  <a:headEnd/>
                  <a:tailEnd/>
                </a14:hiddenLine>
              </a:ext>
            </a:extLst>
          </p:spPr>
          <p:txBody>
            <a:bodyPr wrap="square" lIns="91440" tIns="45720" rIns="91440" bIns="45720" anchor="ctr">
              <a:normAutofit/>
            </a:bodyPr>
            <a:lstStyle/>
            <a:p>
              <a:pPr algn="ctr"/>
              <a:endParaRPr>
                <a:cs typeface="+mn-ea"/>
                <a:sym typeface="+mn-lt"/>
              </a:endParaRPr>
            </a:p>
          </p:txBody>
        </p:sp>
        <p:sp>
          <p:nvSpPr>
            <p:cNvPr id="317" name="任意多边形: 形状 316">
              <a:extLst>
                <a:ext uri="{FF2B5EF4-FFF2-40B4-BE49-F238E27FC236}">
                  <a16:creationId xmlns:a16="http://schemas.microsoft.com/office/drawing/2014/main" id="{C1B2BD86-2503-49C7-A6C1-52BB90247643}"/>
                </a:ext>
              </a:extLst>
            </p:cNvPr>
            <p:cNvSpPr/>
            <p:nvPr/>
          </p:nvSpPr>
          <p:spPr bwMode="auto">
            <a:xfrm>
              <a:off x="3881738" y="2179732"/>
              <a:ext cx="813438" cy="810013"/>
            </a:xfrm>
            <a:custGeom>
              <a:avLst/>
              <a:gdLst>
                <a:gd name="T0" fmla="*/ 456 w 555"/>
                <a:gd name="T1" fmla="*/ 249 h 554"/>
                <a:gd name="T2" fmla="*/ 465 w 555"/>
                <a:gd name="T3" fmla="*/ 400 h 554"/>
                <a:gd name="T4" fmla="*/ 411 w 555"/>
                <a:gd name="T5" fmla="*/ 554 h 554"/>
                <a:gd name="T6" fmla="*/ 35 w 555"/>
                <a:gd name="T7" fmla="*/ 270 h 554"/>
                <a:gd name="T8" fmla="*/ 56 w 555"/>
                <a:gd name="T9" fmla="*/ 90 h 554"/>
                <a:gd name="T10" fmla="*/ 51 w 555"/>
                <a:gd name="T11" fmla="*/ 0 h 554"/>
                <a:gd name="T12" fmla="*/ 488 w 555"/>
                <a:gd name="T13" fmla="*/ 164 h 554"/>
                <a:gd name="T14" fmla="*/ 456 w 555"/>
                <a:gd name="T15" fmla="*/ 249 h 55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55" h="554">
                  <a:moveTo>
                    <a:pt x="456" y="249"/>
                  </a:moveTo>
                  <a:cubicBezTo>
                    <a:pt x="446" y="299"/>
                    <a:pt x="449" y="351"/>
                    <a:pt x="465" y="400"/>
                  </a:cubicBezTo>
                  <a:cubicBezTo>
                    <a:pt x="411" y="554"/>
                    <a:pt x="411" y="554"/>
                    <a:pt x="411" y="554"/>
                  </a:cubicBezTo>
                  <a:cubicBezTo>
                    <a:pt x="411" y="554"/>
                    <a:pt x="0" y="326"/>
                    <a:pt x="35" y="270"/>
                  </a:cubicBezTo>
                  <a:cubicBezTo>
                    <a:pt x="55" y="239"/>
                    <a:pt x="57" y="156"/>
                    <a:pt x="56" y="90"/>
                  </a:cubicBezTo>
                  <a:cubicBezTo>
                    <a:pt x="54" y="40"/>
                    <a:pt x="51" y="0"/>
                    <a:pt x="51" y="0"/>
                  </a:cubicBezTo>
                  <a:cubicBezTo>
                    <a:pt x="51" y="0"/>
                    <a:pt x="555" y="49"/>
                    <a:pt x="488" y="164"/>
                  </a:cubicBezTo>
                  <a:cubicBezTo>
                    <a:pt x="473" y="190"/>
                    <a:pt x="462" y="219"/>
                    <a:pt x="456" y="249"/>
                  </a:cubicBezTo>
                </a:path>
              </a:pathLst>
            </a:custGeom>
            <a:solidFill>
              <a:srgbClr val="FFA2A2"/>
            </a:solidFill>
            <a:ln>
              <a:noFill/>
            </a:ln>
            <a:extLst>
              <a:ext uri="{91240B29-F687-4F45-9708-019B960494DF}">
                <a14:hiddenLine xmlns:a14="http://schemas.microsoft.com/office/drawing/2010/main" w="9525">
                  <a:solidFill>
                    <a:srgbClr val="000000"/>
                  </a:solidFill>
                  <a:round/>
                  <a:headEnd/>
                  <a:tailEnd/>
                </a14:hiddenLine>
              </a:ext>
            </a:extLst>
          </p:spPr>
          <p:txBody>
            <a:bodyPr wrap="square" lIns="91440" tIns="45720" rIns="91440" bIns="45720" anchor="ctr">
              <a:normAutofit/>
            </a:bodyPr>
            <a:lstStyle/>
            <a:p>
              <a:pPr algn="ctr"/>
              <a:endParaRPr>
                <a:cs typeface="+mn-ea"/>
                <a:sym typeface="+mn-lt"/>
              </a:endParaRPr>
            </a:p>
          </p:txBody>
        </p:sp>
        <p:sp>
          <p:nvSpPr>
            <p:cNvPr id="318" name="任意多边形: 形状 317">
              <a:extLst>
                <a:ext uri="{FF2B5EF4-FFF2-40B4-BE49-F238E27FC236}">
                  <a16:creationId xmlns:a16="http://schemas.microsoft.com/office/drawing/2014/main" id="{83A4C28F-6556-45A6-A176-67B131C921E9}"/>
                </a:ext>
              </a:extLst>
            </p:cNvPr>
            <p:cNvSpPr/>
            <p:nvPr/>
          </p:nvSpPr>
          <p:spPr bwMode="auto">
            <a:xfrm>
              <a:off x="3963938" y="2303032"/>
              <a:ext cx="589100" cy="263725"/>
            </a:xfrm>
            <a:custGeom>
              <a:avLst/>
              <a:gdLst>
                <a:gd name="T0" fmla="*/ 1 w 402"/>
                <a:gd name="T1" fmla="*/ 0 h 181"/>
                <a:gd name="T2" fmla="*/ 0 w 402"/>
                <a:gd name="T3" fmla="*/ 6 h 181"/>
                <a:gd name="T4" fmla="*/ 297 w 402"/>
                <a:gd name="T5" fmla="*/ 181 h 181"/>
                <a:gd name="T6" fmla="*/ 400 w 402"/>
                <a:gd name="T7" fmla="*/ 165 h 181"/>
                <a:gd name="T8" fmla="*/ 402 w 402"/>
                <a:gd name="T9" fmla="*/ 155 h 181"/>
                <a:gd name="T10" fmla="*/ 297 w 402"/>
                <a:gd name="T11" fmla="*/ 172 h 181"/>
                <a:gd name="T12" fmla="*/ 296 w 402"/>
                <a:gd name="T13" fmla="*/ 172 h 181"/>
                <a:gd name="T14" fmla="*/ 1 w 402"/>
                <a:gd name="T15" fmla="*/ 0 h 18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02" h="181">
                  <a:moveTo>
                    <a:pt x="1" y="0"/>
                  </a:moveTo>
                  <a:cubicBezTo>
                    <a:pt x="1" y="2"/>
                    <a:pt x="0" y="4"/>
                    <a:pt x="0" y="6"/>
                  </a:cubicBezTo>
                  <a:cubicBezTo>
                    <a:pt x="61" y="116"/>
                    <a:pt x="176" y="181"/>
                    <a:pt x="297" y="181"/>
                  </a:cubicBezTo>
                  <a:cubicBezTo>
                    <a:pt x="331" y="181"/>
                    <a:pt x="366" y="175"/>
                    <a:pt x="400" y="165"/>
                  </a:cubicBezTo>
                  <a:cubicBezTo>
                    <a:pt x="401" y="161"/>
                    <a:pt x="401" y="158"/>
                    <a:pt x="402" y="155"/>
                  </a:cubicBezTo>
                  <a:cubicBezTo>
                    <a:pt x="369" y="166"/>
                    <a:pt x="333" y="172"/>
                    <a:pt x="297" y="172"/>
                  </a:cubicBezTo>
                  <a:cubicBezTo>
                    <a:pt x="297" y="172"/>
                    <a:pt x="296" y="172"/>
                    <a:pt x="296" y="172"/>
                  </a:cubicBezTo>
                  <a:cubicBezTo>
                    <a:pt x="170" y="172"/>
                    <a:pt x="59" y="103"/>
                    <a:pt x="1" y="0"/>
                  </a:cubicBezTo>
                </a:path>
              </a:pathLst>
            </a:custGeom>
            <a:solidFill>
              <a:srgbClr val="E59191"/>
            </a:solidFill>
            <a:ln>
              <a:noFill/>
            </a:ln>
            <a:extLst>
              <a:ext uri="{91240B29-F687-4F45-9708-019B960494DF}">
                <a14:hiddenLine xmlns:a14="http://schemas.microsoft.com/office/drawing/2010/main" w="9525">
                  <a:solidFill>
                    <a:srgbClr val="000000"/>
                  </a:solidFill>
                  <a:round/>
                  <a:headEnd/>
                  <a:tailEnd/>
                </a14:hiddenLine>
              </a:ext>
            </a:extLst>
          </p:spPr>
          <p:txBody>
            <a:bodyPr wrap="square" lIns="91440" tIns="45720" rIns="91440" bIns="45720" anchor="ctr">
              <a:normAutofit fontScale="32500" lnSpcReduction="20000"/>
            </a:bodyPr>
            <a:lstStyle/>
            <a:p>
              <a:pPr algn="ctr"/>
              <a:endParaRPr>
                <a:cs typeface="+mn-ea"/>
                <a:sym typeface="+mn-lt"/>
              </a:endParaRPr>
            </a:p>
          </p:txBody>
        </p:sp>
        <p:sp>
          <p:nvSpPr>
            <p:cNvPr id="319" name="任意多边形: 形状 318">
              <a:extLst>
                <a:ext uri="{FF2B5EF4-FFF2-40B4-BE49-F238E27FC236}">
                  <a16:creationId xmlns:a16="http://schemas.microsoft.com/office/drawing/2014/main" id="{CF73845C-E826-492F-AB3E-0A1D93A4FD27}"/>
                </a:ext>
              </a:extLst>
            </p:cNvPr>
            <p:cNvSpPr/>
            <p:nvPr/>
          </p:nvSpPr>
          <p:spPr bwMode="auto">
            <a:xfrm>
              <a:off x="3900576" y="1511857"/>
              <a:ext cx="994963" cy="1041200"/>
            </a:xfrm>
            <a:custGeom>
              <a:avLst/>
              <a:gdLst>
                <a:gd name="T0" fmla="*/ 679 w 679"/>
                <a:gd name="T1" fmla="*/ 374 h 713"/>
                <a:gd name="T2" fmla="*/ 340 w 679"/>
                <a:gd name="T3" fmla="*/ 713 h 713"/>
                <a:gd name="T4" fmla="*/ 0 w 679"/>
                <a:gd name="T5" fmla="*/ 374 h 713"/>
                <a:gd name="T6" fmla="*/ 62 w 679"/>
                <a:gd name="T7" fmla="*/ 178 h 713"/>
                <a:gd name="T8" fmla="*/ 78 w 679"/>
                <a:gd name="T9" fmla="*/ 158 h 713"/>
                <a:gd name="T10" fmla="*/ 188 w 679"/>
                <a:gd name="T11" fmla="*/ 70 h 713"/>
                <a:gd name="T12" fmla="*/ 261 w 679"/>
                <a:gd name="T13" fmla="*/ 44 h 713"/>
                <a:gd name="T14" fmla="*/ 670 w 679"/>
                <a:gd name="T15" fmla="*/ 296 h 713"/>
                <a:gd name="T16" fmla="*/ 675 w 679"/>
                <a:gd name="T17" fmla="*/ 319 h 713"/>
                <a:gd name="T18" fmla="*/ 679 w 679"/>
                <a:gd name="T19" fmla="*/ 374 h 7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79" h="713">
                  <a:moveTo>
                    <a:pt x="679" y="374"/>
                  </a:moveTo>
                  <a:cubicBezTo>
                    <a:pt x="679" y="561"/>
                    <a:pt x="527" y="713"/>
                    <a:pt x="340" y="713"/>
                  </a:cubicBezTo>
                  <a:cubicBezTo>
                    <a:pt x="152" y="713"/>
                    <a:pt x="0" y="561"/>
                    <a:pt x="0" y="374"/>
                  </a:cubicBezTo>
                  <a:cubicBezTo>
                    <a:pt x="0" y="304"/>
                    <a:pt x="22" y="235"/>
                    <a:pt x="62" y="178"/>
                  </a:cubicBezTo>
                  <a:cubicBezTo>
                    <a:pt x="67" y="171"/>
                    <a:pt x="72" y="164"/>
                    <a:pt x="78" y="158"/>
                  </a:cubicBezTo>
                  <a:cubicBezTo>
                    <a:pt x="108" y="121"/>
                    <a:pt x="146" y="91"/>
                    <a:pt x="188" y="70"/>
                  </a:cubicBezTo>
                  <a:cubicBezTo>
                    <a:pt x="211" y="58"/>
                    <a:pt x="236" y="49"/>
                    <a:pt x="261" y="44"/>
                  </a:cubicBezTo>
                  <a:cubicBezTo>
                    <a:pt x="443" y="0"/>
                    <a:pt x="627" y="113"/>
                    <a:pt x="670" y="296"/>
                  </a:cubicBezTo>
                  <a:cubicBezTo>
                    <a:pt x="672" y="304"/>
                    <a:pt x="673" y="311"/>
                    <a:pt x="675" y="319"/>
                  </a:cubicBezTo>
                  <a:cubicBezTo>
                    <a:pt x="677" y="337"/>
                    <a:pt x="679" y="355"/>
                    <a:pt x="679" y="374"/>
                  </a:cubicBezTo>
                </a:path>
              </a:pathLst>
            </a:custGeom>
            <a:solidFill>
              <a:srgbClr val="FFA2A2"/>
            </a:solidFill>
            <a:ln>
              <a:noFill/>
            </a:ln>
            <a:extLst>
              <a:ext uri="{91240B29-F687-4F45-9708-019B960494DF}">
                <a14:hiddenLine xmlns:a14="http://schemas.microsoft.com/office/drawing/2010/main" w="9525">
                  <a:solidFill>
                    <a:srgbClr val="000000"/>
                  </a:solidFill>
                  <a:round/>
                  <a:headEnd/>
                  <a:tailEnd/>
                </a14:hiddenLine>
              </a:ext>
            </a:extLst>
          </p:spPr>
          <p:txBody>
            <a:bodyPr wrap="square" lIns="91440" tIns="45720" rIns="91440" bIns="45720" anchor="ctr">
              <a:normAutofit/>
            </a:bodyPr>
            <a:lstStyle/>
            <a:p>
              <a:pPr algn="ctr"/>
              <a:endParaRPr>
                <a:cs typeface="+mn-ea"/>
                <a:sym typeface="+mn-lt"/>
              </a:endParaRPr>
            </a:p>
          </p:txBody>
        </p:sp>
        <p:sp>
          <p:nvSpPr>
            <p:cNvPr id="320" name="任意多边形: 形状 319">
              <a:extLst>
                <a:ext uri="{FF2B5EF4-FFF2-40B4-BE49-F238E27FC236}">
                  <a16:creationId xmlns:a16="http://schemas.microsoft.com/office/drawing/2014/main" id="{EC27334C-C287-44A4-8027-8ADBE19CA13B}"/>
                </a:ext>
              </a:extLst>
            </p:cNvPr>
            <p:cNvSpPr/>
            <p:nvPr/>
          </p:nvSpPr>
          <p:spPr bwMode="auto">
            <a:xfrm>
              <a:off x="2946713" y="2410919"/>
              <a:ext cx="2267350" cy="2623549"/>
            </a:xfrm>
            <a:custGeom>
              <a:avLst/>
              <a:gdLst>
                <a:gd name="T0" fmla="*/ 1476 w 1549"/>
                <a:gd name="T1" fmla="*/ 1281 h 1795"/>
                <a:gd name="T2" fmla="*/ 1479 w 1549"/>
                <a:gd name="T3" fmla="*/ 1296 h 1795"/>
                <a:gd name="T4" fmla="*/ 1505 w 1549"/>
                <a:gd name="T5" fmla="*/ 1409 h 1795"/>
                <a:gd name="T6" fmla="*/ 1515 w 1549"/>
                <a:gd name="T7" fmla="*/ 1475 h 1795"/>
                <a:gd name="T8" fmla="*/ 1517 w 1549"/>
                <a:gd name="T9" fmla="*/ 1531 h 1795"/>
                <a:gd name="T10" fmla="*/ 1518 w 1549"/>
                <a:gd name="T11" fmla="*/ 1565 h 1795"/>
                <a:gd name="T12" fmla="*/ 1519 w 1549"/>
                <a:gd name="T13" fmla="*/ 1634 h 1795"/>
                <a:gd name="T14" fmla="*/ 1519 w 1549"/>
                <a:gd name="T15" fmla="*/ 1684 h 1795"/>
                <a:gd name="T16" fmla="*/ 1512 w 1549"/>
                <a:gd name="T17" fmla="*/ 1753 h 1795"/>
                <a:gd name="T18" fmla="*/ 1497 w 1549"/>
                <a:gd name="T19" fmla="*/ 1785 h 1795"/>
                <a:gd name="T20" fmla="*/ 1389 w 1549"/>
                <a:gd name="T21" fmla="*/ 1703 h 1795"/>
                <a:gd name="T22" fmla="*/ 1371 w 1549"/>
                <a:gd name="T23" fmla="*/ 1693 h 1795"/>
                <a:gd name="T24" fmla="*/ 1196 w 1549"/>
                <a:gd name="T25" fmla="*/ 1657 h 1795"/>
                <a:gd name="T26" fmla="*/ 1137 w 1549"/>
                <a:gd name="T27" fmla="*/ 1678 h 1795"/>
                <a:gd name="T28" fmla="*/ 1053 w 1549"/>
                <a:gd name="T29" fmla="*/ 1704 h 1795"/>
                <a:gd name="T30" fmla="*/ 780 w 1549"/>
                <a:gd name="T31" fmla="*/ 1763 h 1795"/>
                <a:gd name="T32" fmla="*/ 443 w 1549"/>
                <a:gd name="T33" fmla="*/ 1766 h 1795"/>
                <a:gd name="T34" fmla="*/ 440 w 1549"/>
                <a:gd name="T35" fmla="*/ 1765 h 1795"/>
                <a:gd name="T36" fmla="*/ 428 w 1549"/>
                <a:gd name="T37" fmla="*/ 1761 h 1795"/>
                <a:gd name="T38" fmla="*/ 388 w 1549"/>
                <a:gd name="T39" fmla="*/ 1747 h 1795"/>
                <a:gd name="T40" fmla="*/ 350 w 1549"/>
                <a:gd name="T41" fmla="*/ 1731 h 1795"/>
                <a:gd name="T42" fmla="*/ 308 w 1549"/>
                <a:gd name="T43" fmla="*/ 1709 h 1795"/>
                <a:gd name="T44" fmla="*/ 273 w 1549"/>
                <a:gd name="T45" fmla="*/ 1665 h 1795"/>
                <a:gd name="T46" fmla="*/ 257 w 1549"/>
                <a:gd name="T47" fmla="*/ 1583 h 1795"/>
                <a:gd name="T48" fmla="*/ 245 w 1549"/>
                <a:gd name="T49" fmla="*/ 1523 h 1795"/>
                <a:gd name="T50" fmla="*/ 220 w 1549"/>
                <a:gd name="T51" fmla="*/ 1397 h 1795"/>
                <a:gd name="T52" fmla="*/ 208 w 1549"/>
                <a:gd name="T53" fmla="*/ 1337 h 1795"/>
                <a:gd name="T54" fmla="*/ 182 w 1549"/>
                <a:gd name="T55" fmla="*/ 1212 h 1795"/>
                <a:gd name="T56" fmla="*/ 170 w 1549"/>
                <a:gd name="T57" fmla="*/ 1152 h 1795"/>
                <a:gd name="T58" fmla="*/ 145 w 1549"/>
                <a:gd name="T59" fmla="*/ 1026 h 1795"/>
                <a:gd name="T60" fmla="*/ 133 w 1549"/>
                <a:gd name="T61" fmla="*/ 966 h 1795"/>
                <a:gd name="T62" fmla="*/ 122 w 1549"/>
                <a:gd name="T63" fmla="*/ 911 h 1795"/>
                <a:gd name="T64" fmla="*/ 74 w 1549"/>
                <a:gd name="T65" fmla="*/ 840 h 1795"/>
                <a:gd name="T66" fmla="*/ 47 w 1549"/>
                <a:gd name="T67" fmla="*/ 799 h 1795"/>
                <a:gd name="T68" fmla="*/ 35 w 1549"/>
                <a:gd name="T69" fmla="*/ 781 h 1795"/>
                <a:gd name="T70" fmla="*/ 23 w 1549"/>
                <a:gd name="T71" fmla="*/ 704 h 1795"/>
                <a:gd name="T72" fmla="*/ 59 w 1549"/>
                <a:gd name="T73" fmla="*/ 654 h 1795"/>
                <a:gd name="T74" fmla="*/ 91 w 1549"/>
                <a:gd name="T75" fmla="*/ 609 h 1795"/>
                <a:gd name="T76" fmla="*/ 101 w 1549"/>
                <a:gd name="T77" fmla="*/ 594 h 1795"/>
                <a:gd name="T78" fmla="*/ 205 w 1549"/>
                <a:gd name="T79" fmla="*/ 451 h 1795"/>
                <a:gd name="T80" fmla="*/ 300 w 1549"/>
                <a:gd name="T81" fmla="*/ 340 h 1795"/>
                <a:gd name="T82" fmla="*/ 470 w 1549"/>
                <a:gd name="T83" fmla="*/ 226 h 1795"/>
                <a:gd name="T84" fmla="*/ 534 w 1549"/>
                <a:gd name="T85" fmla="*/ 177 h 1795"/>
                <a:gd name="T86" fmla="*/ 600 w 1549"/>
                <a:gd name="T87" fmla="*/ 153 h 1795"/>
                <a:gd name="T88" fmla="*/ 644 w 1549"/>
                <a:gd name="T89" fmla="*/ 79 h 1795"/>
                <a:gd name="T90" fmla="*/ 691 w 1549"/>
                <a:gd name="T91" fmla="*/ 12 h 1795"/>
                <a:gd name="T92" fmla="*/ 783 w 1549"/>
                <a:gd name="T93" fmla="*/ 118 h 1795"/>
                <a:gd name="T94" fmla="*/ 979 w 1549"/>
                <a:gd name="T95" fmla="*/ 286 h 1795"/>
                <a:gd name="T96" fmla="*/ 983 w 1549"/>
                <a:gd name="T97" fmla="*/ 290 h 1795"/>
                <a:gd name="T98" fmla="*/ 1022 w 1549"/>
                <a:gd name="T99" fmla="*/ 289 h 1795"/>
                <a:gd name="T100" fmla="*/ 1070 w 1549"/>
                <a:gd name="T101" fmla="*/ 245 h 1795"/>
                <a:gd name="T102" fmla="*/ 1091 w 1549"/>
                <a:gd name="T103" fmla="*/ 120 h 1795"/>
                <a:gd name="T104" fmla="*/ 1240 w 1549"/>
                <a:gd name="T105" fmla="*/ 308 h 1795"/>
                <a:gd name="T106" fmla="*/ 1367 w 1549"/>
                <a:gd name="T107" fmla="*/ 393 h 1795"/>
                <a:gd name="T108" fmla="*/ 1372 w 1549"/>
                <a:gd name="T109" fmla="*/ 396 h 1795"/>
                <a:gd name="T110" fmla="*/ 1382 w 1549"/>
                <a:gd name="T111" fmla="*/ 400 h 1795"/>
                <a:gd name="T112" fmla="*/ 1401 w 1549"/>
                <a:gd name="T113" fmla="*/ 409 h 1795"/>
                <a:gd name="T114" fmla="*/ 1420 w 1549"/>
                <a:gd name="T115" fmla="*/ 428 h 1795"/>
                <a:gd name="T116" fmla="*/ 1430 w 1549"/>
                <a:gd name="T117" fmla="*/ 441 h 1795"/>
                <a:gd name="T118" fmla="*/ 1518 w 1549"/>
                <a:gd name="T119" fmla="*/ 571 h 1795"/>
                <a:gd name="T120" fmla="*/ 1485 w 1549"/>
                <a:gd name="T121" fmla="*/ 938 h 1795"/>
                <a:gd name="T122" fmla="*/ 1465 w 1549"/>
                <a:gd name="T123" fmla="*/ 1154 h 17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1549" h="1795">
                  <a:moveTo>
                    <a:pt x="1465" y="1154"/>
                  </a:moveTo>
                  <a:cubicBezTo>
                    <a:pt x="1460" y="1181"/>
                    <a:pt x="1466" y="1231"/>
                    <a:pt x="1476" y="1281"/>
                  </a:cubicBezTo>
                  <a:cubicBezTo>
                    <a:pt x="1476" y="1283"/>
                    <a:pt x="1476" y="1285"/>
                    <a:pt x="1477" y="1288"/>
                  </a:cubicBezTo>
                  <a:cubicBezTo>
                    <a:pt x="1477" y="1290"/>
                    <a:pt x="1478" y="1293"/>
                    <a:pt x="1479" y="1296"/>
                  </a:cubicBezTo>
                  <a:cubicBezTo>
                    <a:pt x="1483" y="1318"/>
                    <a:pt x="1488" y="1339"/>
                    <a:pt x="1493" y="1359"/>
                  </a:cubicBezTo>
                  <a:cubicBezTo>
                    <a:pt x="1497" y="1378"/>
                    <a:pt x="1501" y="1395"/>
                    <a:pt x="1505" y="1409"/>
                  </a:cubicBezTo>
                  <a:cubicBezTo>
                    <a:pt x="1511" y="1429"/>
                    <a:pt x="1514" y="1442"/>
                    <a:pt x="1514" y="1442"/>
                  </a:cubicBezTo>
                  <a:cubicBezTo>
                    <a:pt x="1514" y="1442"/>
                    <a:pt x="1515" y="1455"/>
                    <a:pt x="1515" y="1475"/>
                  </a:cubicBezTo>
                  <a:cubicBezTo>
                    <a:pt x="1516" y="1487"/>
                    <a:pt x="1516" y="1501"/>
                    <a:pt x="1517" y="1517"/>
                  </a:cubicBezTo>
                  <a:cubicBezTo>
                    <a:pt x="1517" y="1521"/>
                    <a:pt x="1517" y="1526"/>
                    <a:pt x="1517" y="1531"/>
                  </a:cubicBezTo>
                  <a:cubicBezTo>
                    <a:pt x="1517" y="1539"/>
                    <a:pt x="1517" y="1548"/>
                    <a:pt x="1518" y="1557"/>
                  </a:cubicBezTo>
                  <a:cubicBezTo>
                    <a:pt x="1518" y="1560"/>
                    <a:pt x="1518" y="1562"/>
                    <a:pt x="1518" y="1565"/>
                  </a:cubicBezTo>
                  <a:cubicBezTo>
                    <a:pt x="1518" y="1575"/>
                    <a:pt x="1518" y="1585"/>
                    <a:pt x="1518" y="1594"/>
                  </a:cubicBezTo>
                  <a:cubicBezTo>
                    <a:pt x="1518" y="1608"/>
                    <a:pt x="1519" y="1621"/>
                    <a:pt x="1519" y="1634"/>
                  </a:cubicBezTo>
                  <a:cubicBezTo>
                    <a:pt x="1519" y="1639"/>
                    <a:pt x="1519" y="1644"/>
                    <a:pt x="1519" y="1649"/>
                  </a:cubicBezTo>
                  <a:cubicBezTo>
                    <a:pt x="1519" y="1661"/>
                    <a:pt x="1519" y="1673"/>
                    <a:pt x="1519" y="1684"/>
                  </a:cubicBezTo>
                  <a:cubicBezTo>
                    <a:pt x="1518" y="1715"/>
                    <a:pt x="1517" y="1738"/>
                    <a:pt x="1514" y="1745"/>
                  </a:cubicBezTo>
                  <a:cubicBezTo>
                    <a:pt x="1513" y="1747"/>
                    <a:pt x="1513" y="1750"/>
                    <a:pt x="1512" y="1753"/>
                  </a:cubicBezTo>
                  <a:cubicBezTo>
                    <a:pt x="1508" y="1765"/>
                    <a:pt x="1506" y="1778"/>
                    <a:pt x="1504" y="1790"/>
                  </a:cubicBezTo>
                  <a:cubicBezTo>
                    <a:pt x="1497" y="1785"/>
                    <a:pt x="1497" y="1785"/>
                    <a:pt x="1497" y="1785"/>
                  </a:cubicBezTo>
                  <a:cubicBezTo>
                    <a:pt x="1484" y="1774"/>
                    <a:pt x="1472" y="1763"/>
                    <a:pt x="1459" y="1753"/>
                  </a:cubicBezTo>
                  <a:cubicBezTo>
                    <a:pt x="1437" y="1734"/>
                    <a:pt x="1414" y="1718"/>
                    <a:pt x="1389" y="1703"/>
                  </a:cubicBezTo>
                  <a:cubicBezTo>
                    <a:pt x="1388" y="1702"/>
                    <a:pt x="1386" y="1701"/>
                    <a:pt x="1385" y="1700"/>
                  </a:cubicBezTo>
                  <a:cubicBezTo>
                    <a:pt x="1380" y="1698"/>
                    <a:pt x="1375" y="1695"/>
                    <a:pt x="1371" y="1693"/>
                  </a:cubicBezTo>
                  <a:cubicBezTo>
                    <a:pt x="1361" y="1688"/>
                    <a:pt x="1351" y="1684"/>
                    <a:pt x="1341" y="1680"/>
                  </a:cubicBezTo>
                  <a:cubicBezTo>
                    <a:pt x="1295" y="1662"/>
                    <a:pt x="1246" y="1656"/>
                    <a:pt x="1196" y="1657"/>
                  </a:cubicBezTo>
                  <a:cubicBezTo>
                    <a:pt x="1176" y="1665"/>
                    <a:pt x="1163" y="1670"/>
                    <a:pt x="1163" y="1670"/>
                  </a:cubicBezTo>
                  <a:cubicBezTo>
                    <a:pt x="1137" y="1678"/>
                    <a:pt x="1137" y="1678"/>
                    <a:pt x="1137" y="1678"/>
                  </a:cubicBezTo>
                  <a:cubicBezTo>
                    <a:pt x="1133" y="1679"/>
                    <a:pt x="1133" y="1679"/>
                    <a:pt x="1133" y="1679"/>
                  </a:cubicBezTo>
                  <a:cubicBezTo>
                    <a:pt x="1105" y="1687"/>
                    <a:pt x="1067" y="1699"/>
                    <a:pt x="1053" y="1704"/>
                  </a:cubicBezTo>
                  <a:cubicBezTo>
                    <a:pt x="1030" y="1712"/>
                    <a:pt x="834" y="1753"/>
                    <a:pt x="834" y="1753"/>
                  </a:cubicBezTo>
                  <a:cubicBezTo>
                    <a:pt x="816" y="1758"/>
                    <a:pt x="798" y="1761"/>
                    <a:pt x="780" y="1763"/>
                  </a:cubicBezTo>
                  <a:cubicBezTo>
                    <a:pt x="746" y="1773"/>
                    <a:pt x="712" y="1780"/>
                    <a:pt x="677" y="1785"/>
                  </a:cubicBezTo>
                  <a:cubicBezTo>
                    <a:pt x="599" y="1795"/>
                    <a:pt x="519" y="1788"/>
                    <a:pt x="443" y="1766"/>
                  </a:cubicBezTo>
                  <a:cubicBezTo>
                    <a:pt x="440" y="1766"/>
                    <a:pt x="438" y="1766"/>
                    <a:pt x="436" y="1765"/>
                  </a:cubicBezTo>
                  <a:cubicBezTo>
                    <a:pt x="437" y="1765"/>
                    <a:pt x="439" y="1765"/>
                    <a:pt x="440" y="1765"/>
                  </a:cubicBezTo>
                  <a:cubicBezTo>
                    <a:pt x="435" y="1763"/>
                    <a:pt x="435" y="1763"/>
                    <a:pt x="435" y="1763"/>
                  </a:cubicBezTo>
                  <a:cubicBezTo>
                    <a:pt x="428" y="1761"/>
                    <a:pt x="428" y="1761"/>
                    <a:pt x="428" y="1761"/>
                  </a:cubicBezTo>
                  <a:cubicBezTo>
                    <a:pt x="417" y="1758"/>
                    <a:pt x="406" y="1754"/>
                    <a:pt x="395" y="1750"/>
                  </a:cubicBezTo>
                  <a:cubicBezTo>
                    <a:pt x="388" y="1747"/>
                    <a:pt x="388" y="1747"/>
                    <a:pt x="388" y="1747"/>
                  </a:cubicBezTo>
                  <a:cubicBezTo>
                    <a:pt x="378" y="1743"/>
                    <a:pt x="367" y="1739"/>
                    <a:pt x="357" y="1734"/>
                  </a:cubicBezTo>
                  <a:cubicBezTo>
                    <a:pt x="350" y="1731"/>
                    <a:pt x="350" y="1731"/>
                    <a:pt x="350" y="1731"/>
                  </a:cubicBezTo>
                  <a:cubicBezTo>
                    <a:pt x="340" y="1726"/>
                    <a:pt x="329" y="1721"/>
                    <a:pt x="319" y="1715"/>
                  </a:cubicBezTo>
                  <a:cubicBezTo>
                    <a:pt x="315" y="1713"/>
                    <a:pt x="312" y="1711"/>
                    <a:pt x="308" y="1709"/>
                  </a:cubicBezTo>
                  <a:cubicBezTo>
                    <a:pt x="297" y="1703"/>
                    <a:pt x="287" y="1697"/>
                    <a:pt x="276" y="1690"/>
                  </a:cubicBezTo>
                  <a:cubicBezTo>
                    <a:pt x="274" y="1675"/>
                    <a:pt x="273" y="1665"/>
                    <a:pt x="273" y="1665"/>
                  </a:cubicBezTo>
                  <a:cubicBezTo>
                    <a:pt x="258" y="1587"/>
                    <a:pt x="258" y="1587"/>
                    <a:pt x="258" y="1587"/>
                  </a:cubicBezTo>
                  <a:cubicBezTo>
                    <a:pt x="257" y="1583"/>
                    <a:pt x="257" y="1583"/>
                    <a:pt x="257" y="1583"/>
                  </a:cubicBezTo>
                  <a:cubicBezTo>
                    <a:pt x="246" y="1527"/>
                    <a:pt x="246" y="1527"/>
                    <a:pt x="246" y="1527"/>
                  </a:cubicBezTo>
                  <a:cubicBezTo>
                    <a:pt x="245" y="1523"/>
                    <a:pt x="245" y="1523"/>
                    <a:pt x="245" y="1523"/>
                  </a:cubicBezTo>
                  <a:cubicBezTo>
                    <a:pt x="221" y="1401"/>
                    <a:pt x="221" y="1401"/>
                    <a:pt x="221" y="1401"/>
                  </a:cubicBezTo>
                  <a:cubicBezTo>
                    <a:pt x="220" y="1397"/>
                    <a:pt x="220" y="1397"/>
                    <a:pt x="220" y="1397"/>
                  </a:cubicBezTo>
                  <a:cubicBezTo>
                    <a:pt x="209" y="1341"/>
                    <a:pt x="209" y="1341"/>
                    <a:pt x="209" y="1341"/>
                  </a:cubicBezTo>
                  <a:cubicBezTo>
                    <a:pt x="208" y="1337"/>
                    <a:pt x="208" y="1337"/>
                    <a:pt x="208" y="1337"/>
                  </a:cubicBezTo>
                  <a:cubicBezTo>
                    <a:pt x="183" y="1216"/>
                    <a:pt x="183" y="1216"/>
                    <a:pt x="183" y="1216"/>
                  </a:cubicBezTo>
                  <a:cubicBezTo>
                    <a:pt x="182" y="1212"/>
                    <a:pt x="182" y="1212"/>
                    <a:pt x="182" y="1212"/>
                  </a:cubicBezTo>
                  <a:cubicBezTo>
                    <a:pt x="171" y="1156"/>
                    <a:pt x="171" y="1156"/>
                    <a:pt x="171" y="1156"/>
                  </a:cubicBezTo>
                  <a:cubicBezTo>
                    <a:pt x="170" y="1152"/>
                    <a:pt x="170" y="1152"/>
                    <a:pt x="170" y="1152"/>
                  </a:cubicBezTo>
                  <a:cubicBezTo>
                    <a:pt x="146" y="1030"/>
                    <a:pt x="146" y="1030"/>
                    <a:pt x="146" y="1030"/>
                  </a:cubicBezTo>
                  <a:cubicBezTo>
                    <a:pt x="145" y="1026"/>
                    <a:pt x="145" y="1026"/>
                    <a:pt x="145" y="1026"/>
                  </a:cubicBezTo>
                  <a:cubicBezTo>
                    <a:pt x="134" y="970"/>
                    <a:pt x="134" y="970"/>
                    <a:pt x="134" y="970"/>
                  </a:cubicBezTo>
                  <a:cubicBezTo>
                    <a:pt x="133" y="966"/>
                    <a:pt x="133" y="966"/>
                    <a:pt x="133" y="966"/>
                  </a:cubicBezTo>
                  <a:cubicBezTo>
                    <a:pt x="129" y="944"/>
                    <a:pt x="129" y="944"/>
                    <a:pt x="129" y="944"/>
                  </a:cubicBezTo>
                  <a:cubicBezTo>
                    <a:pt x="122" y="911"/>
                    <a:pt x="122" y="911"/>
                    <a:pt x="122" y="911"/>
                  </a:cubicBezTo>
                  <a:cubicBezTo>
                    <a:pt x="122" y="911"/>
                    <a:pt x="101" y="880"/>
                    <a:pt x="77" y="844"/>
                  </a:cubicBezTo>
                  <a:cubicBezTo>
                    <a:pt x="74" y="840"/>
                    <a:pt x="74" y="840"/>
                    <a:pt x="74" y="840"/>
                  </a:cubicBezTo>
                  <a:cubicBezTo>
                    <a:pt x="67" y="830"/>
                    <a:pt x="60" y="819"/>
                    <a:pt x="53" y="809"/>
                  </a:cubicBezTo>
                  <a:cubicBezTo>
                    <a:pt x="51" y="806"/>
                    <a:pt x="49" y="802"/>
                    <a:pt x="47" y="799"/>
                  </a:cubicBezTo>
                  <a:cubicBezTo>
                    <a:pt x="43" y="794"/>
                    <a:pt x="40" y="789"/>
                    <a:pt x="37" y="784"/>
                  </a:cubicBezTo>
                  <a:cubicBezTo>
                    <a:pt x="35" y="781"/>
                    <a:pt x="35" y="781"/>
                    <a:pt x="35" y="781"/>
                  </a:cubicBezTo>
                  <a:cubicBezTo>
                    <a:pt x="34" y="780"/>
                    <a:pt x="34" y="780"/>
                    <a:pt x="34" y="780"/>
                  </a:cubicBezTo>
                  <a:cubicBezTo>
                    <a:pt x="0" y="727"/>
                    <a:pt x="23" y="704"/>
                    <a:pt x="23" y="704"/>
                  </a:cubicBezTo>
                  <a:cubicBezTo>
                    <a:pt x="23" y="704"/>
                    <a:pt x="37" y="684"/>
                    <a:pt x="56" y="658"/>
                  </a:cubicBezTo>
                  <a:cubicBezTo>
                    <a:pt x="57" y="657"/>
                    <a:pt x="58" y="656"/>
                    <a:pt x="59" y="654"/>
                  </a:cubicBezTo>
                  <a:cubicBezTo>
                    <a:pt x="67" y="643"/>
                    <a:pt x="76" y="631"/>
                    <a:pt x="84" y="619"/>
                  </a:cubicBezTo>
                  <a:cubicBezTo>
                    <a:pt x="91" y="609"/>
                    <a:pt x="91" y="609"/>
                    <a:pt x="91" y="609"/>
                  </a:cubicBezTo>
                  <a:cubicBezTo>
                    <a:pt x="94" y="605"/>
                    <a:pt x="96" y="602"/>
                    <a:pt x="98" y="598"/>
                  </a:cubicBezTo>
                  <a:cubicBezTo>
                    <a:pt x="99" y="597"/>
                    <a:pt x="100" y="596"/>
                    <a:pt x="101" y="594"/>
                  </a:cubicBezTo>
                  <a:cubicBezTo>
                    <a:pt x="120" y="568"/>
                    <a:pt x="135" y="544"/>
                    <a:pt x="138" y="536"/>
                  </a:cubicBezTo>
                  <a:cubicBezTo>
                    <a:pt x="143" y="523"/>
                    <a:pt x="174" y="485"/>
                    <a:pt x="205" y="451"/>
                  </a:cubicBezTo>
                  <a:cubicBezTo>
                    <a:pt x="229" y="424"/>
                    <a:pt x="254" y="401"/>
                    <a:pt x="265" y="395"/>
                  </a:cubicBezTo>
                  <a:cubicBezTo>
                    <a:pt x="289" y="382"/>
                    <a:pt x="300" y="340"/>
                    <a:pt x="300" y="340"/>
                  </a:cubicBezTo>
                  <a:cubicBezTo>
                    <a:pt x="300" y="340"/>
                    <a:pt x="354" y="321"/>
                    <a:pt x="361" y="306"/>
                  </a:cubicBezTo>
                  <a:cubicBezTo>
                    <a:pt x="368" y="292"/>
                    <a:pt x="470" y="226"/>
                    <a:pt x="470" y="226"/>
                  </a:cubicBezTo>
                  <a:cubicBezTo>
                    <a:pt x="470" y="226"/>
                    <a:pt x="511" y="200"/>
                    <a:pt x="528" y="184"/>
                  </a:cubicBezTo>
                  <a:cubicBezTo>
                    <a:pt x="530" y="182"/>
                    <a:pt x="532" y="179"/>
                    <a:pt x="534" y="177"/>
                  </a:cubicBezTo>
                  <a:cubicBezTo>
                    <a:pt x="540" y="166"/>
                    <a:pt x="578" y="158"/>
                    <a:pt x="593" y="155"/>
                  </a:cubicBezTo>
                  <a:cubicBezTo>
                    <a:pt x="597" y="154"/>
                    <a:pt x="600" y="153"/>
                    <a:pt x="600" y="153"/>
                  </a:cubicBezTo>
                  <a:cubicBezTo>
                    <a:pt x="606" y="142"/>
                    <a:pt x="614" y="132"/>
                    <a:pt x="623" y="123"/>
                  </a:cubicBezTo>
                  <a:cubicBezTo>
                    <a:pt x="629" y="117"/>
                    <a:pt x="637" y="98"/>
                    <a:pt x="644" y="79"/>
                  </a:cubicBezTo>
                  <a:cubicBezTo>
                    <a:pt x="651" y="59"/>
                    <a:pt x="656" y="40"/>
                    <a:pt x="656" y="40"/>
                  </a:cubicBezTo>
                  <a:cubicBezTo>
                    <a:pt x="668" y="0"/>
                    <a:pt x="691" y="12"/>
                    <a:pt x="691" y="12"/>
                  </a:cubicBezTo>
                  <a:cubicBezTo>
                    <a:pt x="691" y="17"/>
                    <a:pt x="692" y="23"/>
                    <a:pt x="693" y="28"/>
                  </a:cubicBezTo>
                  <a:cubicBezTo>
                    <a:pt x="703" y="76"/>
                    <a:pt x="755" y="96"/>
                    <a:pt x="783" y="118"/>
                  </a:cubicBezTo>
                  <a:cubicBezTo>
                    <a:pt x="814" y="143"/>
                    <a:pt x="862" y="207"/>
                    <a:pt x="900" y="220"/>
                  </a:cubicBezTo>
                  <a:cubicBezTo>
                    <a:pt x="931" y="231"/>
                    <a:pt x="967" y="272"/>
                    <a:pt x="979" y="286"/>
                  </a:cubicBezTo>
                  <a:cubicBezTo>
                    <a:pt x="980" y="287"/>
                    <a:pt x="980" y="287"/>
                    <a:pt x="980" y="287"/>
                  </a:cubicBezTo>
                  <a:cubicBezTo>
                    <a:pt x="982" y="289"/>
                    <a:pt x="983" y="290"/>
                    <a:pt x="983" y="290"/>
                  </a:cubicBezTo>
                  <a:cubicBezTo>
                    <a:pt x="983" y="290"/>
                    <a:pt x="1004" y="289"/>
                    <a:pt x="1017" y="289"/>
                  </a:cubicBezTo>
                  <a:cubicBezTo>
                    <a:pt x="1022" y="289"/>
                    <a:pt x="1022" y="289"/>
                    <a:pt x="1022" y="289"/>
                  </a:cubicBezTo>
                  <a:cubicBezTo>
                    <a:pt x="1025" y="289"/>
                    <a:pt x="1027" y="288"/>
                    <a:pt x="1029" y="286"/>
                  </a:cubicBezTo>
                  <a:cubicBezTo>
                    <a:pt x="1042" y="277"/>
                    <a:pt x="1062" y="251"/>
                    <a:pt x="1070" y="245"/>
                  </a:cubicBezTo>
                  <a:cubicBezTo>
                    <a:pt x="1080" y="238"/>
                    <a:pt x="1090" y="120"/>
                    <a:pt x="1090" y="120"/>
                  </a:cubicBezTo>
                  <a:cubicBezTo>
                    <a:pt x="1091" y="120"/>
                    <a:pt x="1091" y="120"/>
                    <a:pt x="1091" y="120"/>
                  </a:cubicBezTo>
                  <a:cubicBezTo>
                    <a:pt x="1127" y="103"/>
                    <a:pt x="1166" y="273"/>
                    <a:pt x="1166" y="273"/>
                  </a:cubicBezTo>
                  <a:cubicBezTo>
                    <a:pt x="1166" y="273"/>
                    <a:pt x="1235" y="293"/>
                    <a:pt x="1240" y="308"/>
                  </a:cubicBezTo>
                  <a:cubicBezTo>
                    <a:pt x="1242" y="311"/>
                    <a:pt x="1247" y="316"/>
                    <a:pt x="1254" y="322"/>
                  </a:cubicBezTo>
                  <a:cubicBezTo>
                    <a:pt x="1290" y="349"/>
                    <a:pt x="1327" y="373"/>
                    <a:pt x="1367" y="393"/>
                  </a:cubicBezTo>
                  <a:cubicBezTo>
                    <a:pt x="1368" y="394"/>
                    <a:pt x="1369" y="394"/>
                    <a:pt x="1369" y="395"/>
                  </a:cubicBezTo>
                  <a:cubicBezTo>
                    <a:pt x="1370" y="395"/>
                    <a:pt x="1371" y="395"/>
                    <a:pt x="1372" y="396"/>
                  </a:cubicBezTo>
                  <a:cubicBezTo>
                    <a:pt x="1373" y="397"/>
                    <a:pt x="1375" y="397"/>
                    <a:pt x="1376" y="398"/>
                  </a:cubicBezTo>
                  <a:cubicBezTo>
                    <a:pt x="1378" y="399"/>
                    <a:pt x="1380" y="400"/>
                    <a:pt x="1382" y="400"/>
                  </a:cubicBezTo>
                  <a:cubicBezTo>
                    <a:pt x="1385" y="401"/>
                    <a:pt x="1385" y="401"/>
                    <a:pt x="1385" y="401"/>
                  </a:cubicBezTo>
                  <a:cubicBezTo>
                    <a:pt x="1390" y="403"/>
                    <a:pt x="1396" y="406"/>
                    <a:pt x="1401" y="409"/>
                  </a:cubicBezTo>
                  <a:cubicBezTo>
                    <a:pt x="1402" y="410"/>
                    <a:pt x="1403" y="411"/>
                    <a:pt x="1405" y="413"/>
                  </a:cubicBezTo>
                  <a:cubicBezTo>
                    <a:pt x="1410" y="417"/>
                    <a:pt x="1415" y="422"/>
                    <a:pt x="1420" y="428"/>
                  </a:cubicBezTo>
                  <a:cubicBezTo>
                    <a:pt x="1421" y="428"/>
                    <a:pt x="1421" y="429"/>
                    <a:pt x="1422" y="430"/>
                  </a:cubicBezTo>
                  <a:cubicBezTo>
                    <a:pt x="1425" y="434"/>
                    <a:pt x="1428" y="438"/>
                    <a:pt x="1430" y="441"/>
                  </a:cubicBezTo>
                  <a:cubicBezTo>
                    <a:pt x="1433" y="446"/>
                    <a:pt x="1437" y="452"/>
                    <a:pt x="1440" y="458"/>
                  </a:cubicBezTo>
                  <a:cubicBezTo>
                    <a:pt x="1440" y="458"/>
                    <a:pt x="1500" y="560"/>
                    <a:pt x="1518" y="571"/>
                  </a:cubicBezTo>
                  <a:cubicBezTo>
                    <a:pt x="1537" y="583"/>
                    <a:pt x="1549" y="701"/>
                    <a:pt x="1549" y="701"/>
                  </a:cubicBezTo>
                  <a:cubicBezTo>
                    <a:pt x="1485" y="938"/>
                    <a:pt x="1485" y="938"/>
                    <a:pt x="1485" y="938"/>
                  </a:cubicBezTo>
                  <a:cubicBezTo>
                    <a:pt x="1485" y="938"/>
                    <a:pt x="1482" y="998"/>
                    <a:pt x="1476" y="1059"/>
                  </a:cubicBezTo>
                  <a:cubicBezTo>
                    <a:pt x="1473" y="1094"/>
                    <a:pt x="1469" y="1129"/>
                    <a:pt x="1465" y="1154"/>
                  </a:cubicBezTo>
                </a:path>
              </a:pathLst>
            </a:custGeom>
            <a:solidFill>
              <a:srgbClr val="CED7E7"/>
            </a:solidFill>
            <a:ln>
              <a:noFill/>
            </a:ln>
            <a:extLst>
              <a:ext uri="{91240B29-F687-4F45-9708-019B960494DF}">
                <a14:hiddenLine xmlns:a14="http://schemas.microsoft.com/office/drawing/2010/main" w="9525">
                  <a:solidFill>
                    <a:srgbClr val="000000"/>
                  </a:solidFill>
                  <a:round/>
                  <a:headEnd/>
                  <a:tailEnd/>
                </a14:hiddenLine>
              </a:ext>
            </a:extLst>
          </p:spPr>
          <p:txBody>
            <a:bodyPr wrap="square" lIns="91440" tIns="45720" rIns="91440" bIns="45720" anchor="ctr">
              <a:normAutofit/>
            </a:bodyPr>
            <a:lstStyle/>
            <a:p>
              <a:pPr algn="ctr"/>
              <a:endParaRPr>
                <a:cs typeface="+mn-ea"/>
                <a:sym typeface="+mn-lt"/>
              </a:endParaRPr>
            </a:p>
          </p:txBody>
        </p:sp>
        <p:sp>
          <p:nvSpPr>
            <p:cNvPr id="321" name="任意多边形: 形状 320">
              <a:extLst>
                <a:ext uri="{FF2B5EF4-FFF2-40B4-BE49-F238E27FC236}">
                  <a16:creationId xmlns:a16="http://schemas.microsoft.com/office/drawing/2014/main" id="{C85142AA-5891-43AA-BBA4-3317E43589DF}"/>
                </a:ext>
              </a:extLst>
            </p:cNvPr>
            <p:cNvSpPr/>
            <p:nvPr/>
          </p:nvSpPr>
          <p:spPr bwMode="auto">
            <a:xfrm>
              <a:off x="4126626" y="2734582"/>
              <a:ext cx="258588" cy="148988"/>
            </a:xfrm>
            <a:custGeom>
              <a:avLst/>
              <a:gdLst>
                <a:gd name="T0" fmla="*/ 177 w 177"/>
                <a:gd name="T1" fmla="*/ 75 h 101"/>
                <a:gd name="T2" fmla="*/ 100 w 177"/>
                <a:gd name="T3" fmla="*/ 101 h 101"/>
                <a:gd name="T4" fmla="*/ 87 w 177"/>
                <a:gd name="T5" fmla="*/ 100 h 101"/>
                <a:gd name="T6" fmla="*/ 0 w 177"/>
                <a:gd name="T7" fmla="*/ 66 h 101"/>
                <a:gd name="T8" fmla="*/ 61 w 177"/>
                <a:gd name="T9" fmla="*/ 0 h 101"/>
                <a:gd name="T10" fmla="*/ 134 w 177"/>
                <a:gd name="T11" fmla="*/ 36 h 101"/>
                <a:gd name="T12" fmla="*/ 161 w 177"/>
                <a:gd name="T13" fmla="*/ 61 h 101"/>
                <a:gd name="T14" fmla="*/ 177 w 177"/>
                <a:gd name="T15" fmla="*/ 75 h 10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77" h="101">
                  <a:moveTo>
                    <a:pt x="177" y="75"/>
                  </a:moveTo>
                  <a:cubicBezTo>
                    <a:pt x="177" y="75"/>
                    <a:pt x="134" y="99"/>
                    <a:pt x="100" y="101"/>
                  </a:cubicBezTo>
                  <a:cubicBezTo>
                    <a:pt x="96" y="101"/>
                    <a:pt x="91" y="101"/>
                    <a:pt x="87" y="100"/>
                  </a:cubicBezTo>
                  <a:cubicBezTo>
                    <a:pt x="52" y="95"/>
                    <a:pt x="0" y="66"/>
                    <a:pt x="0" y="66"/>
                  </a:cubicBezTo>
                  <a:cubicBezTo>
                    <a:pt x="61" y="0"/>
                    <a:pt x="61" y="0"/>
                    <a:pt x="61" y="0"/>
                  </a:cubicBezTo>
                  <a:cubicBezTo>
                    <a:pt x="134" y="36"/>
                    <a:pt x="134" y="36"/>
                    <a:pt x="134" y="36"/>
                  </a:cubicBezTo>
                  <a:cubicBezTo>
                    <a:pt x="161" y="61"/>
                    <a:pt x="161" y="61"/>
                    <a:pt x="161" y="61"/>
                  </a:cubicBezTo>
                  <a:cubicBezTo>
                    <a:pt x="177" y="75"/>
                    <a:pt x="177" y="75"/>
                    <a:pt x="177" y="75"/>
                  </a:cubicBezTo>
                </a:path>
              </a:pathLst>
            </a:custGeom>
            <a:solidFill>
              <a:srgbClr val="63667E"/>
            </a:solidFill>
            <a:ln>
              <a:noFill/>
            </a:ln>
            <a:extLst>
              <a:ext uri="{91240B29-F687-4F45-9708-019B960494DF}">
                <a14:hiddenLine xmlns:a14="http://schemas.microsoft.com/office/drawing/2010/main" w="9525">
                  <a:solidFill>
                    <a:srgbClr val="000000"/>
                  </a:solidFill>
                  <a:round/>
                  <a:headEnd/>
                  <a:tailEnd/>
                </a14:hiddenLine>
              </a:ext>
            </a:extLst>
          </p:spPr>
          <p:txBody>
            <a:bodyPr wrap="square" lIns="91440" tIns="45720" rIns="91440" bIns="45720" anchor="ctr">
              <a:normAutofit fontScale="25000" lnSpcReduction="20000"/>
            </a:bodyPr>
            <a:lstStyle/>
            <a:p>
              <a:pPr algn="ctr"/>
              <a:endParaRPr>
                <a:cs typeface="+mn-ea"/>
                <a:sym typeface="+mn-lt"/>
              </a:endParaRPr>
            </a:p>
          </p:txBody>
        </p:sp>
        <p:sp>
          <p:nvSpPr>
            <p:cNvPr id="322" name="任意多边形: 形状 321">
              <a:extLst>
                <a:ext uri="{FF2B5EF4-FFF2-40B4-BE49-F238E27FC236}">
                  <a16:creationId xmlns:a16="http://schemas.microsoft.com/office/drawing/2014/main" id="{3DE11E51-F6F8-45ED-A161-A28279813D58}"/>
                </a:ext>
              </a:extLst>
            </p:cNvPr>
            <p:cNvSpPr/>
            <p:nvPr/>
          </p:nvSpPr>
          <p:spPr bwMode="auto">
            <a:xfrm>
              <a:off x="3912563" y="1933132"/>
              <a:ext cx="974413" cy="366475"/>
            </a:xfrm>
            <a:custGeom>
              <a:avLst/>
              <a:gdLst>
                <a:gd name="T0" fmla="*/ 35 w 666"/>
                <a:gd name="T1" fmla="*/ 250 h 251"/>
                <a:gd name="T2" fmla="*/ 35 w 666"/>
                <a:gd name="T3" fmla="*/ 251 h 251"/>
                <a:gd name="T4" fmla="*/ 35 w 666"/>
                <a:gd name="T5" fmla="*/ 250 h 251"/>
                <a:gd name="T6" fmla="*/ 35 w 666"/>
                <a:gd name="T7" fmla="*/ 250 h 251"/>
                <a:gd name="T8" fmla="*/ 218 w 666"/>
                <a:gd name="T9" fmla="*/ 0 h 251"/>
                <a:gd name="T10" fmla="*/ 190 w 666"/>
                <a:gd name="T11" fmla="*/ 5 h 251"/>
                <a:gd name="T12" fmla="*/ 165 w 666"/>
                <a:gd name="T13" fmla="*/ 23 h 251"/>
                <a:gd name="T14" fmla="*/ 136 w 666"/>
                <a:gd name="T15" fmla="*/ 81 h 251"/>
                <a:gd name="T16" fmla="*/ 120 w 666"/>
                <a:gd name="T17" fmla="*/ 126 h 251"/>
                <a:gd name="T18" fmla="*/ 115 w 666"/>
                <a:gd name="T19" fmla="*/ 133 h 251"/>
                <a:gd name="T20" fmla="*/ 87 w 666"/>
                <a:gd name="T21" fmla="*/ 146 h 251"/>
                <a:gd name="T22" fmla="*/ 77 w 666"/>
                <a:gd name="T23" fmla="*/ 144 h 251"/>
                <a:gd name="T24" fmla="*/ 26 w 666"/>
                <a:gd name="T25" fmla="*/ 96 h 251"/>
                <a:gd name="T26" fmla="*/ 23 w 666"/>
                <a:gd name="T27" fmla="*/ 95 h 251"/>
                <a:gd name="T28" fmla="*/ 7 w 666"/>
                <a:gd name="T29" fmla="*/ 101 h 251"/>
                <a:gd name="T30" fmla="*/ 2 w 666"/>
                <a:gd name="T31" fmla="*/ 115 h 251"/>
                <a:gd name="T32" fmla="*/ 1 w 666"/>
                <a:gd name="T33" fmla="*/ 111 h 251"/>
                <a:gd name="T34" fmla="*/ 1 w 666"/>
                <a:gd name="T35" fmla="*/ 125 h 251"/>
                <a:gd name="T36" fmla="*/ 23 w 666"/>
                <a:gd name="T37" fmla="*/ 104 h 251"/>
                <a:gd name="T38" fmla="*/ 26 w 666"/>
                <a:gd name="T39" fmla="*/ 104 h 251"/>
                <a:gd name="T40" fmla="*/ 77 w 666"/>
                <a:gd name="T41" fmla="*/ 152 h 251"/>
                <a:gd name="T42" fmla="*/ 87 w 666"/>
                <a:gd name="T43" fmla="*/ 154 h 251"/>
                <a:gd name="T44" fmla="*/ 119 w 666"/>
                <a:gd name="T45" fmla="*/ 136 h 251"/>
                <a:gd name="T46" fmla="*/ 135 w 666"/>
                <a:gd name="T47" fmla="*/ 91 h 251"/>
                <a:gd name="T48" fmla="*/ 190 w 666"/>
                <a:gd name="T49" fmla="*/ 14 h 251"/>
                <a:gd name="T50" fmla="*/ 218 w 666"/>
                <a:gd name="T51" fmla="*/ 9 h 251"/>
                <a:gd name="T52" fmla="*/ 311 w 666"/>
                <a:gd name="T53" fmla="*/ 32 h 251"/>
                <a:gd name="T54" fmla="*/ 387 w 666"/>
                <a:gd name="T55" fmla="*/ 38 h 251"/>
                <a:gd name="T56" fmla="*/ 395 w 666"/>
                <a:gd name="T57" fmla="*/ 38 h 251"/>
                <a:gd name="T58" fmla="*/ 420 w 666"/>
                <a:gd name="T59" fmla="*/ 33 h 251"/>
                <a:gd name="T60" fmla="*/ 439 w 666"/>
                <a:gd name="T61" fmla="*/ 17 h 251"/>
                <a:gd name="T62" fmla="*/ 458 w 666"/>
                <a:gd name="T63" fmla="*/ 11 h 251"/>
                <a:gd name="T64" fmla="*/ 502 w 666"/>
                <a:gd name="T65" fmla="*/ 23 h 251"/>
                <a:gd name="T66" fmla="*/ 574 w 666"/>
                <a:gd name="T67" fmla="*/ 44 h 251"/>
                <a:gd name="T68" fmla="*/ 622 w 666"/>
                <a:gd name="T69" fmla="*/ 50 h 251"/>
                <a:gd name="T70" fmla="*/ 661 w 666"/>
                <a:gd name="T71" fmla="*/ 37 h 251"/>
                <a:gd name="T72" fmla="*/ 666 w 666"/>
                <a:gd name="T73" fmla="*/ 31 h 251"/>
                <a:gd name="T74" fmla="*/ 666 w 666"/>
                <a:gd name="T75" fmla="*/ 31 h 251"/>
                <a:gd name="T76" fmla="*/ 665 w 666"/>
                <a:gd name="T77" fmla="*/ 25 h 251"/>
                <a:gd name="T78" fmla="*/ 662 w 666"/>
                <a:gd name="T79" fmla="*/ 27 h 251"/>
                <a:gd name="T80" fmla="*/ 661 w 666"/>
                <a:gd name="T81" fmla="*/ 28 h 251"/>
                <a:gd name="T82" fmla="*/ 661 w 666"/>
                <a:gd name="T83" fmla="*/ 28 h 251"/>
                <a:gd name="T84" fmla="*/ 622 w 666"/>
                <a:gd name="T85" fmla="*/ 41 h 251"/>
                <a:gd name="T86" fmla="*/ 574 w 666"/>
                <a:gd name="T87" fmla="*/ 36 h 251"/>
                <a:gd name="T88" fmla="*/ 502 w 666"/>
                <a:gd name="T89" fmla="*/ 15 h 251"/>
                <a:gd name="T90" fmla="*/ 458 w 666"/>
                <a:gd name="T91" fmla="*/ 2 h 251"/>
                <a:gd name="T92" fmla="*/ 439 w 666"/>
                <a:gd name="T93" fmla="*/ 8 h 251"/>
                <a:gd name="T94" fmla="*/ 420 w 666"/>
                <a:gd name="T95" fmla="*/ 24 h 251"/>
                <a:gd name="T96" fmla="*/ 395 w 666"/>
                <a:gd name="T97" fmla="*/ 29 h 251"/>
                <a:gd name="T98" fmla="*/ 380 w 666"/>
                <a:gd name="T99" fmla="*/ 29 h 251"/>
                <a:gd name="T100" fmla="*/ 311 w 666"/>
                <a:gd name="T101" fmla="*/ 23 h 251"/>
                <a:gd name="T102" fmla="*/ 218 w 666"/>
                <a:gd name="T103" fmla="*/ 0 h 2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666" h="251">
                  <a:moveTo>
                    <a:pt x="35" y="250"/>
                  </a:moveTo>
                  <a:cubicBezTo>
                    <a:pt x="35" y="250"/>
                    <a:pt x="35" y="250"/>
                    <a:pt x="35" y="251"/>
                  </a:cubicBezTo>
                  <a:cubicBezTo>
                    <a:pt x="35" y="250"/>
                    <a:pt x="35" y="250"/>
                    <a:pt x="35" y="250"/>
                  </a:cubicBezTo>
                  <a:cubicBezTo>
                    <a:pt x="35" y="250"/>
                    <a:pt x="35" y="250"/>
                    <a:pt x="35" y="250"/>
                  </a:cubicBezTo>
                  <a:moveTo>
                    <a:pt x="218" y="0"/>
                  </a:moveTo>
                  <a:cubicBezTo>
                    <a:pt x="208" y="0"/>
                    <a:pt x="199" y="2"/>
                    <a:pt x="190" y="5"/>
                  </a:cubicBezTo>
                  <a:cubicBezTo>
                    <a:pt x="180" y="9"/>
                    <a:pt x="172" y="15"/>
                    <a:pt x="165" y="23"/>
                  </a:cubicBezTo>
                  <a:cubicBezTo>
                    <a:pt x="150" y="38"/>
                    <a:pt x="141" y="60"/>
                    <a:pt x="136" y="81"/>
                  </a:cubicBezTo>
                  <a:cubicBezTo>
                    <a:pt x="132" y="97"/>
                    <a:pt x="129" y="113"/>
                    <a:pt x="120" y="126"/>
                  </a:cubicBezTo>
                  <a:cubicBezTo>
                    <a:pt x="118" y="129"/>
                    <a:pt x="117" y="131"/>
                    <a:pt x="115" y="133"/>
                  </a:cubicBezTo>
                  <a:cubicBezTo>
                    <a:pt x="107" y="140"/>
                    <a:pt x="97" y="146"/>
                    <a:pt x="87" y="146"/>
                  </a:cubicBezTo>
                  <a:cubicBezTo>
                    <a:pt x="84" y="146"/>
                    <a:pt x="81" y="145"/>
                    <a:pt x="77" y="144"/>
                  </a:cubicBezTo>
                  <a:cubicBezTo>
                    <a:pt x="55" y="135"/>
                    <a:pt x="52" y="97"/>
                    <a:pt x="26" y="96"/>
                  </a:cubicBezTo>
                  <a:cubicBezTo>
                    <a:pt x="25" y="95"/>
                    <a:pt x="24" y="95"/>
                    <a:pt x="23" y="95"/>
                  </a:cubicBezTo>
                  <a:cubicBezTo>
                    <a:pt x="16" y="95"/>
                    <a:pt x="10" y="98"/>
                    <a:pt x="7" y="101"/>
                  </a:cubicBezTo>
                  <a:cubicBezTo>
                    <a:pt x="4" y="105"/>
                    <a:pt x="2" y="110"/>
                    <a:pt x="2" y="115"/>
                  </a:cubicBezTo>
                  <a:cubicBezTo>
                    <a:pt x="2" y="114"/>
                    <a:pt x="1" y="113"/>
                    <a:pt x="1" y="111"/>
                  </a:cubicBezTo>
                  <a:cubicBezTo>
                    <a:pt x="0" y="116"/>
                    <a:pt x="0" y="120"/>
                    <a:pt x="1" y="125"/>
                  </a:cubicBezTo>
                  <a:cubicBezTo>
                    <a:pt x="2" y="113"/>
                    <a:pt x="8" y="104"/>
                    <a:pt x="23" y="104"/>
                  </a:cubicBezTo>
                  <a:cubicBezTo>
                    <a:pt x="24" y="104"/>
                    <a:pt x="25" y="104"/>
                    <a:pt x="26" y="104"/>
                  </a:cubicBezTo>
                  <a:cubicBezTo>
                    <a:pt x="52" y="106"/>
                    <a:pt x="55" y="143"/>
                    <a:pt x="77" y="152"/>
                  </a:cubicBezTo>
                  <a:cubicBezTo>
                    <a:pt x="81" y="154"/>
                    <a:pt x="84" y="154"/>
                    <a:pt x="87" y="154"/>
                  </a:cubicBezTo>
                  <a:cubicBezTo>
                    <a:pt x="99" y="154"/>
                    <a:pt x="112" y="146"/>
                    <a:pt x="119" y="136"/>
                  </a:cubicBezTo>
                  <a:cubicBezTo>
                    <a:pt x="128" y="123"/>
                    <a:pt x="131" y="106"/>
                    <a:pt x="135" y="91"/>
                  </a:cubicBezTo>
                  <a:cubicBezTo>
                    <a:pt x="143" y="59"/>
                    <a:pt x="159" y="26"/>
                    <a:pt x="190" y="14"/>
                  </a:cubicBezTo>
                  <a:cubicBezTo>
                    <a:pt x="199" y="10"/>
                    <a:pt x="208" y="9"/>
                    <a:pt x="218" y="9"/>
                  </a:cubicBezTo>
                  <a:cubicBezTo>
                    <a:pt x="248" y="9"/>
                    <a:pt x="280" y="24"/>
                    <a:pt x="311" y="32"/>
                  </a:cubicBezTo>
                  <a:cubicBezTo>
                    <a:pt x="336" y="37"/>
                    <a:pt x="362" y="38"/>
                    <a:pt x="387" y="38"/>
                  </a:cubicBezTo>
                  <a:cubicBezTo>
                    <a:pt x="390" y="38"/>
                    <a:pt x="392" y="38"/>
                    <a:pt x="395" y="38"/>
                  </a:cubicBezTo>
                  <a:cubicBezTo>
                    <a:pt x="403" y="37"/>
                    <a:pt x="413" y="37"/>
                    <a:pt x="420" y="33"/>
                  </a:cubicBezTo>
                  <a:cubicBezTo>
                    <a:pt x="427" y="29"/>
                    <a:pt x="432" y="21"/>
                    <a:pt x="439" y="17"/>
                  </a:cubicBezTo>
                  <a:cubicBezTo>
                    <a:pt x="445" y="12"/>
                    <a:pt x="452" y="11"/>
                    <a:pt x="458" y="11"/>
                  </a:cubicBezTo>
                  <a:cubicBezTo>
                    <a:pt x="473" y="11"/>
                    <a:pt x="488" y="18"/>
                    <a:pt x="502" y="23"/>
                  </a:cubicBezTo>
                  <a:cubicBezTo>
                    <a:pt x="525" y="33"/>
                    <a:pt x="549" y="40"/>
                    <a:pt x="574" y="44"/>
                  </a:cubicBezTo>
                  <a:cubicBezTo>
                    <a:pt x="589" y="47"/>
                    <a:pt x="606" y="50"/>
                    <a:pt x="622" y="50"/>
                  </a:cubicBezTo>
                  <a:cubicBezTo>
                    <a:pt x="637" y="50"/>
                    <a:pt x="651" y="47"/>
                    <a:pt x="661" y="37"/>
                  </a:cubicBezTo>
                  <a:cubicBezTo>
                    <a:pt x="663" y="35"/>
                    <a:pt x="665" y="33"/>
                    <a:pt x="666" y="31"/>
                  </a:cubicBezTo>
                  <a:cubicBezTo>
                    <a:pt x="666" y="31"/>
                    <a:pt x="666" y="31"/>
                    <a:pt x="666" y="31"/>
                  </a:cubicBezTo>
                  <a:cubicBezTo>
                    <a:pt x="666" y="29"/>
                    <a:pt x="665" y="27"/>
                    <a:pt x="665" y="25"/>
                  </a:cubicBezTo>
                  <a:cubicBezTo>
                    <a:pt x="664" y="26"/>
                    <a:pt x="663" y="27"/>
                    <a:pt x="662" y="27"/>
                  </a:cubicBezTo>
                  <a:cubicBezTo>
                    <a:pt x="662" y="28"/>
                    <a:pt x="662" y="28"/>
                    <a:pt x="661" y="28"/>
                  </a:cubicBezTo>
                  <a:cubicBezTo>
                    <a:pt x="661" y="28"/>
                    <a:pt x="661" y="28"/>
                    <a:pt x="661" y="28"/>
                  </a:cubicBezTo>
                  <a:cubicBezTo>
                    <a:pt x="651" y="38"/>
                    <a:pt x="637" y="41"/>
                    <a:pt x="622" y="41"/>
                  </a:cubicBezTo>
                  <a:cubicBezTo>
                    <a:pt x="606" y="41"/>
                    <a:pt x="589" y="38"/>
                    <a:pt x="574" y="36"/>
                  </a:cubicBezTo>
                  <a:cubicBezTo>
                    <a:pt x="549" y="32"/>
                    <a:pt x="525" y="25"/>
                    <a:pt x="502" y="15"/>
                  </a:cubicBezTo>
                  <a:cubicBezTo>
                    <a:pt x="488" y="9"/>
                    <a:pt x="473" y="2"/>
                    <a:pt x="458" y="2"/>
                  </a:cubicBezTo>
                  <a:cubicBezTo>
                    <a:pt x="452" y="2"/>
                    <a:pt x="445" y="4"/>
                    <a:pt x="439" y="8"/>
                  </a:cubicBezTo>
                  <a:cubicBezTo>
                    <a:pt x="432" y="13"/>
                    <a:pt x="427" y="20"/>
                    <a:pt x="420" y="24"/>
                  </a:cubicBezTo>
                  <a:cubicBezTo>
                    <a:pt x="413" y="29"/>
                    <a:pt x="403" y="29"/>
                    <a:pt x="395" y="29"/>
                  </a:cubicBezTo>
                  <a:cubicBezTo>
                    <a:pt x="390" y="29"/>
                    <a:pt x="385" y="29"/>
                    <a:pt x="380" y="29"/>
                  </a:cubicBezTo>
                  <a:cubicBezTo>
                    <a:pt x="357" y="29"/>
                    <a:pt x="334" y="28"/>
                    <a:pt x="311" y="23"/>
                  </a:cubicBezTo>
                  <a:cubicBezTo>
                    <a:pt x="280" y="16"/>
                    <a:pt x="248" y="0"/>
                    <a:pt x="218" y="0"/>
                  </a:cubicBezTo>
                </a:path>
              </a:pathLst>
            </a:custGeom>
            <a:solidFill>
              <a:srgbClr val="E59191"/>
            </a:solidFill>
            <a:ln>
              <a:noFill/>
            </a:ln>
            <a:extLst>
              <a:ext uri="{91240B29-F687-4F45-9708-019B960494DF}">
                <a14:hiddenLine xmlns:a14="http://schemas.microsoft.com/office/drawing/2010/main" w="9525">
                  <a:solidFill>
                    <a:srgbClr val="000000"/>
                  </a:solidFill>
                  <a:round/>
                  <a:headEnd/>
                  <a:tailEnd/>
                </a14:hiddenLine>
              </a:ext>
            </a:extLst>
          </p:spPr>
          <p:txBody>
            <a:bodyPr wrap="square" lIns="91440" tIns="45720" rIns="91440" bIns="45720" anchor="ctr">
              <a:normAutofit fontScale="62500" lnSpcReduction="20000"/>
            </a:bodyPr>
            <a:lstStyle/>
            <a:p>
              <a:pPr algn="ctr"/>
              <a:endParaRPr>
                <a:cs typeface="+mn-ea"/>
                <a:sym typeface="+mn-lt"/>
              </a:endParaRPr>
            </a:p>
          </p:txBody>
        </p:sp>
        <p:sp>
          <p:nvSpPr>
            <p:cNvPr id="323" name="任意多边形: 形状 322">
              <a:extLst>
                <a:ext uri="{FF2B5EF4-FFF2-40B4-BE49-F238E27FC236}">
                  <a16:creationId xmlns:a16="http://schemas.microsoft.com/office/drawing/2014/main" id="{38B93FED-99DB-4D0D-BC1A-A9F69A2AE44E}"/>
                </a:ext>
              </a:extLst>
            </p:cNvPr>
            <p:cNvSpPr/>
            <p:nvPr/>
          </p:nvSpPr>
          <p:spPr bwMode="auto">
            <a:xfrm>
              <a:off x="3854338" y="1469044"/>
              <a:ext cx="1048050" cy="844263"/>
            </a:xfrm>
            <a:custGeom>
              <a:avLst/>
              <a:gdLst>
                <a:gd name="T0" fmla="*/ 713 w 716"/>
                <a:gd name="T1" fmla="*/ 325 h 578"/>
                <a:gd name="T2" fmla="*/ 701 w 716"/>
                <a:gd name="T3" fmla="*/ 345 h 578"/>
                <a:gd name="T4" fmla="*/ 614 w 716"/>
                <a:gd name="T5" fmla="*/ 353 h 578"/>
                <a:gd name="T6" fmla="*/ 542 w 716"/>
                <a:gd name="T7" fmla="*/ 332 h 578"/>
                <a:gd name="T8" fmla="*/ 479 w 716"/>
                <a:gd name="T9" fmla="*/ 325 h 578"/>
                <a:gd name="T10" fmla="*/ 460 w 716"/>
                <a:gd name="T11" fmla="*/ 341 h 578"/>
                <a:gd name="T12" fmla="*/ 435 w 716"/>
                <a:gd name="T13" fmla="*/ 346 h 578"/>
                <a:gd name="T14" fmla="*/ 351 w 716"/>
                <a:gd name="T15" fmla="*/ 340 h 578"/>
                <a:gd name="T16" fmla="*/ 230 w 716"/>
                <a:gd name="T17" fmla="*/ 322 h 578"/>
                <a:gd name="T18" fmla="*/ 175 w 716"/>
                <a:gd name="T19" fmla="*/ 399 h 578"/>
                <a:gd name="T20" fmla="*/ 159 w 716"/>
                <a:gd name="T21" fmla="*/ 444 h 578"/>
                <a:gd name="T22" fmla="*/ 117 w 716"/>
                <a:gd name="T23" fmla="*/ 461 h 578"/>
                <a:gd name="T24" fmla="*/ 66 w 716"/>
                <a:gd name="T25" fmla="*/ 413 h 578"/>
                <a:gd name="T26" fmla="*/ 45 w 716"/>
                <a:gd name="T27" fmla="*/ 462 h 578"/>
                <a:gd name="T28" fmla="*/ 74 w 716"/>
                <a:gd name="T29" fmla="*/ 578 h 578"/>
                <a:gd name="T30" fmla="*/ 50 w 716"/>
                <a:gd name="T31" fmla="*/ 578 h 578"/>
                <a:gd name="T32" fmla="*/ 36 w 716"/>
                <a:gd name="T33" fmla="*/ 556 h 578"/>
                <a:gd name="T34" fmla="*/ 8 w 716"/>
                <a:gd name="T35" fmla="*/ 546 h 578"/>
                <a:gd name="T36" fmla="*/ 1 w 716"/>
                <a:gd name="T37" fmla="*/ 519 h 578"/>
                <a:gd name="T38" fmla="*/ 16 w 716"/>
                <a:gd name="T39" fmla="*/ 459 h 578"/>
                <a:gd name="T40" fmla="*/ 24 w 716"/>
                <a:gd name="T41" fmla="*/ 421 h 578"/>
                <a:gd name="T42" fmla="*/ 15 w 716"/>
                <a:gd name="T43" fmla="*/ 405 h 578"/>
                <a:gd name="T44" fmla="*/ 16 w 716"/>
                <a:gd name="T45" fmla="*/ 352 h 578"/>
                <a:gd name="T46" fmla="*/ 24 w 716"/>
                <a:gd name="T47" fmla="*/ 332 h 578"/>
                <a:gd name="T48" fmla="*/ 38 w 716"/>
                <a:gd name="T49" fmla="*/ 308 h 578"/>
                <a:gd name="T50" fmla="*/ 46 w 716"/>
                <a:gd name="T51" fmla="*/ 268 h 578"/>
                <a:gd name="T52" fmla="*/ 47 w 716"/>
                <a:gd name="T53" fmla="*/ 260 h 578"/>
                <a:gd name="T54" fmla="*/ 46 w 716"/>
                <a:gd name="T55" fmla="*/ 258 h 578"/>
                <a:gd name="T56" fmla="*/ 49 w 716"/>
                <a:gd name="T57" fmla="*/ 246 h 578"/>
                <a:gd name="T58" fmla="*/ 50 w 716"/>
                <a:gd name="T59" fmla="*/ 244 h 578"/>
                <a:gd name="T60" fmla="*/ 52 w 716"/>
                <a:gd name="T61" fmla="*/ 241 h 578"/>
                <a:gd name="T62" fmla="*/ 87 w 716"/>
                <a:gd name="T63" fmla="*/ 203 h 578"/>
                <a:gd name="T64" fmla="*/ 109 w 716"/>
                <a:gd name="T65" fmla="*/ 181 h 578"/>
                <a:gd name="T66" fmla="*/ 105 w 716"/>
                <a:gd name="T67" fmla="*/ 144 h 578"/>
                <a:gd name="T68" fmla="*/ 163 w 716"/>
                <a:gd name="T69" fmla="*/ 92 h 578"/>
                <a:gd name="T70" fmla="*/ 199 w 716"/>
                <a:gd name="T71" fmla="*/ 90 h 578"/>
                <a:gd name="T72" fmla="*/ 248 w 716"/>
                <a:gd name="T73" fmla="*/ 87 h 578"/>
                <a:gd name="T74" fmla="*/ 351 w 716"/>
                <a:gd name="T75" fmla="*/ 22 h 578"/>
                <a:gd name="T76" fmla="*/ 478 w 716"/>
                <a:gd name="T77" fmla="*/ 18 h 578"/>
                <a:gd name="T78" fmla="*/ 594 w 716"/>
                <a:gd name="T79" fmla="*/ 89 h 578"/>
                <a:gd name="T80" fmla="*/ 640 w 716"/>
                <a:gd name="T81" fmla="*/ 105 h 578"/>
                <a:gd name="T82" fmla="*/ 674 w 716"/>
                <a:gd name="T83" fmla="*/ 149 h 578"/>
                <a:gd name="T84" fmla="*/ 698 w 716"/>
                <a:gd name="T85" fmla="*/ 228 h 578"/>
                <a:gd name="T86" fmla="*/ 715 w 716"/>
                <a:gd name="T87" fmla="*/ 303 h 578"/>
                <a:gd name="T88" fmla="*/ 713 w 716"/>
                <a:gd name="T89" fmla="*/ 325 h 5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716" h="578">
                  <a:moveTo>
                    <a:pt x="713" y="325"/>
                  </a:moveTo>
                  <a:cubicBezTo>
                    <a:pt x="711" y="333"/>
                    <a:pt x="707" y="340"/>
                    <a:pt x="701" y="345"/>
                  </a:cubicBezTo>
                  <a:cubicBezTo>
                    <a:pt x="680" y="365"/>
                    <a:pt x="643" y="357"/>
                    <a:pt x="614" y="353"/>
                  </a:cubicBezTo>
                  <a:cubicBezTo>
                    <a:pt x="589" y="349"/>
                    <a:pt x="565" y="342"/>
                    <a:pt x="542" y="332"/>
                  </a:cubicBezTo>
                  <a:cubicBezTo>
                    <a:pt x="521" y="323"/>
                    <a:pt x="497" y="313"/>
                    <a:pt x="479" y="325"/>
                  </a:cubicBezTo>
                  <a:cubicBezTo>
                    <a:pt x="472" y="330"/>
                    <a:pt x="467" y="337"/>
                    <a:pt x="460" y="341"/>
                  </a:cubicBezTo>
                  <a:cubicBezTo>
                    <a:pt x="453" y="346"/>
                    <a:pt x="443" y="346"/>
                    <a:pt x="435" y="346"/>
                  </a:cubicBezTo>
                  <a:cubicBezTo>
                    <a:pt x="407" y="346"/>
                    <a:pt x="379" y="346"/>
                    <a:pt x="351" y="340"/>
                  </a:cubicBezTo>
                  <a:cubicBezTo>
                    <a:pt x="311" y="330"/>
                    <a:pt x="268" y="306"/>
                    <a:pt x="230" y="322"/>
                  </a:cubicBezTo>
                  <a:cubicBezTo>
                    <a:pt x="199" y="335"/>
                    <a:pt x="183" y="368"/>
                    <a:pt x="175" y="399"/>
                  </a:cubicBezTo>
                  <a:cubicBezTo>
                    <a:pt x="171" y="415"/>
                    <a:pt x="168" y="431"/>
                    <a:pt x="159" y="444"/>
                  </a:cubicBezTo>
                  <a:cubicBezTo>
                    <a:pt x="150" y="458"/>
                    <a:pt x="132" y="467"/>
                    <a:pt x="117" y="461"/>
                  </a:cubicBezTo>
                  <a:cubicBezTo>
                    <a:pt x="95" y="452"/>
                    <a:pt x="92" y="414"/>
                    <a:pt x="66" y="413"/>
                  </a:cubicBezTo>
                  <a:cubicBezTo>
                    <a:pt x="37" y="411"/>
                    <a:pt x="37" y="441"/>
                    <a:pt x="45" y="462"/>
                  </a:cubicBezTo>
                  <a:cubicBezTo>
                    <a:pt x="60" y="500"/>
                    <a:pt x="81" y="538"/>
                    <a:pt x="74" y="578"/>
                  </a:cubicBezTo>
                  <a:cubicBezTo>
                    <a:pt x="67" y="578"/>
                    <a:pt x="56" y="578"/>
                    <a:pt x="50" y="578"/>
                  </a:cubicBezTo>
                  <a:cubicBezTo>
                    <a:pt x="55" y="569"/>
                    <a:pt x="45" y="559"/>
                    <a:pt x="36" y="556"/>
                  </a:cubicBezTo>
                  <a:cubicBezTo>
                    <a:pt x="26" y="553"/>
                    <a:pt x="15" y="553"/>
                    <a:pt x="8" y="546"/>
                  </a:cubicBezTo>
                  <a:cubicBezTo>
                    <a:pt x="0" y="539"/>
                    <a:pt x="0" y="528"/>
                    <a:pt x="1" y="519"/>
                  </a:cubicBezTo>
                  <a:cubicBezTo>
                    <a:pt x="3" y="498"/>
                    <a:pt x="8" y="478"/>
                    <a:pt x="16" y="459"/>
                  </a:cubicBezTo>
                  <a:cubicBezTo>
                    <a:pt x="21" y="447"/>
                    <a:pt x="28" y="434"/>
                    <a:pt x="24" y="421"/>
                  </a:cubicBezTo>
                  <a:cubicBezTo>
                    <a:pt x="22" y="416"/>
                    <a:pt x="19" y="410"/>
                    <a:pt x="15" y="405"/>
                  </a:cubicBezTo>
                  <a:cubicBezTo>
                    <a:pt x="7" y="389"/>
                    <a:pt x="9" y="369"/>
                    <a:pt x="16" y="352"/>
                  </a:cubicBezTo>
                  <a:cubicBezTo>
                    <a:pt x="19" y="345"/>
                    <a:pt x="21" y="339"/>
                    <a:pt x="24" y="332"/>
                  </a:cubicBezTo>
                  <a:cubicBezTo>
                    <a:pt x="27" y="323"/>
                    <a:pt x="32" y="315"/>
                    <a:pt x="38" y="308"/>
                  </a:cubicBezTo>
                  <a:cubicBezTo>
                    <a:pt x="47" y="296"/>
                    <a:pt x="56" y="279"/>
                    <a:pt x="46" y="268"/>
                  </a:cubicBezTo>
                  <a:cubicBezTo>
                    <a:pt x="43" y="266"/>
                    <a:pt x="48" y="264"/>
                    <a:pt x="47" y="260"/>
                  </a:cubicBezTo>
                  <a:cubicBezTo>
                    <a:pt x="46" y="260"/>
                    <a:pt x="46" y="259"/>
                    <a:pt x="46" y="258"/>
                  </a:cubicBezTo>
                  <a:cubicBezTo>
                    <a:pt x="45" y="254"/>
                    <a:pt x="47" y="250"/>
                    <a:pt x="49" y="246"/>
                  </a:cubicBezTo>
                  <a:cubicBezTo>
                    <a:pt x="49" y="246"/>
                    <a:pt x="50" y="245"/>
                    <a:pt x="50" y="244"/>
                  </a:cubicBezTo>
                  <a:cubicBezTo>
                    <a:pt x="51" y="243"/>
                    <a:pt x="51" y="242"/>
                    <a:pt x="52" y="241"/>
                  </a:cubicBezTo>
                  <a:cubicBezTo>
                    <a:pt x="61" y="226"/>
                    <a:pt x="73" y="214"/>
                    <a:pt x="87" y="203"/>
                  </a:cubicBezTo>
                  <a:cubicBezTo>
                    <a:pt x="95" y="197"/>
                    <a:pt x="105" y="191"/>
                    <a:pt x="109" y="181"/>
                  </a:cubicBezTo>
                  <a:cubicBezTo>
                    <a:pt x="113" y="169"/>
                    <a:pt x="106" y="156"/>
                    <a:pt x="105" y="144"/>
                  </a:cubicBezTo>
                  <a:cubicBezTo>
                    <a:pt x="104" y="115"/>
                    <a:pt x="135" y="95"/>
                    <a:pt x="163" y="92"/>
                  </a:cubicBezTo>
                  <a:cubicBezTo>
                    <a:pt x="175" y="90"/>
                    <a:pt x="187" y="90"/>
                    <a:pt x="199" y="90"/>
                  </a:cubicBezTo>
                  <a:cubicBezTo>
                    <a:pt x="216" y="91"/>
                    <a:pt x="232" y="91"/>
                    <a:pt x="248" y="87"/>
                  </a:cubicBezTo>
                  <a:cubicBezTo>
                    <a:pt x="287" y="76"/>
                    <a:pt x="315" y="42"/>
                    <a:pt x="351" y="22"/>
                  </a:cubicBezTo>
                  <a:cubicBezTo>
                    <a:pt x="390" y="1"/>
                    <a:pt x="437" y="0"/>
                    <a:pt x="478" y="18"/>
                  </a:cubicBezTo>
                  <a:cubicBezTo>
                    <a:pt x="519" y="37"/>
                    <a:pt x="551" y="75"/>
                    <a:pt x="594" y="89"/>
                  </a:cubicBezTo>
                  <a:cubicBezTo>
                    <a:pt x="609" y="95"/>
                    <a:pt x="626" y="97"/>
                    <a:pt x="640" y="105"/>
                  </a:cubicBezTo>
                  <a:cubicBezTo>
                    <a:pt x="656" y="115"/>
                    <a:pt x="665" y="132"/>
                    <a:pt x="674" y="149"/>
                  </a:cubicBezTo>
                  <a:cubicBezTo>
                    <a:pt x="686" y="175"/>
                    <a:pt x="689" y="201"/>
                    <a:pt x="698" y="228"/>
                  </a:cubicBezTo>
                  <a:cubicBezTo>
                    <a:pt x="705" y="249"/>
                    <a:pt x="714" y="278"/>
                    <a:pt x="715" y="303"/>
                  </a:cubicBezTo>
                  <a:cubicBezTo>
                    <a:pt x="716" y="310"/>
                    <a:pt x="715" y="317"/>
                    <a:pt x="713" y="325"/>
                  </a:cubicBezTo>
                </a:path>
              </a:pathLst>
            </a:custGeom>
            <a:solidFill>
              <a:srgbClr val="896363"/>
            </a:solidFill>
            <a:ln>
              <a:noFill/>
            </a:ln>
            <a:extLst>
              <a:ext uri="{91240B29-F687-4F45-9708-019B960494DF}">
                <a14:hiddenLine xmlns:a14="http://schemas.microsoft.com/office/drawing/2010/main" w="9525">
                  <a:solidFill>
                    <a:srgbClr val="000000"/>
                  </a:solidFill>
                  <a:round/>
                  <a:headEnd/>
                  <a:tailEnd/>
                </a14:hiddenLine>
              </a:ext>
            </a:extLst>
          </p:spPr>
          <p:txBody>
            <a:bodyPr wrap="square" lIns="91440" tIns="45720" rIns="91440" bIns="45720" anchor="ctr">
              <a:normAutofit/>
            </a:bodyPr>
            <a:lstStyle/>
            <a:p>
              <a:pPr algn="ctr"/>
              <a:endParaRPr>
                <a:cs typeface="+mn-ea"/>
                <a:sym typeface="+mn-lt"/>
              </a:endParaRPr>
            </a:p>
          </p:txBody>
        </p:sp>
        <p:sp>
          <p:nvSpPr>
            <p:cNvPr id="324" name="任意多边形: 形状 323">
              <a:extLst>
                <a:ext uri="{FF2B5EF4-FFF2-40B4-BE49-F238E27FC236}">
                  <a16:creationId xmlns:a16="http://schemas.microsoft.com/office/drawing/2014/main" id="{4A0280FF-5367-4A42-A561-0405AB6625A4}"/>
                </a:ext>
              </a:extLst>
            </p:cNvPr>
            <p:cNvSpPr/>
            <p:nvPr/>
          </p:nvSpPr>
          <p:spPr bwMode="auto">
            <a:xfrm>
              <a:off x="3917701" y="1849219"/>
              <a:ext cx="11988" cy="22263"/>
            </a:xfrm>
            <a:custGeom>
              <a:avLst/>
              <a:gdLst>
                <a:gd name="T0" fmla="*/ 4 w 8"/>
                <a:gd name="T1" fmla="*/ 0 h 15"/>
                <a:gd name="T2" fmla="*/ 3 w 8"/>
                <a:gd name="T3" fmla="*/ 7 h 15"/>
                <a:gd name="T4" fmla="*/ 7 w 8"/>
                <a:gd name="T5" fmla="*/ 15 h 15"/>
                <a:gd name="T6" fmla="*/ 4 w 8"/>
                <a:gd name="T7" fmla="*/ 0 h 15"/>
              </a:gdLst>
              <a:ahLst/>
              <a:cxnLst>
                <a:cxn ang="0">
                  <a:pos x="T0" y="T1"/>
                </a:cxn>
                <a:cxn ang="0">
                  <a:pos x="T2" y="T3"/>
                </a:cxn>
                <a:cxn ang="0">
                  <a:pos x="T4" y="T5"/>
                </a:cxn>
                <a:cxn ang="0">
                  <a:pos x="T6" y="T7"/>
                </a:cxn>
              </a:cxnLst>
              <a:rect l="0" t="0" r="r" b="b"/>
              <a:pathLst>
                <a:path w="8" h="15">
                  <a:moveTo>
                    <a:pt x="4" y="0"/>
                  </a:moveTo>
                  <a:cubicBezTo>
                    <a:pt x="5" y="3"/>
                    <a:pt x="0" y="5"/>
                    <a:pt x="3" y="7"/>
                  </a:cubicBezTo>
                  <a:cubicBezTo>
                    <a:pt x="5" y="9"/>
                    <a:pt x="6" y="12"/>
                    <a:pt x="7" y="15"/>
                  </a:cubicBezTo>
                  <a:cubicBezTo>
                    <a:pt x="8" y="9"/>
                    <a:pt x="7" y="4"/>
                    <a:pt x="4" y="0"/>
                  </a:cubicBezTo>
                </a:path>
              </a:pathLst>
            </a:custGeom>
            <a:solidFill>
              <a:srgbClr val="7B5959"/>
            </a:solidFill>
            <a:ln>
              <a:noFill/>
            </a:ln>
            <a:extLst>
              <a:ext uri="{91240B29-F687-4F45-9708-019B960494DF}">
                <a14:hiddenLine xmlns:a14="http://schemas.microsoft.com/office/drawing/2010/main" w="9525">
                  <a:solidFill>
                    <a:srgbClr val="000000"/>
                  </a:solidFill>
                  <a:round/>
                  <a:headEnd/>
                  <a:tailEnd/>
                </a14:hiddenLine>
              </a:ext>
            </a:extLst>
          </p:spPr>
          <p:txBody>
            <a:bodyPr wrap="square" lIns="91440" tIns="45720" rIns="91440" bIns="45720" anchor="ctr">
              <a:normAutofit fontScale="25000" lnSpcReduction="20000"/>
            </a:bodyPr>
            <a:lstStyle/>
            <a:p>
              <a:pPr algn="ctr"/>
              <a:endParaRPr>
                <a:cs typeface="+mn-ea"/>
                <a:sym typeface="+mn-lt"/>
              </a:endParaRPr>
            </a:p>
          </p:txBody>
        </p:sp>
        <p:sp>
          <p:nvSpPr>
            <p:cNvPr id="325" name="任意多边形: 形状 324">
              <a:extLst>
                <a:ext uri="{FF2B5EF4-FFF2-40B4-BE49-F238E27FC236}">
                  <a16:creationId xmlns:a16="http://schemas.microsoft.com/office/drawing/2014/main" id="{92EE4F02-0657-405A-BB9E-B9C8D30A0994}"/>
                </a:ext>
              </a:extLst>
            </p:cNvPr>
            <p:cNvSpPr/>
            <p:nvPr/>
          </p:nvSpPr>
          <p:spPr bwMode="auto">
            <a:xfrm>
              <a:off x="4886976" y="1919432"/>
              <a:ext cx="17125" cy="47950"/>
            </a:xfrm>
            <a:custGeom>
              <a:avLst/>
              <a:gdLst>
                <a:gd name="T0" fmla="*/ 12 w 12"/>
                <a:gd name="T1" fmla="*/ 0 h 33"/>
                <a:gd name="T2" fmla="*/ 11 w 12"/>
                <a:gd name="T3" fmla="*/ 1 h 33"/>
                <a:gd name="T4" fmla="*/ 10 w 12"/>
                <a:gd name="T5" fmla="*/ 2 h 33"/>
                <a:gd name="T6" fmla="*/ 8 w 12"/>
                <a:gd name="T7" fmla="*/ 17 h 33"/>
                <a:gd name="T8" fmla="*/ 8 w 12"/>
                <a:gd name="T9" fmla="*/ 17 h 33"/>
                <a:gd name="T10" fmla="*/ 0 w 12"/>
                <a:gd name="T11" fmla="*/ 33 h 33"/>
                <a:gd name="T12" fmla="*/ 0 w 12"/>
                <a:gd name="T13" fmla="*/ 33 h 33"/>
                <a:gd name="T14" fmla="*/ 12 w 12"/>
                <a:gd name="T15" fmla="*/ 0 h 3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 h="33">
                  <a:moveTo>
                    <a:pt x="12" y="0"/>
                  </a:moveTo>
                  <a:cubicBezTo>
                    <a:pt x="11" y="0"/>
                    <a:pt x="11" y="0"/>
                    <a:pt x="11" y="1"/>
                  </a:cubicBezTo>
                  <a:cubicBezTo>
                    <a:pt x="11" y="1"/>
                    <a:pt x="11" y="2"/>
                    <a:pt x="10" y="2"/>
                  </a:cubicBezTo>
                  <a:cubicBezTo>
                    <a:pt x="10" y="7"/>
                    <a:pt x="9" y="12"/>
                    <a:pt x="8" y="17"/>
                  </a:cubicBezTo>
                  <a:cubicBezTo>
                    <a:pt x="8" y="17"/>
                    <a:pt x="8" y="17"/>
                    <a:pt x="8" y="17"/>
                  </a:cubicBezTo>
                  <a:cubicBezTo>
                    <a:pt x="7" y="23"/>
                    <a:pt x="4" y="28"/>
                    <a:pt x="0" y="33"/>
                  </a:cubicBezTo>
                  <a:cubicBezTo>
                    <a:pt x="0" y="33"/>
                    <a:pt x="0" y="33"/>
                    <a:pt x="0" y="33"/>
                  </a:cubicBezTo>
                  <a:cubicBezTo>
                    <a:pt x="8" y="24"/>
                    <a:pt x="11" y="13"/>
                    <a:pt x="12" y="0"/>
                  </a:cubicBezTo>
                </a:path>
              </a:pathLst>
            </a:custGeom>
            <a:solidFill>
              <a:srgbClr val="3B77DB"/>
            </a:solidFill>
            <a:ln>
              <a:noFill/>
            </a:ln>
            <a:extLst>
              <a:ext uri="{91240B29-F687-4F45-9708-019B960494DF}">
                <a14:hiddenLine xmlns:a14="http://schemas.microsoft.com/office/drawing/2010/main" w="9525">
                  <a:solidFill>
                    <a:srgbClr val="000000"/>
                  </a:solidFill>
                  <a:round/>
                  <a:headEnd/>
                  <a:tailEnd/>
                </a14:hiddenLine>
              </a:ext>
            </a:extLst>
          </p:spPr>
          <p:txBody>
            <a:bodyPr wrap="square" lIns="91440" tIns="45720" rIns="91440" bIns="45720" anchor="ctr">
              <a:normAutofit fontScale="25000" lnSpcReduction="20000"/>
            </a:bodyPr>
            <a:lstStyle/>
            <a:p>
              <a:pPr algn="ctr"/>
              <a:endParaRPr>
                <a:cs typeface="+mn-ea"/>
                <a:sym typeface="+mn-lt"/>
              </a:endParaRPr>
            </a:p>
          </p:txBody>
        </p:sp>
        <p:sp>
          <p:nvSpPr>
            <p:cNvPr id="326" name="椭圆 325">
              <a:extLst>
                <a:ext uri="{FF2B5EF4-FFF2-40B4-BE49-F238E27FC236}">
                  <a16:creationId xmlns:a16="http://schemas.microsoft.com/office/drawing/2014/main" id="{1A4F694D-AC52-4B74-80E5-9A3FDF9B6F3D}"/>
                </a:ext>
              </a:extLst>
            </p:cNvPr>
            <p:cNvSpPr/>
            <p:nvPr/>
          </p:nvSpPr>
          <p:spPr bwMode="auto">
            <a:xfrm>
              <a:off x="4886976" y="1967382"/>
              <a:ext cx="1713" cy="1713"/>
            </a:xfrm>
            <a:prstGeom prst="ellipse">
              <a:avLst/>
            </a:prstGeom>
            <a:solidFill>
              <a:srgbClr val="E59191"/>
            </a:solidFill>
            <a:ln>
              <a:noFill/>
            </a:ln>
            <a:extLst>
              <a:ext uri="{91240B29-F687-4F45-9708-019B960494DF}">
                <a14:hiddenLine xmlns:a14="http://schemas.microsoft.com/office/drawing/2010/main" w="9525">
                  <a:solidFill>
                    <a:srgbClr val="000000"/>
                  </a:solidFill>
                  <a:round/>
                  <a:headEnd/>
                  <a:tailEnd/>
                </a14:hiddenLine>
              </a:ext>
            </a:extLst>
          </p:spPr>
          <p:txBody>
            <a:bodyPr wrap="square" lIns="91440" tIns="45720" rIns="91440" bIns="45720" anchor="ctr">
              <a:normAutofit fontScale="25000" lnSpcReduction="20000"/>
            </a:bodyPr>
            <a:lstStyle/>
            <a:p>
              <a:pPr algn="ctr"/>
              <a:endParaRPr>
                <a:cs typeface="+mn-ea"/>
                <a:sym typeface="+mn-lt"/>
              </a:endParaRPr>
            </a:p>
          </p:txBody>
        </p:sp>
        <p:sp>
          <p:nvSpPr>
            <p:cNvPr id="327" name="任意多边形: 形状 326">
              <a:extLst>
                <a:ext uri="{FF2B5EF4-FFF2-40B4-BE49-F238E27FC236}">
                  <a16:creationId xmlns:a16="http://schemas.microsoft.com/office/drawing/2014/main" id="{3D0B32A0-F44A-4699-A355-B41C789C87C7}"/>
                </a:ext>
              </a:extLst>
            </p:cNvPr>
            <p:cNvSpPr/>
            <p:nvPr/>
          </p:nvSpPr>
          <p:spPr bwMode="auto">
            <a:xfrm>
              <a:off x="3914276" y="1965669"/>
              <a:ext cx="972700" cy="160975"/>
            </a:xfrm>
            <a:custGeom>
              <a:avLst/>
              <a:gdLst>
                <a:gd name="T0" fmla="*/ 6 w 664"/>
                <a:gd name="T1" fmla="*/ 78 h 110"/>
                <a:gd name="T2" fmla="*/ 0 w 664"/>
                <a:gd name="T3" fmla="*/ 88 h 110"/>
                <a:gd name="T4" fmla="*/ 1 w 664"/>
                <a:gd name="T5" fmla="*/ 92 h 110"/>
                <a:gd name="T6" fmla="*/ 6 w 664"/>
                <a:gd name="T7" fmla="*/ 78 h 110"/>
                <a:gd name="T8" fmla="*/ 664 w 664"/>
                <a:gd name="T9" fmla="*/ 1 h 110"/>
                <a:gd name="T10" fmla="*/ 660 w 664"/>
                <a:gd name="T11" fmla="*/ 5 h 110"/>
                <a:gd name="T12" fmla="*/ 661 w 664"/>
                <a:gd name="T13" fmla="*/ 4 h 110"/>
                <a:gd name="T14" fmla="*/ 664 w 664"/>
                <a:gd name="T15" fmla="*/ 2 h 110"/>
                <a:gd name="T16" fmla="*/ 664 w 664"/>
                <a:gd name="T17" fmla="*/ 1 h 110"/>
                <a:gd name="T18" fmla="*/ 164 w 664"/>
                <a:gd name="T19" fmla="*/ 0 h 110"/>
                <a:gd name="T20" fmla="*/ 134 w 664"/>
                <a:gd name="T21" fmla="*/ 59 h 110"/>
                <a:gd name="T22" fmla="*/ 118 w 664"/>
                <a:gd name="T23" fmla="*/ 104 h 110"/>
                <a:gd name="T24" fmla="*/ 114 w 664"/>
                <a:gd name="T25" fmla="*/ 110 h 110"/>
                <a:gd name="T26" fmla="*/ 119 w 664"/>
                <a:gd name="T27" fmla="*/ 103 h 110"/>
                <a:gd name="T28" fmla="*/ 135 w 664"/>
                <a:gd name="T29" fmla="*/ 58 h 110"/>
                <a:gd name="T30" fmla="*/ 164 w 664"/>
                <a:gd name="T31" fmla="*/ 0 h 1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64" h="110">
                  <a:moveTo>
                    <a:pt x="6" y="78"/>
                  </a:moveTo>
                  <a:cubicBezTo>
                    <a:pt x="3" y="81"/>
                    <a:pt x="1" y="84"/>
                    <a:pt x="0" y="88"/>
                  </a:cubicBezTo>
                  <a:cubicBezTo>
                    <a:pt x="0" y="90"/>
                    <a:pt x="1" y="91"/>
                    <a:pt x="1" y="92"/>
                  </a:cubicBezTo>
                  <a:cubicBezTo>
                    <a:pt x="1" y="87"/>
                    <a:pt x="3" y="82"/>
                    <a:pt x="6" y="78"/>
                  </a:cubicBezTo>
                  <a:moveTo>
                    <a:pt x="664" y="1"/>
                  </a:moveTo>
                  <a:cubicBezTo>
                    <a:pt x="663" y="3"/>
                    <a:pt x="662" y="4"/>
                    <a:pt x="660" y="5"/>
                  </a:cubicBezTo>
                  <a:cubicBezTo>
                    <a:pt x="661" y="5"/>
                    <a:pt x="661" y="5"/>
                    <a:pt x="661" y="4"/>
                  </a:cubicBezTo>
                  <a:cubicBezTo>
                    <a:pt x="662" y="4"/>
                    <a:pt x="663" y="3"/>
                    <a:pt x="664" y="2"/>
                  </a:cubicBezTo>
                  <a:cubicBezTo>
                    <a:pt x="664" y="2"/>
                    <a:pt x="664" y="1"/>
                    <a:pt x="664" y="1"/>
                  </a:cubicBezTo>
                  <a:moveTo>
                    <a:pt x="164" y="0"/>
                  </a:moveTo>
                  <a:cubicBezTo>
                    <a:pt x="149" y="15"/>
                    <a:pt x="139" y="38"/>
                    <a:pt x="134" y="59"/>
                  </a:cubicBezTo>
                  <a:cubicBezTo>
                    <a:pt x="130" y="75"/>
                    <a:pt x="127" y="91"/>
                    <a:pt x="118" y="104"/>
                  </a:cubicBezTo>
                  <a:cubicBezTo>
                    <a:pt x="116" y="106"/>
                    <a:pt x="115" y="108"/>
                    <a:pt x="114" y="110"/>
                  </a:cubicBezTo>
                  <a:cubicBezTo>
                    <a:pt x="116" y="108"/>
                    <a:pt x="117" y="106"/>
                    <a:pt x="119" y="103"/>
                  </a:cubicBezTo>
                  <a:cubicBezTo>
                    <a:pt x="128" y="90"/>
                    <a:pt x="131" y="74"/>
                    <a:pt x="135" y="58"/>
                  </a:cubicBezTo>
                  <a:cubicBezTo>
                    <a:pt x="140" y="37"/>
                    <a:pt x="149" y="15"/>
                    <a:pt x="164" y="0"/>
                  </a:cubicBezTo>
                </a:path>
              </a:pathLst>
            </a:custGeom>
            <a:solidFill>
              <a:srgbClr val="CE8282"/>
            </a:solidFill>
            <a:ln>
              <a:noFill/>
            </a:ln>
            <a:extLst>
              <a:ext uri="{91240B29-F687-4F45-9708-019B960494DF}">
                <a14:hiddenLine xmlns:a14="http://schemas.microsoft.com/office/drawing/2010/main" w="9525">
                  <a:solidFill>
                    <a:srgbClr val="000000"/>
                  </a:solidFill>
                  <a:round/>
                  <a:headEnd/>
                  <a:tailEnd/>
                </a14:hiddenLine>
              </a:ext>
            </a:extLst>
          </p:spPr>
          <p:txBody>
            <a:bodyPr wrap="square" lIns="91440" tIns="45720" rIns="91440" bIns="45720" anchor="ctr">
              <a:normAutofit fontScale="25000" lnSpcReduction="20000"/>
            </a:bodyPr>
            <a:lstStyle/>
            <a:p>
              <a:pPr algn="ctr"/>
              <a:endParaRPr>
                <a:cs typeface="+mn-ea"/>
                <a:sym typeface="+mn-lt"/>
              </a:endParaRPr>
            </a:p>
          </p:txBody>
        </p:sp>
        <p:sp>
          <p:nvSpPr>
            <p:cNvPr id="328" name="任意多边形: 形状 327">
              <a:extLst>
                <a:ext uri="{FF2B5EF4-FFF2-40B4-BE49-F238E27FC236}">
                  <a16:creationId xmlns:a16="http://schemas.microsoft.com/office/drawing/2014/main" id="{D028AE18-2FF6-4EF7-87D8-70C822410511}"/>
                </a:ext>
              </a:extLst>
            </p:cNvPr>
            <p:cNvSpPr/>
            <p:nvPr/>
          </p:nvSpPr>
          <p:spPr bwMode="auto">
            <a:xfrm>
              <a:off x="3914276" y="1917719"/>
              <a:ext cx="982975" cy="226050"/>
            </a:xfrm>
            <a:custGeom>
              <a:avLst/>
              <a:gdLst>
                <a:gd name="T0" fmla="*/ 218 w 672"/>
                <a:gd name="T1" fmla="*/ 0 h 155"/>
                <a:gd name="T2" fmla="*/ 190 w 672"/>
                <a:gd name="T3" fmla="*/ 5 h 155"/>
                <a:gd name="T4" fmla="*/ 135 w 672"/>
                <a:gd name="T5" fmla="*/ 82 h 155"/>
                <a:gd name="T6" fmla="*/ 119 w 672"/>
                <a:gd name="T7" fmla="*/ 128 h 155"/>
                <a:gd name="T8" fmla="*/ 87 w 672"/>
                <a:gd name="T9" fmla="*/ 146 h 155"/>
                <a:gd name="T10" fmla="*/ 77 w 672"/>
                <a:gd name="T11" fmla="*/ 144 h 155"/>
                <a:gd name="T12" fmla="*/ 26 w 672"/>
                <a:gd name="T13" fmla="*/ 96 h 155"/>
                <a:gd name="T14" fmla="*/ 23 w 672"/>
                <a:gd name="T15" fmla="*/ 96 h 155"/>
                <a:gd name="T16" fmla="*/ 0 w 672"/>
                <a:gd name="T17" fmla="*/ 121 h 155"/>
                <a:gd name="T18" fmla="*/ 6 w 672"/>
                <a:gd name="T19" fmla="*/ 111 h 155"/>
                <a:gd name="T20" fmla="*/ 23 w 672"/>
                <a:gd name="T21" fmla="*/ 104 h 155"/>
                <a:gd name="T22" fmla="*/ 26 w 672"/>
                <a:gd name="T23" fmla="*/ 104 h 155"/>
                <a:gd name="T24" fmla="*/ 77 w 672"/>
                <a:gd name="T25" fmla="*/ 153 h 155"/>
                <a:gd name="T26" fmla="*/ 87 w 672"/>
                <a:gd name="T27" fmla="*/ 155 h 155"/>
                <a:gd name="T28" fmla="*/ 114 w 672"/>
                <a:gd name="T29" fmla="*/ 143 h 155"/>
                <a:gd name="T30" fmla="*/ 118 w 672"/>
                <a:gd name="T31" fmla="*/ 137 h 155"/>
                <a:gd name="T32" fmla="*/ 134 w 672"/>
                <a:gd name="T33" fmla="*/ 92 h 155"/>
                <a:gd name="T34" fmla="*/ 164 w 672"/>
                <a:gd name="T35" fmla="*/ 33 h 155"/>
                <a:gd name="T36" fmla="*/ 190 w 672"/>
                <a:gd name="T37" fmla="*/ 14 h 155"/>
                <a:gd name="T38" fmla="*/ 218 w 672"/>
                <a:gd name="T39" fmla="*/ 9 h 155"/>
                <a:gd name="T40" fmla="*/ 311 w 672"/>
                <a:gd name="T41" fmla="*/ 32 h 155"/>
                <a:gd name="T42" fmla="*/ 380 w 672"/>
                <a:gd name="T43" fmla="*/ 38 h 155"/>
                <a:gd name="T44" fmla="*/ 395 w 672"/>
                <a:gd name="T45" fmla="*/ 38 h 155"/>
                <a:gd name="T46" fmla="*/ 420 w 672"/>
                <a:gd name="T47" fmla="*/ 33 h 155"/>
                <a:gd name="T48" fmla="*/ 439 w 672"/>
                <a:gd name="T49" fmla="*/ 17 h 155"/>
                <a:gd name="T50" fmla="*/ 459 w 672"/>
                <a:gd name="T51" fmla="*/ 11 h 155"/>
                <a:gd name="T52" fmla="*/ 502 w 672"/>
                <a:gd name="T53" fmla="*/ 24 h 155"/>
                <a:gd name="T54" fmla="*/ 574 w 672"/>
                <a:gd name="T55" fmla="*/ 45 h 155"/>
                <a:gd name="T56" fmla="*/ 622 w 672"/>
                <a:gd name="T57" fmla="*/ 50 h 155"/>
                <a:gd name="T58" fmla="*/ 660 w 672"/>
                <a:gd name="T59" fmla="*/ 38 h 155"/>
                <a:gd name="T60" fmla="*/ 664 w 672"/>
                <a:gd name="T61" fmla="*/ 34 h 155"/>
                <a:gd name="T62" fmla="*/ 664 w 672"/>
                <a:gd name="T63" fmla="*/ 34 h 155"/>
                <a:gd name="T64" fmla="*/ 672 w 672"/>
                <a:gd name="T65" fmla="*/ 18 h 155"/>
                <a:gd name="T66" fmla="*/ 672 w 672"/>
                <a:gd name="T67" fmla="*/ 18 h 155"/>
                <a:gd name="T68" fmla="*/ 672 w 672"/>
                <a:gd name="T69" fmla="*/ 18 h 155"/>
                <a:gd name="T70" fmla="*/ 669 w 672"/>
                <a:gd name="T71" fmla="*/ 18 h 155"/>
                <a:gd name="T72" fmla="*/ 661 w 672"/>
                <a:gd name="T73" fmla="*/ 29 h 155"/>
                <a:gd name="T74" fmla="*/ 622 w 672"/>
                <a:gd name="T75" fmla="*/ 42 h 155"/>
                <a:gd name="T76" fmla="*/ 574 w 672"/>
                <a:gd name="T77" fmla="*/ 36 h 155"/>
                <a:gd name="T78" fmla="*/ 502 w 672"/>
                <a:gd name="T79" fmla="*/ 15 h 155"/>
                <a:gd name="T80" fmla="*/ 459 w 672"/>
                <a:gd name="T81" fmla="*/ 2 h 155"/>
                <a:gd name="T82" fmla="*/ 439 w 672"/>
                <a:gd name="T83" fmla="*/ 8 h 155"/>
                <a:gd name="T84" fmla="*/ 420 w 672"/>
                <a:gd name="T85" fmla="*/ 24 h 155"/>
                <a:gd name="T86" fmla="*/ 395 w 672"/>
                <a:gd name="T87" fmla="*/ 29 h 155"/>
                <a:gd name="T88" fmla="*/ 386 w 672"/>
                <a:gd name="T89" fmla="*/ 29 h 155"/>
                <a:gd name="T90" fmla="*/ 311 w 672"/>
                <a:gd name="T91" fmla="*/ 23 h 155"/>
                <a:gd name="T92" fmla="*/ 218 w 672"/>
                <a:gd name="T93" fmla="*/ 0 h 1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672" h="155">
                  <a:moveTo>
                    <a:pt x="218" y="0"/>
                  </a:moveTo>
                  <a:cubicBezTo>
                    <a:pt x="208" y="0"/>
                    <a:pt x="199" y="2"/>
                    <a:pt x="190" y="5"/>
                  </a:cubicBezTo>
                  <a:cubicBezTo>
                    <a:pt x="159" y="18"/>
                    <a:pt x="143" y="51"/>
                    <a:pt x="135" y="82"/>
                  </a:cubicBezTo>
                  <a:cubicBezTo>
                    <a:pt x="131" y="98"/>
                    <a:pt x="128" y="114"/>
                    <a:pt x="119" y="128"/>
                  </a:cubicBezTo>
                  <a:cubicBezTo>
                    <a:pt x="112" y="138"/>
                    <a:pt x="99" y="146"/>
                    <a:pt x="87" y="146"/>
                  </a:cubicBezTo>
                  <a:cubicBezTo>
                    <a:pt x="84" y="146"/>
                    <a:pt x="81" y="145"/>
                    <a:pt x="77" y="144"/>
                  </a:cubicBezTo>
                  <a:cubicBezTo>
                    <a:pt x="55" y="135"/>
                    <a:pt x="52" y="98"/>
                    <a:pt x="26" y="96"/>
                  </a:cubicBezTo>
                  <a:cubicBezTo>
                    <a:pt x="25" y="96"/>
                    <a:pt x="24" y="96"/>
                    <a:pt x="23" y="96"/>
                  </a:cubicBezTo>
                  <a:cubicBezTo>
                    <a:pt x="6" y="96"/>
                    <a:pt x="0" y="107"/>
                    <a:pt x="0" y="121"/>
                  </a:cubicBezTo>
                  <a:cubicBezTo>
                    <a:pt x="1" y="117"/>
                    <a:pt x="3" y="114"/>
                    <a:pt x="6" y="111"/>
                  </a:cubicBezTo>
                  <a:cubicBezTo>
                    <a:pt x="9" y="107"/>
                    <a:pt x="15" y="104"/>
                    <a:pt x="23" y="104"/>
                  </a:cubicBezTo>
                  <a:cubicBezTo>
                    <a:pt x="24" y="104"/>
                    <a:pt x="25" y="104"/>
                    <a:pt x="26" y="104"/>
                  </a:cubicBezTo>
                  <a:cubicBezTo>
                    <a:pt x="52" y="106"/>
                    <a:pt x="55" y="144"/>
                    <a:pt x="77" y="153"/>
                  </a:cubicBezTo>
                  <a:cubicBezTo>
                    <a:pt x="81" y="154"/>
                    <a:pt x="84" y="155"/>
                    <a:pt x="87" y="155"/>
                  </a:cubicBezTo>
                  <a:cubicBezTo>
                    <a:pt x="97" y="155"/>
                    <a:pt x="106" y="150"/>
                    <a:pt x="114" y="143"/>
                  </a:cubicBezTo>
                  <a:cubicBezTo>
                    <a:pt x="115" y="141"/>
                    <a:pt x="116" y="139"/>
                    <a:pt x="118" y="137"/>
                  </a:cubicBezTo>
                  <a:cubicBezTo>
                    <a:pt x="127" y="124"/>
                    <a:pt x="130" y="108"/>
                    <a:pt x="134" y="92"/>
                  </a:cubicBezTo>
                  <a:cubicBezTo>
                    <a:pt x="139" y="71"/>
                    <a:pt x="149" y="48"/>
                    <a:pt x="164" y="33"/>
                  </a:cubicBezTo>
                  <a:cubicBezTo>
                    <a:pt x="171" y="25"/>
                    <a:pt x="180" y="18"/>
                    <a:pt x="190" y="14"/>
                  </a:cubicBezTo>
                  <a:cubicBezTo>
                    <a:pt x="199" y="10"/>
                    <a:pt x="208" y="9"/>
                    <a:pt x="218" y="9"/>
                  </a:cubicBezTo>
                  <a:cubicBezTo>
                    <a:pt x="248" y="9"/>
                    <a:pt x="280" y="24"/>
                    <a:pt x="311" y="32"/>
                  </a:cubicBezTo>
                  <a:cubicBezTo>
                    <a:pt x="334" y="37"/>
                    <a:pt x="357" y="38"/>
                    <a:pt x="380" y="38"/>
                  </a:cubicBezTo>
                  <a:cubicBezTo>
                    <a:pt x="385" y="38"/>
                    <a:pt x="390" y="38"/>
                    <a:pt x="395" y="38"/>
                  </a:cubicBezTo>
                  <a:cubicBezTo>
                    <a:pt x="403" y="38"/>
                    <a:pt x="412" y="37"/>
                    <a:pt x="420" y="33"/>
                  </a:cubicBezTo>
                  <a:cubicBezTo>
                    <a:pt x="427" y="29"/>
                    <a:pt x="432" y="22"/>
                    <a:pt x="439" y="17"/>
                  </a:cubicBezTo>
                  <a:cubicBezTo>
                    <a:pt x="445" y="13"/>
                    <a:pt x="452" y="11"/>
                    <a:pt x="459" y="11"/>
                  </a:cubicBezTo>
                  <a:cubicBezTo>
                    <a:pt x="473" y="11"/>
                    <a:pt x="488" y="18"/>
                    <a:pt x="502" y="24"/>
                  </a:cubicBezTo>
                  <a:cubicBezTo>
                    <a:pt x="525" y="33"/>
                    <a:pt x="549" y="40"/>
                    <a:pt x="574" y="45"/>
                  </a:cubicBezTo>
                  <a:cubicBezTo>
                    <a:pt x="589" y="47"/>
                    <a:pt x="606" y="50"/>
                    <a:pt x="622" y="50"/>
                  </a:cubicBezTo>
                  <a:cubicBezTo>
                    <a:pt x="636" y="50"/>
                    <a:pt x="650" y="47"/>
                    <a:pt x="660" y="38"/>
                  </a:cubicBezTo>
                  <a:cubicBezTo>
                    <a:pt x="662" y="37"/>
                    <a:pt x="663" y="36"/>
                    <a:pt x="664" y="34"/>
                  </a:cubicBezTo>
                  <a:cubicBezTo>
                    <a:pt x="664" y="34"/>
                    <a:pt x="664" y="34"/>
                    <a:pt x="664" y="34"/>
                  </a:cubicBezTo>
                  <a:cubicBezTo>
                    <a:pt x="668" y="29"/>
                    <a:pt x="671" y="24"/>
                    <a:pt x="672" y="18"/>
                  </a:cubicBezTo>
                  <a:cubicBezTo>
                    <a:pt x="672" y="18"/>
                    <a:pt x="672" y="18"/>
                    <a:pt x="672" y="18"/>
                  </a:cubicBezTo>
                  <a:cubicBezTo>
                    <a:pt x="672" y="18"/>
                    <a:pt x="672" y="18"/>
                    <a:pt x="672" y="18"/>
                  </a:cubicBezTo>
                  <a:cubicBezTo>
                    <a:pt x="671" y="18"/>
                    <a:pt x="670" y="18"/>
                    <a:pt x="669" y="18"/>
                  </a:cubicBezTo>
                  <a:cubicBezTo>
                    <a:pt x="667" y="22"/>
                    <a:pt x="665" y="25"/>
                    <a:pt x="661" y="29"/>
                  </a:cubicBezTo>
                  <a:cubicBezTo>
                    <a:pt x="651" y="38"/>
                    <a:pt x="637" y="42"/>
                    <a:pt x="622" y="42"/>
                  </a:cubicBezTo>
                  <a:cubicBezTo>
                    <a:pt x="606" y="42"/>
                    <a:pt x="589" y="38"/>
                    <a:pt x="574" y="36"/>
                  </a:cubicBezTo>
                  <a:cubicBezTo>
                    <a:pt x="549" y="32"/>
                    <a:pt x="525" y="25"/>
                    <a:pt x="502" y="15"/>
                  </a:cubicBezTo>
                  <a:cubicBezTo>
                    <a:pt x="488" y="9"/>
                    <a:pt x="473" y="2"/>
                    <a:pt x="459" y="2"/>
                  </a:cubicBezTo>
                  <a:cubicBezTo>
                    <a:pt x="452" y="2"/>
                    <a:pt x="445" y="4"/>
                    <a:pt x="439" y="8"/>
                  </a:cubicBezTo>
                  <a:cubicBezTo>
                    <a:pt x="432" y="13"/>
                    <a:pt x="427" y="20"/>
                    <a:pt x="420" y="24"/>
                  </a:cubicBezTo>
                  <a:cubicBezTo>
                    <a:pt x="413" y="29"/>
                    <a:pt x="403" y="29"/>
                    <a:pt x="395" y="29"/>
                  </a:cubicBezTo>
                  <a:cubicBezTo>
                    <a:pt x="392" y="29"/>
                    <a:pt x="389" y="29"/>
                    <a:pt x="386" y="29"/>
                  </a:cubicBezTo>
                  <a:cubicBezTo>
                    <a:pt x="361" y="29"/>
                    <a:pt x="336" y="29"/>
                    <a:pt x="311" y="23"/>
                  </a:cubicBezTo>
                  <a:cubicBezTo>
                    <a:pt x="280" y="16"/>
                    <a:pt x="248" y="0"/>
                    <a:pt x="218" y="0"/>
                  </a:cubicBezTo>
                </a:path>
              </a:pathLst>
            </a:custGeom>
            <a:solidFill>
              <a:srgbClr val="7B5959"/>
            </a:solidFill>
            <a:ln>
              <a:noFill/>
            </a:ln>
            <a:extLst>
              <a:ext uri="{91240B29-F687-4F45-9708-019B960494DF}">
                <a14:hiddenLine xmlns:a14="http://schemas.microsoft.com/office/drawing/2010/main" w="9525">
                  <a:solidFill>
                    <a:srgbClr val="000000"/>
                  </a:solidFill>
                  <a:round/>
                  <a:headEnd/>
                  <a:tailEnd/>
                </a14:hiddenLine>
              </a:ext>
            </a:extLst>
          </p:spPr>
          <p:txBody>
            <a:bodyPr wrap="square" lIns="91440" tIns="45720" rIns="91440" bIns="45720" anchor="ctr">
              <a:normAutofit fontScale="25000" lnSpcReduction="20000"/>
            </a:bodyPr>
            <a:lstStyle/>
            <a:p>
              <a:pPr algn="ctr"/>
              <a:endParaRPr>
                <a:cs typeface="+mn-ea"/>
                <a:sym typeface="+mn-lt"/>
              </a:endParaRPr>
            </a:p>
          </p:txBody>
        </p:sp>
        <p:sp>
          <p:nvSpPr>
            <p:cNvPr id="329" name="任意多边形: 形状 328">
              <a:extLst>
                <a:ext uri="{FF2B5EF4-FFF2-40B4-BE49-F238E27FC236}">
                  <a16:creationId xmlns:a16="http://schemas.microsoft.com/office/drawing/2014/main" id="{E3AC5DF7-7D78-41E6-B4AC-1F411E20C273}"/>
                </a:ext>
              </a:extLst>
            </p:cNvPr>
            <p:cNvSpPr/>
            <p:nvPr/>
          </p:nvSpPr>
          <p:spPr bwMode="auto">
            <a:xfrm>
              <a:off x="3869751" y="2018757"/>
              <a:ext cx="23975" cy="70213"/>
            </a:xfrm>
            <a:custGeom>
              <a:avLst/>
              <a:gdLst>
                <a:gd name="T0" fmla="*/ 0 w 16"/>
                <a:gd name="T1" fmla="*/ 0 h 48"/>
                <a:gd name="T2" fmla="*/ 6 w 16"/>
                <a:gd name="T3" fmla="*/ 28 h 48"/>
                <a:gd name="T4" fmla="*/ 14 w 16"/>
                <a:gd name="T5" fmla="*/ 44 h 48"/>
                <a:gd name="T6" fmla="*/ 15 w 16"/>
                <a:gd name="T7" fmla="*/ 48 h 48"/>
                <a:gd name="T8" fmla="*/ 14 w 16"/>
                <a:gd name="T9" fmla="*/ 35 h 48"/>
                <a:gd name="T10" fmla="*/ 6 w 16"/>
                <a:gd name="T11" fmla="*/ 19 h 48"/>
                <a:gd name="T12" fmla="*/ 0 w 16"/>
                <a:gd name="T13" fmla="*/ 0 h 48"/>
              </a:gdLst>
              <a:ahLst/>
              <a:cxnLst>
                <a:cxn ang="0">
                  <a:pos x="T0" y="T1"/>
                </a:cxn>
                <a:cxn ang="0">
                  <a:pos x="T2" y="T3"/>
                </a:cxn>
                <a:cxn ang="0">
                  <a:pos x="T4" y="T5"/>
                </a:cxn>
                <a:cxn ang="0">
                  <a:pos x="T6" y="T7"/>
                </a:cxn>
                <a:cxn ang="0">
                  <a:pos x="T8" y="T9"/>
                </a:cxn>
                <a:cxn ang="0">
                  <a:pos x="T10" y="T11"/>
                </a:cxn>
                <a:cxn ang="0">
                  <a:pos x="T12" y="T13"/>
                </a:cxn>
              </a:cxnLst>
              <a:rect l="0" t="0" r="r" b="b"/>
              <a:pathLst>
                <a:path w="16" h="48">
                  <a:moveTo>
                    <a:pt x="0" y="0"/>
                  </a:moveTo>
                  <a:cubicBezTo>
                    <a:pt x="0" y="10"/>
                    <a:pt x="1" y="19"/>
                    <a:pt x="6" y="28"/>
                  </a:cubicBezTo>
                  <a:cubicBezTo>
                    <a:pt x="9" y="33"/>
                    <a:pt x="12" y="38"/>
                    <a:pt x="14" y="44"/>
                  </a:cubicBezTo>
                  <a:cubicBezTo>
                    <a:pt x="15" y="45"/>
                    <a:pt x="15" y="46"/>
                    <a:pt x="15" y="48"/>
                  </a:cubicBezTo>
                  <a:cubicBezTo>
                    <a:pt x="16" y="44"/>
                    <a:pt x="15" y="39"/>
                    <a:pt x="14" y="35"/>
                  </a:cubicBezTo>
                  <a:cubicBezTo>
                    <a:pt x="12" y="30"/>
                    <a:pt x="9" y="24"/>
                    <a:pt x="6" y="19"/>
                  </a:cubicBezTo>
                  <a:cubicBezTo>
                    <a:pt x="3" y="13"/>
                    <a:pt x="1" y="7"/>
                    <a:pt x="0" y="0"/>
                  </a:cubicBezTo>
                </a:path>
              </a:pathLst>
            </a:custGeom>
            <a:solidFill>
              <a:srgbClr val="7B5959"/>
            </a:solidFill>
            <a:ln>
              <a:noFill/>
            </a:ln>
            <a:extLst>
              <a:ext uri="{91240B29-F687-4F45-9708-019B960494DF}">
                <a14:hiddenLine xmlns:a14="http://schemas.microsoft.com/office/drawing/2010/main" w="9525">
                  <a:solidFill>
                    <a:srgbClr val="000000"/>
                  </a:solidFill>
                  <a:round/>
                  <a:headEnd/>
                  <a:tailEnd/>
                </a14:hiddenLine>
              </a:ext>
            </a:extLst>
          </p:spPr>
          <p:txBody>
            <a:bodyPr wrap="square" lIns="91440" tIns="45720" rIns="91440" bIns="45720" anchor="ctr">
              <a:normAutofit fontScale="25000" lnSpcReduction="20000"/>
            </a:bodyPr>
            <a:lstStyle/>
            <a:p>
              <a:pPr algn="ctr"/>
              <a:endParaRPr>
                <a:cs typeface="+mn-ea"/>
                <a:sym typeface="+mn-lt"/>
              </a:endParaRPr>
            </a:p>
          </p:txBody>
        </p:sp>
        <p:sp>
          <p:nvSpPr>
            <p:cNvPr id="330" name="任意多边形: 形状 329">
              <a:extLst>
                <a:ext uri="{FF2B5EF4-FFF2-40B4-BE49-F238E27FC236}">
                  <a16:creationId xmlns:a16="http://schemas.microsoft.com/office/drawing/2014/main" id="{2054ADF1-1D69-4864-AD29-B2CBE907E403}"/>
                </a:ext>
              </a:extLst>
            </p:cNvPr>
            <p:cNvSpPr/>
            <p:nvPr/>
          </p:nvSpPr>
          <p:spPr bwMode="auto">
            <a:xfrm>
              <a:off x="3962226" y="2306457"/>
              <a:ext cx="1713" cy="6850"/>
            </a:xfrm>
            <a:custGeom>
              <a:avLst/>
              <a:gdLst>
                <a:gd name="T0" fmla="*/ 1 w 1"/>
                <a:gd name="T1" fmla="*/ 0 h 4"/>
                <a:gd name="T2" fmla="*/ 0 w 1"/>
                <a:gd name="T3" fmla="*/ 4 h 4"/>
                <a:gd name="T4" fmla="*/ 1 w 1"/>
                <a:gd name="T5" fmla="*/ 4 h 4"/>
                <a:gd name="T6" fmla="*/ 1 w 1"/>
                <a:gd name="T7" fmla="*/ 3 h 4"/>
                <a:gd name="T8" fmla="*/ 1 w 1"/>
                <a:gd name="T9" fmla="*/ 0 h 4"/>
              </a:gdLst>
              <a:ahLst/>
              <a:cxnLst>
                <a:cxn ang="0">
                  <a:pos x="T0" y="T1"/>
                </a:cxn>
                <a:cxn ang="0">
                  <a:pos x="T2" y="T3"/>
                </a:cxn>
                <a:cxn ang="0">
                  <a:pos x="T4" y="T5"/>
                </a:cxn>
                <a:cxn ang="0">
                  <a:pos x="T6" y="T7"/>
                </a:cxn>
                <a:cxn ang="0">
                  <a:pos x="T8" y="T9"/>
                </a:cxn>
              </a:cxnLst>
              <a:rect l="0" t="0" r="r" b="b"/>
              <a:pathLst>
                <a:path w="1" h="4">
                  <a:moveTo>
                    <a:pt x="1" y="0"/>
                  </a:moveTo>
                  <a:cubicBezTo>
                    <a:pt x="0" y="1"/>
                    <a:pt x="0" y="3"/>
                    <a:pt x="0" y="4"/>
                  </a:cubicBezTo>
                  <a:cubicBezTo>
                    <a:pt x="0" y="4"/>
                    <a:pt x="0" y="4"/>
                    <a:pt x="1" y="4"/>
                  </a:cubicBezTo>
                  <a:cubicBezTo>
                    <a:pt x="1" y="4"/>
                    <a:pt x="1" y="3"/>
                    <a:pt x="1" y="3"/>
                  </a:cubicBezTo>
                  <a:cubicBezTo>
                    <a:pt x="1" y="2"/>
                    <a:pt x="1" y="1"/>
                    <a:pt x="1" y="0"/>
                  </a:cubicBezTo>
                </a:path>
              </a:pathLst>
            </a:custGeom>
            <a:solidFill>
              <a:srgbClr val="3B77DB"/>
            </a:solidFill>
            <a:ln>
              <a:noFill/>
            </a:ln>
            <a:extLst>
              <a:ext uri="{91240B29-F687-4F45-9708-019B960494DF}">
                <a14:hiddenLine xmlns:a14="http://schemas.microsoft.com/office/drawing/2010/main" w="9525">
                  <a:solidFill>
                    <a:srgbClr val="000000"/>
                  </a:solidFill>
                  <a:round/>
                  <a:headEnd/>
                  <a:tailEnd/>
                </a14:hiddenLine>
              </a:ext>
            </a:extLst>
          </p:spPr>
          <p:txBody>
            <a:bodyPr wrap="square" lIns="91440" tIns="45720" rIns="91440" bIns="45720" anchor="ctr">
              <a:normAutofit fontScale="25000" lnSpcReduction="20000"/>
            </a:bodyPr>
            <a:lstStyle/>
            <a:p>
              <a:pPr algn="ctr"/>
              <a:endParaRPr>
                <a:cs typeface="+mn-ea"/>
                <a:sym typeface="+mn-lt"/>
              </a:endParaRPr>
            </a:p>
          </p:txBody>
        </p:sp>
        <p:sp>
          <p:nvSpPr>
            <p:cNvPr id="331" name="任意多边形: 形状 330">
              <a:extLst>
                <a:ext uri="{FF2B5EF4-FFF2-40B4-BE49-F238E27FC236}">
                  <a16:creationId xmlns:a16="http://schemas.microsoft.com/office/drawing/2014/main" id="{3B995430-EDF5-47A5-A2E7-C00534F02756}"/>
                </a:ext>
              </a:extLst>
            </p:cNvPr>
            <p:cNvSpPr/>
            <p:nvPr/>
          </p:nvSpPr>
          <p:spPr bwMode="auto">
            <a:xfrm>
              <a:off x="3963938" y="2306457"/>
              <a:ext cx="0" cy="6850"/>
            </a:xfrm>
            <a:custGeom>
              <a:avLst/>
              <a:gdLst>
                <a:gd name="T0" fmla="*/ 0 h 4"/>
                <a:gd name="T1" fmla="*/ 0 h 4"/>
                <a:gd name="T2" fmla="*/ 3 h 4"/>
                <a:gd name="T3" fmla="*/ 4 h 4"/>
                <a:gd name="T4" fmla="*/ 4 h 4"/>
                <a:gd name="T5" fmla="*/ 3 h 4"/>
                <a:gd name="T6" fmla="*/ 3 h 4"/>
                <a:gd name="T7" fmla="*/ 0 h 4"/>
              </a:gdLst>
              <a:ahLst/>
              <a:cxnLst>
                <a:cxn ang="0">
                  <a:pos x="0" y="T0"/>
                </a:cxn>
                <a:cxn ang="0">
                  <a:pos x="0" y="T1"/>
                </a:cxn>
                <a:cxn ang="0">
                  <a:pos x="0" y="T2"/>
                </a:cxn>
                <a:cxn ang="0">
                  <a:pos x="0" y="T3"/>
                </a:cxn>
                <a:cxn ang="0">
                  <a:pos x="0" y="T4"/>
                </a:cxn>
                <a:cxn ang="0">
                  <a:pos x="0" y="T5"/>
                </a:cxn>
                <a:cxn ang="0">
                  <a:pos x="0" y="T6"/>
                </a:cxn>
                <a:cxn ang="0">
                  <a:pos x="0" y="T7"/>
                </a:cxn>
              </a:cxnLst>
              <a:rect l="0" t="0" r="r" b="b"/>
              <a:pathLst>
                <a:path h="4">
                  <a:moveTo>
                    <a:pt x="0" y="0"/>
                  </a:moveTo>
                  <a:cubicBezTo>
                    <a:pt x="0" y="0"/>
                    <a:pt x="0" y="0"/>
                    <a:pt x="0" y="0"/>
                  </a:cubicBezTo>
                  <a:cubicBezTo>
                    <a:pt x="0" y="1"/>
                    <a:pt x="0" y="2"/>
                    <a:pt x="0" y="3"/>
                  </a:cubicBezTo>
                  <a:cubicBezTo>
                    <a:pt x="0" y="3"/>
                    <a:pt x="0" y="4"/>
                    <a:pt x="0" y="4"/>
                  </a:cubicBezTo>
                  <a:cubicBezTo>
                    <a:pt x="0" y="4"/>
                    <a:pt x="0" y="4"/>
                    <a:pt x="0" y="4"/>
                  </a:cubicBezTo>
                  <a:cubicBezTo>
                    <a:pt x="0" y="4"/>
                    <a:pt x="0" y="4"/>
                    <a:pt x="0" y="3"/>
                  </a:cubicBezTo>
                  <a:cubicBezTo>
                    <a:pt x="0" y="3"/>
                    <a:pt x="0" y="3"/>
                    <a:pt x="0" y="3"/>
                  </a:cubicBezTo>
                  <a:cubicBezTo>
                    <a:pt x="0" y="2"/>
                    <a:pt x="0" y="1"/>
                    <a:pt x="0" y="0"/>
                  </a:cubicBezTo>
                </a:path>
              </a:pathLst>
            </a:custGeom>
            <a:solidFill>
              <a:srgbClr val="E59191"/>
            </a:solidFill>
            <a:ln>
              <a:noFill/>
            </a:ln>
            <a:extLst>
              <a:ext uri="{91240B29-F687-4F45-9708-019B960494DF}">
                <a14:hiddenLine xmlns:a14="http://schemas.microsoft.com/office/drawing/2010/main" w="9525">
                  <a:solidFill>
                    <a:srgbClr val="000000"/>
                  </a:solidFill>
                  <a:round/>
                  <a:headEnd/>
                  <a:tailEnd/>
                </a14:hiddenLine>
              </a:ext>
            </a:extLst>
          </p:spPr>
          <p:txBody>
            <a:bodyPr wrap="square" lIns="91440" tIns="45720" rIns="91440" bIns="45720" anchor="ctr">
              <a:normAutofit fontScale="25000" lnSpcReduction="20000"/>
            </a:bodyPr>
            <a:lstStyle/>
            <a:p>
              <a:pPr algn="ctr"/>
              <a:endParaRPr>
                <a:cs typeface="+mn-ea"/>
                <a:sym typeface="+mn-lt"/>
              </a:endParaRPr>
            </a:p>
          </p:txBody>
        </p:sp>
        <p:sp>
          <p:nvSpPr>
            <p:cNvPr id="332" name="任意多边形: 形状 331">
              <a:extLst>
                <a:ext uri="{FF2B5EF4-FFF2-40B4-BE49-F238E27FC236}">
                  <a16:creationId xmlns:a16="http://schemas.microsoft.com/office/drawing/2014/main" id="{C26EF344-D531-4B3F-8F07-A175DC6CB974}"/>
                </a:ext>
              </a:extLst>
            </p:cNvPr>
            <p:cNvSpPr/>
            <p:nvPr/>
          </p:nvSpPr>
          <p:spPr bwMode="auto">
            <a:xfrm>
              <a:off x="3963938" y="2299607"/>
              <a:ext cx="1713" cy="11988"/>
            </a:xfrm>
            <a:custGeom>
              <a:avLst/>
              <a:gdLst>
                <a:gd name="T0" fmla="*/ 0 w 1"/>
                <a:gd name="T1" fmla="*/ 0 h 8"/>
                <a:gd name="T2" fmla="*/ 0 w 1"/>
                <a:gd name="T3" fmla="*/ 5 h 8"/>
                <a:gd name="T4" fmla="*/ 0 w 1"/>
                <a:gd name="T5" fmla="*/ 8 h 8"/>
                <a:gd name="T6" fmla="*/ 0 w 1"/>
                <a:gd name="T7" fmla="*/ 8 h 8"/>
                <a:gd name="T8" fmla="*/ 1 w 1"/>
                <a:gd name="T9" fmla="*/ 2 h 8"/>
                <a:gd name="T10" fmla="*/ 0 w 1"/>
                <a:gd name="T11" fmla="*/ 0 h 8"/>
              </a:gdLst>
              <a:ahLst/>
              <a:cxnLst>
                <a:cxn ang="0">
                  <a:pos x="T0" y="T1"/>
                </a:cxn>
                <a:cxn ang="0">
                  <a:pos x="T2" y="T3"/>
                </a:cxn>
                <a:cxn ang="0">
                  <a:pos x="T4" y="T5"/>
                </a:cxn>
                <a:cxn ang="0">
                  <a:pos x="T6" y="T7"/>
                </a:cxn>
                <a:cxn ang="0">
                  <a:pos x="T8" y="T9"/>
                </a:cxn>
                <a:cxn ang="0">
                  <a:pos x="T10" y="T11"/>
                </a:cxn>
              </a:cxnLst>
              <a:rect l="0" t="0" r="r" b="b"/>
              <a:pathLst>
                <a:path w="1" h="8">
                  <a:moveTo>
                    <a:pt x="0" y="0"/>
                  </a:moveTo>
                  <a:cubicBezTo>
                    <a:pt x="0" y="2"/>
                    <a:pt x="0" y="3"/>
                    <a:pt x="0" y="5"/>
                  </a:cubicBezTo>
                  <a:cubicBezTo>
                    <a:pt x="0" y="6"/>
                    <a:pt x="0" y="7"/>
                    <a:pt x="0" y="8"/>
                  </a:cubicBezTo>
                  <a:cubicBezTo>
                    <a:pt x="0" y="8"/>
                    <a:pt x="0" y="8"/>
                    <a:pt x="0" y="8"/>
                  </a:cubicBezTo>
                  <a:cubicBezTo>
                    <a:pt x="0" y="6"/>
                    <a:pt x="1" y="4"/>
                    <a:pt x="1" y="2"/>
                  </a:cubicBezTo>
                  <a:cubicBezTo>
                    <a:pt x="0" y="1"/>
                    <a:pt x="0" y="1"/>
                    <a:pt x="0" y="0"/>
                  </a:cubicBezTo>
                </a:path>
              </a:pathLst>
            </a:custGeom>
            <a:solidFill>
              <a:srgbClr val="CE8282"/>
            </a:solidFill>
            <a:ln>
              <a:noFill/>
            </a:ln>
            <a:extLst>
              <a:ext uri="{91240B29-F687-4F45-9708-019B960494DF}">
                <a14:hiddenLine xmlns:a14="http://schemas.microsoft.com/office/drawing/2010/main" w="9525">
                  <a:solidFill>
                    <a:srgbClr val="000000"/>
                  </a:solidFill>
                  <a:round/>
                  <a:headEnd/>
                  <a:tailEnd/>
                </a14:hiddenLine>
              </a:ext>
            </a:extLst>
          </p:spPr>
          <p:txBody>
            <a:bodyPr wrap="square" lIns="91440" tIns="45720" rIns="91440" bIns="45720" anchor="ctr">
              <a:normAutofit fontScale="25000" lnSpcReduction="20000"/>
            </a:bodyPr>
            <a:lstStyle/>
            <a:p>
              <a:pPr algn="ctr"/>
              <a:endParaRPr>
                <a:cs typeface="+mn-ea"/>
                <a:sym typeface="+mn-lt"/>
              </a:endParaRPr>
            </a:p>
          </p:txBody>
        </p:sp>
        <p:sp>
          <p:nvSpPr>
            <p:cNvPr id="333" name="任意多边形: 形状 332">
              <a:extLst>
                <a:ext uri="{FF2B5EF4-FFF2-40B4-BE49-F238E27FC236}">
                  <a16:creationId xmlns:a16="http://schemas.microsoft.com/office/drawing/2014/main" id="{AB181444-FAAA-4808-B025-87FCE207293C}"/>
                </a:ext>
              </a:extLst>
            </p:cNvPr>
            <p:cNvSpPr/>
            <p:nvPr/>
          </p:nvSpPr>
          <p:spPr bwMode="auto">
            <a:xfrm>
              <a:off x="3963938" y="2282482"/>
              <a:ext cx="1713" cy="20550"/>
            </a:xfrm>
            <a:custGeom>
              <a:avLst/>
              <a:gdLst>
                <a:gd name="T0" fmla="*/ 1 w 1"/>
                <a:gd name="T1" fmla="*/ 0 h 14"/>
                <a:gd name="T2" fmla="*/ 0 w 1"/>
                <a:gd name="T3" fmla="*/ 11 h 14"/>
                <a:gd name="T4" fmla="*/ 0 w 1"/>
                <a:gd name="T5" fmla="*/ 12 h 14"/>
                <a:gd name="T6" fmla="*/ 0 w 1"/>
                <a:gd name="T7" fmla="*/ 12 h 14"/>
                <a:gd name="T8" fmla="*/ 0 w 1"/>
                <a:gd name="T9" fmla="*/ 12 h 14"/>
                <a:gd name="T10" fmla="*/ 1 w 1"/>
                <a:gd name="T11" fmla="*/ 14 h 14"/>
                <a:gd name="T12" fmla="*/ 1 w 1"/>
                <a:gd name="T13" fmla="*/ 0 h 14"/>
              </a:gdLst>
              <a:ahLst/>
              <a:cxnLst>
                <a:cxn ang="0">
                  <a:pos x="T0" y="T1"/>
                </a:cxn>
                <a:cxn ang="0">
                  <a:pos x="T2" y="T3"/>
                </a:cxn>
                <a:cxn ang="0">
                  <a:pos x="T4" y="T5"/>
                </a:cxn>
                <a:cxn ang="0">
                  <a:pos x="T6" y="T7"/>
                </a:cxn>
                <a:cxn ang="0">
                  <a:pos x="T8" y="T9"/>
                </a:cxn>
                <a:cxn ang="0">
                  <a:pos x="T10" y="T11"/>
                </a:cxn>
                <a:cxn ang="0">
                  <a:pos x="T12" y="T13"/>
                </a:cxn>
              </a:cxnLst>
              <a:rect l="0" t="0" r="r" b="b"/>
              <a:pathLst>
                <a:path w="1" h="14">
                  <a:moveTo>
                    <a:pt x="1" y="0"/>
                  </a:moveTo>
                  <a:cubicBezTo>
                    <a:pt x="1" y="4"/>
                    <a:pt x="1" y="7"/>
                    <a:pt x="0" y="11"/>
                  </a:cubicBezTo>
                  <a:cubicBezTo>
                    <a:pt x="0" y="11"/>
                    <a:pt x="0" y="12"/>
                    <a:pt x="0" y="12"/>
                  </a:cubicBezTo>
                  <a:cubicBezTo>
                    <a:pt x="0" y="12"/>
                    <a:pt x="0" y="12"/>
                    <a:pt x="0" y="12"/>
                  </a:cubicBezTo>
                  <a:cubicBezTo>
                    <a:pt x="0" y="12"/>
                    <a:pt x="0" y="12"/>
                    <a:pt x="0" y="12"/>
                  </a:cubicBezTo>
                  <a:cubicBezTo>
                    <a:pt x="0" y="13"/>
                    <a:pt x="0" y="13"/>
                    <a:pt x="1" y="14"/>
                  </a:cubicBezTo>
                  <a:cubicBezTo>
                    <a:pt x="1" y="9"/>
                    <a:pt x="1" y="5"/>
                    <a:pt x="1" y="0"/>
                  </a:cubicBezTo>
                </a:path>
              </a:pathLst>
            </a:custGeom>
            <a:solidFill>
              <a:srgbClr val="E59191"/>
            </a:solidFill>
            <a:ln>
              <a:noFill/>
            </a:ln>
            <a:extLst>
              <a:ext uri="{91240B29-F687-4F45-9708-019B960494DF}">
                <a14:hiddenLine xmlns:a14="http://schemas.microsoft.com/office/drawing/2010/main" w="9525">
                  <a:solidFill>
                    <a:srgbClr val="000000"/>
                  </a:solidFill>
                  <a:round/>
                  <a:headEnd/>
                  <a:tailEnd/>
                </a14:hiddenLine>
              </a:ext>
            </a:extLst>
          </p:spPr>
          <p:txBody>
            <a:bodyPr wrap="square" lIns="91440" tIns="45720" rIns="91440" bIns="45720" anchor="ctr">
              <a:normAutofit fontScale="25000" lnSpcReduction="20000"/>
            </a:bodyPr>
            <a:lstStyle/>
            <a:p>
              <a:pPr algn="ctr"/>
              <a:endParaRPr>
                <a:cs typeface="+mn-ea"/>
                <a:sym typeface="+mn-lt"/>
              </a:endParaRPr>
            </a:p>
          </p:txBody>
        </p:sp>
        <p:sp>
          <p:nvSpPr>
            <p:cNvPr id="334" name="任意多边形: 形状 333">
              <a:extLst>
                <a:ext uri="{FF2B5EF4-FFF2-40B4-BE49-F238E27FC236}">
                  <a16:creationId xmlns:a16="http://schemas.microsoft.com/office/drawing/2014/main" id="{8042CB69-60A6-4025-B7E6-FF2AECFF9ED4}"/>
                </a:ext>
              </a:extLst>
            </p:cNvPr>
            <p:cNvSpPr/>
            <p:nvPr/>
          </p:nvSpPr>
          <p:spPr bwMode="auto">
            <a:xfrm>
              <a:off x="3963938" y="2297894"/>
              <a:ext cx="0" cy="1713"/>
            </a:xfrm>
            <a:custGeom>
              <a:avLst/>
              <a:gdLst>
                <a:gd name="T0" fmla="*/ 0 h 1"/>
                <a:gd name="T1" fmla="*/ 1 h 1"/>
                <a:gd name="T2" fmla="*/ 1 h 1"/>
                <a:gd name="T3" fmla="*/ 1 h 1"/>
                <a:gd name="T4" fmla="*/ 0 h 1"/>
              </a:gdLst>
              <a:ahLst/>
              <a:cxnLst>
                <a:cxn ang="0">
                  <a:pos x="0" y="T0"/>
                </a:cxn>
                <a:cxn ang="0">
                  <a:pos x="0" y="T1"/>
                </a:cxn>
                <a:cxn ang="0">
                  <a:pos x="0" y="T2"/>
                </a:cxn>
                <a:cxn ang="0">
                  <a:pos x="0" y="T3"/>
                </a:cxn>
                <a:cxn ang="0">
                  <a:pos x="0" y="T4"/>
                </a:cxn>
              </a:cxnLst>
              <a:rect l="0" t="0" r="r" b="b"/>
              <a:pathLst>
                <a:path h="1">
                  <a:moveTo>
                    <a:pt x="0" y="0"/>
                  </a:moveTo>
                  <a:cubicBezTo>
                    <a:pt x="0" y="0"/>
                    <a:pt x="0" y="0"/>
                    <a:pt x="0" y="1"/>
                  </a:cubicBezTo>
                  <a:cubicBezTo>
                    <a:pt x="0" y="1"/>
                    <a:pt x="0" y="1"/>
                    <a:pt x="0" y="1"/>
                  </a:cubicBezTo>
                  <a:cubicBezTo>
                    <a:pt x="0" y="1"/>
                    <a:pt x="0" y="1"/>
                    <a:pt x="0" y="1"/>
                  </a:cubicBezTo>
                  <a:cubicBezTo>
                    <a:pt x="0" y="1"/>
                    <a:pt x="0" y="0"/>
                    <a:pt x="0" y="0"/>
                  </a:cubicBezTo>
                </a:path>
              </a:pathLst>
            </a:custGeom>
            <a:solidFill>
              <a:srgbClr val="CE8282"/>
            </a:solidFill>
            <a:ln>
              <a:noFill/>
            </a:ln>
            <a:extLst>
              <a:ext uri="{91240B29-F687-4F45-9708-019B960494DF}">
                <a14:hiddenLine xmlns:a14="http://schemas.microsoft.com/office/drawing/2010/main" w="9525">
                  <a:solidFill>
                    <a:srgbClr val="000000"/>
                  </a:solidFill>
                  <a:round/>
                  <a:headEnd/>
                  <a:tailEnd/>
                </a14:hiddenLine>
              </a:ext>
            </a:extLst>
          </p:spPr>
          <p:txBody>
            <a:bodyPr wrap="square" lIns="91440" tIns="45720" rIns="91440" bIns="45720" anchor="ctr">
              <a:normAutofit fontScale="25000" lnSpcReduction="20000"/>
            </a:bodyPr>
            <a:lstStyle/>
            <a:p>
              <a:pPr algn="ctr"/>
              <a:endParaRPr>
                <a:cs typeface="+mn-ea"/>
                <a:sym typeface="+mn-lt"/>
              </a:endParaRPr>
            </a:p>
          </p:txBody>
        </p:sp>
        <p:sp>
          <p:nvSpPr>
            <p:cNvPr id="335" name="任意多边形: 形状 334">
              <a:extLst>
                <a:ext uri="{FF2B5EF4-FFF2-40B4-BE49-F238E27FC236}">
                  <a16:creationId xmlns:a16="http://schemas.microsoft.com/office/drawing/2014/main" id="{FEE3BAAC-1FD3-437C-AA46-885E00D102B3}"/>
                </a:ext>
              </a:extLst>
            </p:cNvPr>
            <p:cNvSpPr/>
            <p:nvPr/>
          </p:nvSpPr>
          <p:spPr bwMode="auto">
            <a:xfrm>
              <a:off x="3927976" y="2299607"/>
              <a:ext cx="35963" cy="13700"/>
            </a:xfrm>
            <a:custGeom>
              <a:avLst/>
              <a:gdLst>
                <a:gd name="T0" fmla="*/ 24 w 24"/>
                <a:gd name="T1" fmla="*/ 0 h 9"/>
                <a:gd name="T2" fmla="*/ 24 w 24"/>
                <a:gd name="T3" fmla="*/ 0 h 9"/>
                <a:gd name="T4" fmla="*/ 1 w 24"/>
                <a:gd name="T5" fmla="*/ 0 h 9"/>
                <a:gd name="T6" fmla="*/ 0 w 24"/>
                <a:gd name="T7" fmla="*/ 8 h 9"/>
                <a:gd name="T8" fmla="*/ 23 w 24"/>
                <a:gd name="T9" fmla="*/ 9 h 9"/>
                <a:gd name="T10" fmla="*/ 24 w 24"/>
                <a:gd name="T11" fmla="*/ 5 h 9"/>
                <a:gd name="T12" fmla="*/ 24 w 24"/>
                <a:gd name="T13" fmla="*/ 5 h 9"/>
                <a:gd name="T14" fmla="*/ 24 w 24"/>
                <a:gd name="T15" fmla="*/ 0 h 9"/>
                <a:gd name="T16" fmla="*/ 24 w 24"/>
                <a:gd name="T17" fmla="*/ 0 h 9"/>
                <a:gd name="T18" fmla="*/ 24 w 24"/>
                <a:gd name="T19" fmla="*/ 0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4" h="9">
                  <a:moveTo>
                    <a:pt x="24" y="0"/>
                  </a:moveTo>
                  <a:cubicBezTo>
                    <a:pt x="24" y="0"/>
                    <a:pt x="24" y="0"/>
                    <a:pt x="24" y="0"/>
                  </a:cubicBezTo>
                  <a:cubicBezTo>
                    <a:pt x="1" y="0"/>
                    <a:pt x="1" y="0"/>
                    <a:pt x="1" y="0"/>
                  </a:cubicBezTo>
                  <a:cubicBezTo>
                    <a:pt x="2" y="3"/>
                    <a:pt x="1" y="6"/>
                    <a:pt x="0" y="8"/>
                  </a:cubicBezTo>
                  <a:cubicBezTo>
                    <a:pt x="6" y="8"/>
                    <a:pt x="17" y="9"/>
                    <a:pt x="23" y="9"/>
                  </a:cubicBezTo>
                  <a:cubicBezTo>
                    <a:pt x="23" y="8"/>
                    <a:pt x="23" y="6"/>
                    <a:pt x="24" y="5"/>
                  </a:cubicBezTo>
                  <a:cubicBezTo>
                    <a:pt x="24" y="5"/>
                    <a:pt x="24" y="5"/>
                    <a:pt x="24" y="5"/>
                  </a:cubicBezTo>
                  <a:cubicBezTo>
                    <a:pt x="24" y="3"/>
                    <a:pt x="24" y="2"/>
                    <a:pt x="24" y="0"/>
                  </a:cubicBezTo>
                  <a:cubicBezTo>
                    <a:pt x="24" y="0"/>
                    <a:pt x="24" y="0"/>
                    <a:pt x="24" y="0"/>
                  </a:cubicBezTo>
                  <a:cubicBezTo>
                    <a:pt x="24" y="0"/>
                    <a:pt x="24" y="0"/>
                    <a:pt x="24" y="0"/>
                  </a:cubicBezTo>
                </a:path>
              </a:pathLst>
            </a:custGeom>
            <a:solidFill>
              <a:srgbClr val="7B5959"/>
            </a:solidFill>
            <a:ln>
              <a:noFill/>
            </a:ln>
            <a:extLst>
              <a:ext uri="{91240B29-F687-4F45-9708-019B960494DF}">
                <a14:hiddenLine xmlns:a14="http://schemas.microsoft.com/office/drawing/2010/main" w="9525">
                  <a:solidFill>
                    <a:srgbClr val="000000"/>
                  </a:solidFill>
                  <a:round/>
                  <a:headEnd/>
                  <a:tailEnd/>
                </a14:hiddenLine>
              </a:ext>
            </a:extLst>
          </p:spPr>
          <p:txBody>
            <a:bodyPr wrap="square" lIns="91440" tIns="45720" rIns="91440" bIns="45720" anchor="ctr">
              <a:normAutofit fontScale="25000" lnSpcReduction="20000"/>
            </a:bodyPr>
            <a:lstStyle/>
            <a:p>
              <a:pPr algn="ctr"/>
              <a:endParaRPr>
                <a:cs typeface="+mn-ea"/>
                <a:sym typeface="+mn-lt"/>
              </a:endParaRPr>
            </a:p>
          </p:txBody>
        </p:sp>
        <p:sp>
          <p:nvSpPr>
            <p:cNvPr id="336" name="任意多边形: 形状 335">
              <a:extLst>
                <a:ext uri="{FF2B5EF4-FFF2-40B4-BE49-F238E27FC236}">
                  <a16:creationId xmlns:a16="http://schemas.microsoft.com/office/drawing/2014/main" id="{6B40931A-4841-4A35-A004-037B8EE91DEA}"/>
                </a:ext>
              </a:extLst>
            </p:cNvPr>
            <p:cNvSpPr/>
            <p:nvPr/>
          </p:nvSpPr>
          <p:spPr bwMode="auto">
            <a:xfrm>
              <a:off x="3856051" y="2227682"/>
              <a:ext cx="78775" cy="70213"/>
            </a:xfrm>
            <a:custGeom>
              <a:avLst/>
              <a:gdLst>
                <a:gd name="T0" fmla="*/ 0 w 53"/>
                <a:gd name="T1" fmla="*/ 0 h 48"/>
                <a:gd name="T2" fmla="*/ 7 w 53"/>
                <a:gd name="T3" fmla="*/ 26 h 48"/>
                <a:gd name="T4" fmla="*/ 35 w 53"/>
                <a:gd name="T5" fmla="*/ 36 h 48"/>
                <a:gd name="T6" fmla="*/ 49 w 53"/>
                <a:gd name="T7" fmla="*/ 48 h 48"/>
                <a:gd name="T8" fmla="*/ 35 w 53"/>
                <a:gd name="T9" fmla="*/ 27 h 48"/>
                <a:gd name="T10" fmla="*/ 7 w 53"/>
                <a:gd name="T11" fmla="*/ 17 h 48"/>
                <a:gd name="T12" fmla="*/ 0 w 53"/>
                <a:gd name="T13" fmla="*/ 0 h 48"/>
              </a:gdLst>
              <a:ahLst/>
              <a:cxnLst>
                <a:cxn ang="0">
                  <a:pos x="T0" y="T1"/>
                </a:cxn>
                <a:cxn ang="0">
                  <a:pos x="T2" y="T3"/>
                </a:cxn>
                <a:cxn ang="0">
                  <a:pos x="T4" y="T5"/>
                </a:cxn>
                <a:cxn ang="0">
                  <a:pos x="T6" y="T7"/>
                </a:cxn>
                <a:cxn ang="0">
                  <a:pos x="T8" y="T9"/>
                </a:cxn>
                <a:cxn ang="0">
                  <a:pos x="T10" y="T11"/>
                </a:cxn>
                <a:cxn ang="0">
                  <a:pos x="T12" y="T13"/>
                </a:cxn>
              </a:cxnLst>
              <a:rect l="0" t="0" r="r" b="b"/>
              <a:pathLst>
                <a:path w="53" h="48">
                  <a:moveTo>
                    <a:pt x="0" y="0"/>
                  </a:moveTo>
                  <a:cubicBezTo>
                    <a:pt x="0" y="9"/>
                    <a:pt x="0" y="19"/>
                    <a:pt x="7" y="26"/>
                  </a:cubicBezTo>
                  <a:cubicBezTo>
                    <a:pt x="14" y="33"/>
                    <a:pt x="25" y="33"/>
                    <a:pt x="35" y="36"/>
                  </a:cubicBezTo>
                  <a:cubicBezTo>
                    <a:pt x="41" y="37"/>
                    <a:pt x="46" y="42"/>
                    <a:pt x="49" y="48"/>
                  </a:cubicBezTo>
                  <a:cubicBezTo>
                    <a:pt x="53" y="39"/>
                    <a:pt x="44" y="30"/>
                    <a:pt x="35" y="27"/>
                  </a:cubicBezTo>
                  <a:cubicBezTo>
                    <a:pt x="25" y="24"/>
                    <a:pt x="14" y="24"/>
                    <a:pt x="7" y="17"/>
                  </a:cubicBezTo>
                  <a:cubicBezTo>
                    <a:pt x="3" y="12"/>
                    <a:pt x="0" y="6"/>
                    <a:pt x="0" y="0"/>
                  </a:cubicBezTo>
                </a:path>
              </a:pathLst>
            </a:custGeom>
            <a:solidFill>
              <a:srgbClr val="7B5959"/>
            </a:solidFill>
            <a:ln>
              <a:noFill/>
            </a:ln>
            <a:extLst>
              <a:ext uri="{91240B29-F687-4F45-9708-019B960494DF}">
                <a14:hiddenLine xmlns:a14="http://schemas.microsoft.com/office/drawing/2010/main" w="9525">
                  <a:solidFill>
                    <a:srgbClr val="000000"/>
                  </a:solidFill>
                  <a:round/>
                  <a:headEnd/>
                  <a:tailEnd/>
                </a14:hiddenLine>
              </a:ext>
            </a:extLst>
          </p:spPr>
          <p:txBody>
            <a:bodyPr wrap="square" lIns="91440" tIns="45720" rIns="91440" bIns="45720" anchor="ctr">
              <a:normAutofit fontScale="25000" lnSpcReduction="20000"/>
            </a:bodyPr>
            <a:lstStyle/>
            <a:p>
              <a:pPr algn="ctr"/>
              <a:endParaRPr>
                <a:cs typeface="+mn-ea"/>
                <a:sym typeface="+mn-lt"/>
              </a:endParaRPr>
            </a:p>
          </p:txBody>
        </p:sp>
        <p:sp>
          <p:nvSpPr>
            <p:cNvPr id="337" name="任意多边形: 形状 336">
              <a:extLst>
                <a:ext uri="{FF2B5EF4-FFF2-40B4-BE49-F238E27FC236}">
                  <a16:creationId xmlns:a16="http://schemas.microsoft.com/office/drawing/2014/main" id="{BC96B180-F1E0-4BF8-B7C7-CF58F54AD2E8}"/>
                </a:ext>
              </a:extLst>
            </p:cNvPr>
            <p:cNvSpPr/>
            <p:nvPr/>
          </p:nvSpPr>
          <p:spPr bwMode="auto">
            <a:xfrm>
              <a:off x="4386926" y="3027419"/>
              <a:ext cx="196938" cy="1438500"/>
            </a:xfrm>
            <a:custGeom>
              <a:avLst/>
              <a:gdLst>
                <a:gd name="T0" fmla="*/ 14 w 135"/>
                <a:gd name="T1" fmla="*/ 0 h 984"/>
                <a:gd name="T2" fmla="*/ 9 w 135"/>
                <a:gd name="T3" fmla="*/ 12 h 984"/>
                <a:gd name="T4" fmla="*/ 9 w 135"/>
                <a:gd name="T5" fmla="*/ 11 h 984"/>
                <a:gd name="T6" fmla="*/ 5 w 135"/>
                <a:gd name="T7" fmla="*/ 53 h 984"/>
                <a:gd name="T8" fmla="*/ 25 w 135"/>
                <a:gd name="T9" fmla="*/ 197 h 984"/>
                <a:gd name="T10" fmla="*/ 85 w 135"/>
                <a:gd name="T11" fmla="*/ 377 h 984"/>
                <a:gd name="T12" fmla="*/ 100 w 135"/>
                <a:gd name="T13" fmla="*/ 494 h 984"/>
                <a:gd name="T14" fmla="*/ 117 w 135"/>
                <a:gd name="T15" fmla="*/ 605 h 984"/>
                <a:gd name="T16" fmla="*/ 120 w 135"/>
                <a:gd name="T17" fmla="*/ 620 h 984"/>
                <a:gd name="T18" fmla="*/ 121 w 135"/>
                <a:gd name="T19" fmla="*/ 623 h 984"/>
                <a:gd name="T20" fmla="*/ 123 w 135"/>
                <a:gd name="T21" fmla="*/ 631 h 984"/>
                <a:gd name="T22" fmla="*/ 124 w 135"/>
                <a:gd name="T23" fmla="*/ 638 h 984"/>
                <a:gd name="T24" fmla="*/ 124 w 135"/>
                <a:gd name="T25" fmla="*/ 651 h 984"/>
                <a:gd name="T26" fmla="*/ 125 w 135"/>
                <a:gd name="T27" fmla="*/ 657 h 984"/>
                <a:gd name="T28" fmla="*/ 127 w 135"/>
                <a:gd name="T29" fmla="*/ 689 h 984"/>
                <a:gd name="T30" fmla="*/ 131 w 135"/>
                <a:gd name="T31" fmla="*/ 762 h 984"/>
                <a:gd name="T32" fmla="*/ 131 w 135"/>
                <a:gd name="T33" fmla="*/ 984 h 984"/>
                <a:gd name="T34" fmla="*/ 135 w 135"/>
                <a:gd name="T35" fmla="*/ 984 h 984"/>
                <a:gd name="T36" fmla="*/ 135 w 135"/>
                <a:gd name="T37" fmla="*/ 983 h 984"/>
                <a:gd name="T38" fmla="*/ 135 w 135"/>
                <a:gd name="T39" fmla="*/ 762 h 984"/>
                <a:gd name="T40" fmla="*/ 131 w 135"/>
                <a:gd name="T41" fmla="*/ 692 h 984"/>
                <a:gd name="T42" fmla="*/ 130 w 135"/>
                <a:gd name="T43" fmla="*/ 678 h 984"/>
                <a:gd name="T44" fmla="*/ 130 w 135"/>
                <a:gd name="T45" fmla="*/ 668 h 984"/>
                <a:gd name="T46" fmla="*/ 129 w 135"/>
                <a:gd name="T47" fmla="*/ 655 h 984"/>
                <a:gd name="T48" fmla="*/ 128 w 135"/>
                <a:gd name="T49" fmla="*/ 642 h 984"/>
                <a:gd name="T50" fmla="*/ 128 w 135"/>
                <a:gd name="T51" fmla="*/ 633 h 984"/>
                <a:gd name="T52" fmla="*/ 128 w 135"/>
                <a:gd name="T53" fmla="*/ 630 h 984"/>
                <a:gd name="T54" fmla="*/ 127 w 135"/>
                <a:gd name="T55" fmla="*/ 630 h 984"/>
                <a:gd name="T56" fmla="*/ 125 w 135"/>
                <a:gd name="T57" fmla="*/ 620 h 984"/>
                <a:gd name="T58" fmla="*/ 124 w 135"/>
                <a:gd name="T59" fmla="*/ 618 h 984"/>
                <a:gd name="T60" fmla="*/ 123 w 135"/>
                <a:gd name="T61" fmla="*/ 615 h 984"/>
                <a:gd name="T62" fmla="*/ 104 w 135"/>
                <a:gd name="T63" fmla="*/ 494 h 984"/>
                <a:gd name="T64" fmla="*/ 89 w 135"/>
                <a:gd name="T65" fmla="*/ 376 h 984"/>
                <a:gd name="T66" fmla="*/ 29 w 135"/>
                <a:gd name="T67" fmla="*/ 197 h 984"/>
                <a:gd name="T68" fmla="*/ 9 w 135"/>
                <a:gd name="T69" fmla="*/ 53 h 984"/>
                <a:gd name="T70" fmla="*/ 14 w 135"/>
                <a:gd name="T71" fmla="*/ 5 h 984"/>
                <a:gd name="T72" fmla="*/ 14 w 135"/>
                <a:gd name="T73" fmla="*/ 0 h 984"/>
                <a:gd name="T74" fmla="*/ 14 w 135"/>
                <a:gd name="T75" fmla="*/ 0 h 9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35" h="984">
                  <a:moveTo>
                    <a:pt x="14" y="0"/>
                  </a:moveTo>
                  <a:cubicBezTo>
                    <a:pt x="12" y="3"/>
                    <a:pt x="10" y="7"/>
                    <a:pt x="9" y="12"/>
                  </a:cubicBezTo>
                  <a:cubicBezTo>
                    <a:pt x="9" y="12"/>
                    <a:pt x="9" y="12"/>
                    <a:pt x="9" y="11"/>
                  </a:cubicBezTo>
                  <a:cubicBezTo>
                    <a:pt x="8" y="30"/>
                    <a:pt x="7" y="50"/>
                    <a:pt x="5" y="53"/>
                  </a:cubicBezTo>
                  <a:cubicBezTo>
                    <a:pt x="0" y="60"/>
                    <a:pt x="13" y="178"/>
                    <a:pt x="25" y="197"/>
                  </a:cubicBezTo>
                  <a:cubicBezTo>
                    <a:pt x="37" y="217"/>
                    <a:pt x="83" y="321"/>
                    <a:pt x="85" y="377"/>
                  </a:cubicBezTo>
                  <a:cubicBezTo>
                    <a:pt x="85" y="377"/>
                    <a:pt x="99" y="477"/>
                    <a:pt x="100" y="494"/>
                  </a:cubicBezTo>
                  <a:cubicBezTo>
                    <a:pt x="100" y="506"/>
                    <a:pt x="110" y="568"/>
                    <a:pt x="117" y="605"/>
                  </a:cubicBezTo>
                  <a:cubicBezTo>
                    <a:pt x="118" y="611"/>
                    <a:pt x="119" y="616"/>
                    <a:pt x="120" y="620"/>
                  </a:cubicBezTo>
                  <a:cubicBezTo>
                    <a:pt x="120" y="621"/>
                    <a:pt x="121" y="622"/>
                    <a:pt x="121" y="623"/>
                  </a:cubicBezTo>
                  <a:cubicBezTo>
                    <a:pt x="122" y="626"/>
                    <a:pt x="122" y="628"/>
                    <a:pt x="123" y="631"/>
                  </a:cubicBezTo>
                  <a:cubicBezTo>
                    <a:pt x="124" y="638"/>
                    <a:pt x="124" y="638"/>
                    <a:pt x="124" y="638"/>
                  </a:cubicBezTo>
                  <a:cubicBezTo>
                    <a:pt x="124" y="651"/>
                    <a:pt x="124" y="651"/>
                    <a:pt x="124" y="651"/>
                  </a:cubicBezTo>
                  <a:cubicBezTo>
                    <a:pt x="125" y="657"/>
                    <a:pt x="125" y="657"/>
                    <a:pt x="125" y="657"/>
                  </a:cubicBezTo>
                  <a:cubicBezTo>
                    <a:pt x="127" y="689"/>
                    <a:pt x="127" y="689"/>
                    <a:pt x="127" y="689"/>
                  </a:cubicBezTo>
                  <a:cubicBezTo>
                    <a:pt x="131" y="762"/>
                    <a:pt x="131" y="762"/>
                    <a:pt x="131" y="762"/>
                  </a:cubicBezTo>
                  <a:cubicBezTo>
                    <a:pt x="131" y="984"/>
                    <a:pt x="131" y="984"/>
                    <a:pt x="131" y="984"/>
                  </a:cubicBezTo>
                  <a:cubicBezTo>
                    <a:pt x="132" y="984"/>
                    <a:pt x="134" y="984"/>
                    <a:pt x="135" y="984"/>
                  </a:cubicBezTo>
                  <a:cubicBezTo>
                    <a:pt x="135" y="983"/>
                    <a:pt x="135" y="983"/>
                    <a:pt x="135" y="983"/>
                  </a:cubicBezTo>
                  <a:cubicBezTo>
                    <a:pt x="135" y="762"/>
                    <a:pt x="135" y="762"/>
                    <a:pt x="135" y="762"/>
                  </a:cubicBezTo>
                  <a:cubicBezTo>
                    <a:pt x="131" y="692"/>
                    <a:pt x="131" y="692"/>
                    <a:pt x="131" y="692"/>
                  </a:cubicBezTo>
                  <a:cubicBezTo>
                    <a:pt x="130" y="678"/>
                    <a:pt x="130" y="678"/>
                    <a:pt x="130" y="678"/>
                  </a:cubicBezTo>
                  <a:cubicBezTo>
                    <a:pt x="130" y="668"/>
                    <a:pt x="130" y="668"/>
                    <a:pt x="130" y="668"/>
                  </a:cubicBezTo>
                  <a:cubicBezTo>
                    <a:pt x="129" y="655"/>
                    <a:pt x="129" y="655"/>
                    <a:pt x="129" y="655"/>
                  </a:cubicBezTo>
                  <a:cubicBezTo>
                    <a:pt x="128" y="642"/>
                    <a:pt x="128" y="642"/>
                    <a:pt x="128" y="642"/>
                  </a:cubicBezTo>
                  <a:cubicBezTo>
                    <a:pt x="128" y="633"/>
                    <a:pt x="128" y="633"/>
                    <a:pt x="128" y="633"/>
                  </a:cubicBezTo>
                  <a:cubicBezTo>
                    <a:pt x="128" y="630"/>
                    <a:pt x="128" y="630"/>
                    <a:pt x="128" y="630"/>
                  </a:cubicBezTo>
                  <a:cubicBezTo>
                    <a:pt x="127" y="630"/>
                    <a:pt x="127" y="630"/>
                    <a:pt x="127" y="630"/>
                  </a:cubicBezTo>
                  <a:cubicBezTo>
                    <a:pt x="127" y="628"/>
                    <a:pt x="126" y="624"/>
                    <a:pt x="125" y="620"/>
                  </a:cubicBezTo>
                  <a:cubicBezTo>
                    <a:pt x="124" y="618"/>
                    <a:pt x="124" y="618"/>
                    <a:pt x="124" y="618"/>
                  </a:cubicBezTo>
                  <a:cubicBezTo>
                    <a:pt x="124" y="617"/>
                    <a:pt x="124" y="616"/>
                    <a:pt x="123" y="615"/>
                  </a:cubicBezTo>
                  <a:cubicBezTo>
                    <a:pt x="116" y="581"/>
                    <a:pt x="105" y="508"/>
                    <a:pt x="104" y="494"/>
                  </a:cubicBezTo>
                  <a:cubicBezTo>
                    <a:pt x="104" y="477"/>
                    <a:pt x="89" y="376"/>
                    <a:pt x="89" y="376"/>
                  </a:cubicBezTo>
                  <a:cubicBezTo>
                    <a:pt x="88" y="321"/>
                    <a:pt x="41" y="217"/>
                    <a:pt x="29" y="197"/>
                  </a:cubicBezTo>
                  <a:cubicBezTo>
                    <a:pt x="18" y="178"/>
                    <a:pt x="5" y="60"/>
                    <a:pt x="9" y="53"/>
                  </a:cubicBezTo>
                  <a:cubicBezTo>
                    <a:pt x="11" y="49"/>
                    <a:pt x="13" y="25"/>
                    <a:pt x="14" y="5"/>
                  </a:cubicBezTo>
                  <a:cubicBezTo>
                    <a:pt x="14" y="3"/>
                    <a:pt x="14" y="2"/>
                    <a:pt x="14" y="0"/>
                  </a:cubicBezTo>
                  <a:cubicBezTo>
                    <a:pt x="14" y="0"/>
                    <a:pt x="14" y="0"/>
                    <a:pt x="14" y="0"/>
                  </a:cubicBezTo>
                </a:path>
              </a:pathLst>
            </a:custGeom>
            <a:solidFill>
              <a:srgbClr val="B9C1CF"/>
            </a:solidFill>
            <a:ln>
              <a:noFill/>
            </a:ln>
            <a:extLst>
              <a:ext uri="{91240B29-F687-4F45-9708-019B960494DF}">
                <a14:hiddenLine xmlns:a14="http://schemas.microsoft.com/office/drawing/2010/main" w="9525">
                  <a:solidFill>
                    <a:srgbClr val="000000"/>
                  </a:solidFill>
                  <a:round/>
                  <a:headEnd/>
                  <a:tailEnd/>
                </a14:hiddenLine>
              </a:ext>
            </a:extLst>
          </p:spPr>
          <p:txBody>
            <a:bodyPr wrap="square" lIns="91440" tIns="45720" rIns="91440" bIns="45720" anchor="ctr">
              <a:normAutofit/>
            </a:bodyPr>
            <a:lstStyle/>
            <a:p>
              <a:pPr algn="ctr"/>
              <a:endParaRPr>
                <a:cs typeface="+mn-ea"/>
                <a:sym typeface="+mn-lt"/>
              </a:endParaRPr>
            </a:p>
          </p:txBody>
        </p:sp>
        <p:sp>
          <p:nvSpPr>
            <p:cNvPr id="338" name="任意多边形: 形状 337">
              <a:extLst>
                <a:ext uri="{FF2B5EF4-FFF2-40B4-BE49-F238E27FC236}">
                  <a16:creationId xmlns:a16="http://schemas.microsoft.com/office/drawing/2014/main" id="{BC1FF747-E123-4712-8FBC-CBA27102D5D1}"/>
                </a:ext>
              </a:extLst>
            </p:cNvPr>
            <p:cNvSpPr/>
            <p:nvPr/>
          </p:nvSpPr>
          <p:spPr bwMode="auto">
            <a:xfrm>
              <a:off x="4909238" y="4866643"/>
              <a:ext cx="63363" cy="29113"/>
            </a:xfrm>
            <a:custGeom>
              <a:avLst/>
              <a:gdLst>
                <a:gd name="T0" fmla="*/ 0 w 43"/>
                <a:gd name="T1" fmla="*/ 0 h 20"/>
                <a:gd name="T2" fmla="*/ 0 w 43"/>
                <a:gd name="T3" fmla="*/ 0 h 20"/>
                <a:gd name="T4" fmla="*/ 0 w 43"/>
                <a:gd name="T5" fmla="*/ 0 h 20"/>
                <a:gd name="T6" fmla="*/ 30 w 43"/>
                <a:gd name="T7" fmla="*/ 13 h 20"/>
                <a:gd name="T8" fmla="*/ 43 w 43"/>
                <a:gd name="T9" fmla="*/ 20 h 20"/>
                <a:gd name="T10" fmla="*/ 43 w 43"/>
                <a:gd name="T11" fmla="*/ 20 h 20"/>
                <a:gd name="T12" fmla="*/ 30 w 43"/>
                <a:gd name="T13" fmla="*/ 13 h 20"/>
                <a:gd name="T14" fmla="*/ 0 w 43"/>
                <a:gd name="T15" fmla="*/ 0 h 20"/>
                <a:gd name="T16" fmla="*/ 0 w 43"/>
                <a:gd name="T17" fmla="*/ 0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3" h="20">
                  <a:moveTo>
                    <a:pt x="0" y="0"/>
                  </a:moveTo>
                  <a:cubicBezTo>
                    <a:pt x="0" y="0"/>
                    <a:pt x="0" y="0"/>
                    <a:pt x="0" y="0"/>
                  </a:cubicBezTo>
                  <a:cubicBezTo>
                    <a:pt x="0" y="0"/>
                    <a:pt x="0" y="0"/>
                    <a:pt x="0" y="0"/>
                  </a:cubicBezTo>
                  <a:cubicBezTo>
                    <a:pt x="10" y="4"/>
                    <a:pt x="20" y="8"/>
                    <a:pt x="30" y="13"/>
                  </a:cubicBezTo>
                  <a:cubicBezTo>
                    <a:pt x="34" y="15"/>
                    <a:pt x="39" y="18"/>
                    <a:pt x="43" y="20"/>
                  </a:cubicBezTo>
                  <a:cubicBezTo>
                    <a:pt x="43" y="20"/>
                    <a:pt x="43" y="20"/>
                    <a:pt x="43" y="20"/>
                  </a:cubicBezTo>
                  <a:cubicBezTo>
                    <a:pt x="39" y="18"/>
                    <a:pt x="34" y="15"/>
                    <a:pt x="30" y="13"/>
                  </a:cubicBezTo>
                  <a:cubicBezTo>
                    <a:pt x="20" y="8"/>
                    <a:pt x="10" y="4"/>
                    <a:pt x="0" y="0"/>
                  </a:cubicBezTo>
                  <a:cubicBezTo>
                    <a:pt x="0" y="0"/>
                    <a:pt x="0" y="0"/>
                    <a:pt x="0" y="0"/>
                  </a:cubicBezTo>
                </a:path>
              </a:pathLst>
            </a:custGeom>
            <a:solidFill>
              <a:srgbClr val="3B77DB"/>
            </a:solidFill>
            <a:ln>
              <a:noFill/>
            </a:ln>
            <a:extLst>
              <a:ext uri="{91240B29-F687-4F45-9708-019B960494DF}">
                <a14:hiddenLine xmlns:a14="http://schemas.microsoft.com/office/drawing/2010/main" w="9525">
                  <a:solidFill>
                    <a:srgbClr val="000000"/>
                  </a:solidFill>
                  <a:round/>
                  <a:headEnd/>
                  <a:tailEnd/>
                </a14:hiddenLine>
              </a:ext>
            </a:extLst>
          </p:spPr>
          <p:txBody>
            <a:bodyPr wrap="square" lIns="91440" tIns="45720" rIns="91440" bIns="45720" anchor="ctr">
              <a:normAutofit fontScale="25000" lnSpcReduction="20000"/>
            </a:bodyPr>
            <a:lstStyle/>
            <a:p>
              <a:pPr algn="ctr"/>
              <a:endParaRPr>
                <a:cs typeface="+mn-ea"/>
                <a:sym typeface="+mn-lt"/>
              </a:endParaRPr>
            </a:p>
          </p:txBody>
        </p:sp>
        <p:sp>
          <p:nvSpPr>
            <p:cNvPr id="339" name="任意多边形: 形状 338">
              <a:extLst>
                <a:ext uri="{FF2B5EF4-FFF2-40B4-BE49-F238E27FC236}">
                  <a16:creationId xmlns:a16="http://schemas.microsoft.com/office/drawing/2014/main" id="{AB69E816-BC6B-4CBE-A9AF-3F0A42DFD7F1}"/>
                </a:ext>
              </a:extLst>
            </p:cNvPr>
            <p:cNvSpPr/>
            <p:nvPr/>
          </p:nvSpPr>
          <p:spPr bwMode="auto">
            <a:xfrm>
              <a:off x="4604413" y="4834106"/>
              <a:ext cx="104463" cy="30825"/>
            </a:xfrm>
            <a:custGeom>
              <a:avLst/>
              <a:gdLst>
                <a:gd name="T0" fmla="*/ 71 w 71"/>
                <a:gd name="T1" fmla="*/ 0 h 22"/>
                <a:gd name="T2" fmla="*/ 63 w 71"/>
                <a:gd name="T3" fmla="*/ 0 h 22"/>
                <a:gd name="T4" fmla="*/ 30 w 71"/>
                <a:gd name="T5" fmla="*/ 13 h 22"/>
                <a:gd name="T6" fmla="*/ 4 w 71"/>
                <a:gd name="T7" fmla="*/ 21 h 22"/>
                <a:gd name="T8" fmla="*/ 4 w 71"/>
                <a:gd name="T9" fmla="*/ 21 h 22"/>
                <a:gd name="T10" fmla="*/ 0 w 71"/>
                <a:gd name="T11" fmla="*/ 22 h 22"/>
                <a:gd name="T12" fmla="*/ 0 w 71"/>
                <a:gd name="T13" fmla="*/ 22 h 22"/>
                <a:gd name="T14" fmla="*/ 0 w 71"/>
                <a:gd name="T15" fmla="*/ 22 h 22"/>
                <a:gd name="T16" fmla="*/ 4 w 71"/>
                <a:gd name="T17" fmla="*/ 21 h 22"/>
                <a:gd name="T18" fmla="*/ 30 w 71"/>
                <a:gd name="T19" fmla="*/ 13 h 22"/>
                <a:gd name="T20" fmla="*/ 63 w 71"/>
                <a:gd name="T21" fmla="*/ 0 h 22"/>
                <a:gd name="T22" fmla="*/ 71 w 71"/>
                <a:gd name="T23" fmla="*/ 0 h 22"/>
                <a:gd name="T24" fmla="*/ 71 w 71"/>
                <a:gd name="T25" fmla="*/ 0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22">
                  <a:moveTo>
                    <a:pt x="71" y="0"/>
                  </a:moveTo>
                  <a:cubicBezTo>
                    <a:pt x="68" y="0"/>
                    <a:pt x="65" y="0"/>
                    <a:pt x="63" y="0"/>
                  </a:cubicBezTo>
                  <a:cubicBezTo>
                    <a:pt x="43" y="8"/>
                    <a:pt x="30" y="13"/>
                    <a:pt x="30" y="13"/>
                  </a:cubicBezTo>
                  <a:cubicBezTo>
                    <a:pt x="4" y="21"/>
                    <a:pt x="4" y="21"/>
                    <a:pt x="4" y="21"/>
                  </a:cubicBezTo>
                  <a:cubicBezTo>
                    <a:pt x="4" y="21"/>
                    <a:pt x="4" y="21"/>
                    <a:pt x="4" y="21"/>
                  </a:cubicBezTo>
                  <a:cubicBezTo>
                    <a:pt x="0" y="22"/>
                    <a:pt x="0" y="22"/>
                    <a:pt x="0" y="22"/>
                  </a:cubicBezTo>
                  <a:cubicBezTo>
                    <a:pt x="0" y="22"/>
                    <a:pt x="0" y="22"/>
                    <a:pt x="0" y="22"/>
                  </a:cubicBezTo>
                  <a:cubicBezTo>
                    <a:pt x="0" y="22"/>
                    <a:pt x="0" y="22"/>
                    <a:pt x="0" y="22"/>
                  </a:cubicBezTo>
                  <a:cubicBezTo>
                    <a:pt x="4" y="21"/>
                    <a:pt x="4" y="21"/>
                    <a:pt x="4" y="21"/>
                  </a:cubicBezTo>
                  <a:cubicBezTo>
                    <a:pt x="30" y="13"/>
                    <a:pt x="30" y="13"/>
                    <a:pt x="30" y="13"/>
                  </a:cubicBezTo>
                  <a:cubicBezTo>
                    <a:pt x="30" y="13"/>
                    <a:pt x="43" y="8"/>
                    <a:pt x="63" y="0"/>
                  </a:cubicBezTo>
                  <a:cubicBezTo>
                    <a:pt x="65" y="0"/>
                    <a:pt x="68" y="0"/>
                    <a:pt x="71" y="0"/>
                  </a:cubicBezTo>
                  <a:cubicBezTo>
                    <a:pt x="71" y="0"/>
                    <a:pt x="71" y="0"/>
                    <a:pt x="71" y="0"/>
                  </a:cubicBezTo>
                </a:path>
              </a:pathLst>
            </a:custGeom>
            <a:solidFill>
              <a:srgbClr val="B9C1CF"/>
            </a:solidFill>
            <a:ln>
              <a:noFill/>
            </a:ln>
            <a:extLst>
              <a:ext uri="{91240B29-F687-4F45-9708-019B960494DF}">
                <a14:hiddenLine xmlns:a14="http://schemas.microsoft.com/office/drawing/2010/main" w="9525">
                  <a:solidFill>
                    <a:srgbClr val="000000"/>
                  </a:solidFill>
                  <a:round/>
                  <a:headEnd/>
                  <a:tailEnd/>
                </a14:hiddenLine>
              </a:ext>
            </a:extLst>
          </p:spPr>
          <p:txBody>
            <a:bodyPr wrap="square" lIns="91440" tIns="45720" rIns="91440" bIns="45720" anchor="ctr">
              <a:normAutofit fontScale="25000" lnSpcReduction="20000"/>
            </a:bodyPr>
            <a:lstStyle/>
            <a:p>
              <a:pPr algn="ctr"/>
              <a:endParaRPr>
                <a:cs typeface="+mn-ea"/>
                <a:sym typeface="+mn-lt"/>
              </a:endParaRPr>
            </a:p>
          </p:txBody>
        </p:sp>
        <p:sp>
          <p:nvSpPr>
            <p:cNvPr id="340" name="任意多边形: 形状 339">
              <a:extLst>
                <a:ext uri="{FF2B5EF4-FFF2-40B4-BE49-F238E27FC236}">
                  <a16:creationId xmlns:a16="http://schemas.microsoft.com/office/drawing/2014/main" id="{CAE8312E-BF4F-4545-8FE2-32A8480C931D}"/>
                </a:ext>
              </a:extLst>
            </p:cNvPr>
            <p:cNvSpPr/>
            <p:nvPr/>
          </p:nvSpPr>
          <p:spPr bwMode="auto">
            <a:xfrm>
              <a:off x="4393776" y="2979469"/>
              <a:ext cx="585675" cy="1921425"/>
            </a:xfrm>
            <a:custGeom>
              <a:avLst/>
              <a:gdLst>
                <a:gd name="T0" fmla="*/ 400 w 400"/>
                <a:gd name="T1" fmla="*/ 1314 h 1314"/>
                <a:gd name="T2" fmla="*/ 395 w 400"/>
                <a:gd name="T3" fmla="*/ 1311 h 1314"/>
                <a:gd name="T4" fmla="*/ 382 w 400"/>
                <a:gd name="T5" fmla="*/ 1304 h 1314"/>
                <a:gd name="T6" fmla="*/ 352 w 400"/>
                <a:gd name="T7" fmla="*/ 1291 h 1314"/>
                <a:gd name="T8" fmla="*/ 207 w 400"/>
                <a:gd name="T9" fmla="*/ 1268 h 1314"/>
                <a:gd name="T10" fmla="*/ 174 w 400"/>
                <a:gd name="T11" fmla="*/ 1281 h 1314"/>
                <a:gd name="T12" fmla="*/ 148 w 400"/>
                <a:gd name="T13" fmla="*/ 1289 h 1314"/>
                <a:gd name="T14" fmla="*/ 147 w 400"/>
                <a:gd name="T15" fmla="*/ 1280 h 1314"/>
                <a:gd name="T16" fmla="*/ 146 w 400"/>
                <a:gd name="T17" fmla="*/ 1273 h 1314"/>
                <a:gd name="T18" fmla="*/ 130 w 400"/>
                <a:gd name="T19" fmla="*/ 1101 h 1314"/>
                <a:gd name="T20" fmla="*/ 130 w 400"/>
                <a:gd name="T21" fmla="*/ 1025 h 1314"/>
                <a:gd name="T22" fmla="*/ 130 w 400"/>
                <a:gd name="T23" fmla="*/ 1016 h 1314"/>
                <a:gd name="T24" fmla="*/ 130 w 400"/>
                <a:gd name="T25" fmla="*/ 795 h 1314"/>
                <a:gd name="T26" fmla="*/ 126 w 400"/>
                <a:gd name="T27" fmla="*/ 725 h 1314"/>
                <a:gd name="T28" fmla="*/ 125 w 400"/>
                <a:gd name="T29" fmla="*/ 711 h 1314"/>
                <a:gd name="T30" fmla="*/ 125 w 400"/>
                <a:gd name="T31" fmla="*/ 701 h 1314"/>
                <a:gd name="T32" fmla="*/ 124 w 400"/>
                <a:gd name="T33" fmla="*/ 688 h 1314"/>
                <a:gd name="T34" fmla="*/ 123 w 400"/>
                <a:gd name="T35" fmla="*/ 675 h 1314"/>
                <a:gd name="T36" fmla="*/ 123 w 400"/>
                <a:gd name="T37" fmla="*/ 666 h 1314"/>
                <a:gd name="T38" fmla="*/ 123 w 400"/>
                <a:gd name="T39" fmla="*/ 663 h 1314"/>
                <a:gd name="T40" fmla="*/ 122 w 400"/>
                <a:gd name="T41" fmla="*/ 663 h 1314"/>
                <a:gd name="T42" fmla="*/ 120 w 400"/>
                <a:gd name="T43" fmla="*/ 653 h 1314"/>
                <a:gd name="T44" fmla="*/ 119 w 400"/>
                <a:gd name="T45" fmla="*/ 651 h 1314"/>
                <a:gd name="T46" fmla="*/ 118 w 400"/>
                <a:gd name="T47" fmla="*/ 648 h 1314"/>
                <a:gd name="T48" fmla="*/ 99 w 400"/>
                <a:gd name="T49" fmla="*/ 527 h 1314"/>
                <a:gd name="T50" fmla="*/ 84 w 400"/>
                <a:gd name="T51" fmla="*/ 409 h 1314"/>
                <a:gd name="T52" fmla="*/ 24 w 400"/>
                <a:gd name="T53" fmla="*/ 230 h 1314"/>
                <a:gd name="T54" fmla="*/ 4 w 400"/>
                <a:gd name="T55" fmla="*/ 86 h 1314"/>
                <a:gd name="T56" fmla="*/ 9 w 400"/>
                <a:gd name="T57" fmla="*/ 38 h 1314"/>
                <a:gd name="T58" fmla="*/ 9 w 400"/>
                <a:gd name="T59" fmla="*/ 33 h 1314"/>
                <a:gd name="T60" fmla="*/ 10 w 400"/>
                <a:gd name="T61" fmla="*/ 11 h 1314"/>
                <a:gd name="T62" fmla="*/ 52 w 400"/>
                <a:gd name="T63" fmla="*/ 3 h 1314"/>
                <a:gd name="T64" fmla="*/ 63 w 400"/>
                <a:gd name="T65" fmla="*/ 1 h 1314"/>
                <a:gd name="T66" fmla="*/ 65 w 400"/>
                <a:gd name="T67" fmla="*/ 1 h 1314"/>
                <a:gd name="T68" fmla="*/ 69 w 400"/>
                <a:gd name="T69" fmla="*/ 0 h 1314"/>
                <a:gd name="T70" fmla="*/ 80 w 400"/>
                <a:gd name="T71" fmla="*/ 23 h 1314"/>
                <a:gd name="T72" fmla="*/ 81 w 400"/>
                <a:gd name="T73" fmla="*/ 24 h 1314"/>
                <a:gd name="T74" fmla="*/ 101 w 400"/>
                <a:gd name="T75" fmla="*/ 86 h 1314"/>
                <a:gd name="T76" fmla="*/ 130 w 400"/>
                <a:gd name="T77" fmla="*/ 176 h 1314"/>
                <a:gd name="T78" fmla="*/ 196 w 400"/>
                <a:gd name="T79" fmla="*/ 335 h 1314"/>
                <a:gd name="T80" fmla="*/ 245 w 400"/>
                <a:gd name="T81" fmla="*/ 501 h 1314"/>
                <a:gd name="T82" fmla="*/ 270 w 400"/>
                <a:gd name="T83" fmla="*/ 678 h 1314"/>
                <a:gd name="T84" fmla="*/ 298 w 400"/>
                <a:gd name="T85" fmla="*/ 837 h 1314"/>
                <a:gd name="T86" fmla="*/ 330 w 400"/>
                <a:gd name="T87" fmla="*/ 941 h 1314"/>
                <a:gd name="T88" fmla="*/ 336 w 400"/>
                <a:gd name="T89" fmla="*/ 979 h 1314"/>
                <a:gd name="T90" fmla="*/ 338 w 400"/>
                <a:gd name="T91" fmla="*/ 986 h 1314"/>
                <a:gd name="T92" fmla="*/ 352 w 400"/>
                <a:gd name="T93" fmla="*/ 1072 h 1314"/>
                <a:gd name="T94" fmla="*/ 366 w 400"/>
                <a:gd name="T95" fmla="*/ 1152 h 1314"/>
                <a:gd name="T96" fmla="*/ 375 w 400"/>
                <a:gd name="T97" fmla="*/ 1212 h 1314"/>
                <a:gd name="T98" fmla="*/ 377 w 400"/>
                <a:gd name="T99" fmla="*/ 1220 h 1314"/>
                <a:gd name="T100" fmla="*/ 392 w 400"/>
                <a:gd name="T101" fmla="*/ 1282 h 1314"/>
                <a:gd name="T102" fmla="*/ 400 w 400"/>
                <a:gd name="T103" fmla="*/ 1314 h 13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400" h="1314">
                  <a:moveTo>
                    <a:pt x="400" y="1314"/>
                  </a:moveTo>
                  <a:cubicBezTo>
                    <a:pt x="399" y="1313"/>
                    <a:pt x="397" y="1312"/>
                    <a:pt x="395" y="1311"/>
                  </a:cubicBezTo>
                  <a:cubicBezTo>
                    <a:pt x="391" y="1309"/>
                    <a:pt x="386" y="1306"/>
                    <a:pt x="382" y="1304"/>
                  </a:cubicBezTo>
                  <a:cubicBezTo>
                    <a:pt x="372" y="1299"/>
                    <a:pt x="362" y="1295"/>
                    <a:pt x="352" y="1291"/>
                  </a:cubicBezTo>
                  <a:cubicBezTo>
                    <a:pt x="306" y="1273"/>
                    <a:pt x="257" y="1267"/>
                    <a:pt x="207" y="1268"/>
                  </a:cubicBezTo>
                  <a:cubicBezTo>
                    <a:pt x="187" y="1276"/>
                    <a:pt x="174" y="1281"/>
                    <a:pt x="174" y="1281"/>
                  </a:cubicBezTo>
                  <a:cubicBezTo>
                    <a:pt x="148" y="1289"/>
                    <a:pt x="148" y="1289"/>
                    <a:pt x="148" y="1289"/>
                  </a:cubicBezTo>
                  <a:cubicBezTo>
                    <a:pt x="148" y="1286"/>
                    <a:pt x="147" y="1283"/>
                    <a:pt x="147" y="1280"/>
                  </a:cubicBezTo>
                  <a:cubicBezTo>
                    <a:pt x="147" y="1277"/>
                    <a:pt x="147" y="1275"/>
                    <a:pt x="146" y="1273"/>
                  </a:cubicBezTo>
                  <a:cubicBezTo>
                    <a:pt x="137" y="1188"/>
                    <a:pt x="130" y="1101"/>
                    <a:pt x="130" y="1101"/>
                  </a:cubicBezTo>
                  <a:cubicBezTo>
                    <a:pt x="130" y="1025"/>
                    <a:pt x="130" y="1025"/>
                    <a:pt x="130" y="1025"/>
                  </a:cubicBezTo>
                  <a:cubicBezTo>
                    <a:pt x="130" y="1016"/>
                    <a:pt x="130" y="1016"/>
                    <a:pt x="130" y="1016"/>
                  </a:cubicBezTo>
                  <a:cubicBezTo>
                    <a:pt x="130" y="795"/>
                    <a:pt x="130" y="795"/>
                    <a:pt x="130" y="795"/>
                  </a:cubicBezTo>
                  <a:cubicBezTo>
                    <a:pt x="126" y="725"/>
                    <a:pt x="126" y="725"/>
                    <a:pt x="126" y="725"/>
                  </a:cubicBezTo>
                  <a:cubicBezTo>
                    <a:pt x="125" y="711"/>
                    <a:pt x="125" y="711"/>
                    <a:pt x="125" y="711"/>
                  </a:cubicBezTo>
                  <a:cubicBezTo>
                    <a:pt x="125" y="701"/>
                    <a:pt x="125" y="701"/>
                    <a:pt x="125" y="701"/>
                  </a:cubicBezTo>
                  <a:cubicBezTo>
                    <a:pt x="124" y="688"/>
                    <a:pt x="124" y="688"/>
                    <a:pt x="124" y="688"/>
                  </a:cubicBezTo>
                  <a:cubicBezTo>
                    <a:pt x="123" y="675"/>
                    <a:pt x="123" y="675"/>
                    <a:pt x="123" y="675"/>
                  </a:cubicBezTo>
                  <a:cubicBezTo>
                    <a:pt x="123" y="666"/>
                    <a:pt x="123" y="666"/>
                    <a:pt x="123" y="666"/>
                  </a:cubicBezTo>
                  <a:cubicBezTo>
                    <a:pt x="123" y="663"/>
                    <a:pt x="123" y="663"/>
                    <a:pt x="123" y="663"/>
                  </a:cubicBezTo>
                  <a:cubicBezTo>
                    <a:pt x="122" y="663"/>
                    <a:pt x="122" y="663"/>
                    <a:pt x="122" y="663"/>
                  </a:cubicBezTo>
                  <a:cubicBezTo>
                    <a:pt x="122" y="661"/>
                    <a:pt x="121" y="657"/>
                    <a:pt x="120" y="653"/>
                  </a:cubicBezTo>
                  <a:cubicBezTo>
                    <a:pt x="119" y="651"/>
                    <a:pt x="119" y="651"/>
                    <a:pt x="119" y="651"/>
                  </a:cubicBezTo>
                  <a:cubicBezTo>
                    <a:pt x="119" y="650"/>
                    <a:pt x="119" y="649"/>
                    <a:pt x="118" y="648"/>
                  </a:cubicBezTo>
                  <a:cubicBezTo>
                    <a:pt x="111" y="614"/>
                    <a:pt x="100" y="541"/>
                    <a:pt x="99" y="527"/>
                  </a:cubicBezTo>
                  <a:cubicBezTo>
                    <a:pt x="99" y="510"/>
                    <a:pt x="84" y="409"/>
                    <a:pt x="84" y="409"/>
                  </a:cubicBezTo>
                  <a:cubicBezTo>
                    <a:pt x="83" y="354"/>
                    <a:pt x="36" y="250"/>
                    <a:pt x="24" y="230"/>
                  </a:cubicBezTo>
                  <a:cubicBezTo>
                    <a:pt x="13" y="211"/>
                    <a:pt x="0" y="93"/>
                    <a:pt x="4" y="86"/>
                  </a:cubicBezTo>
                  <a:cubicBezTo>
                    <a:pt x="6" y="82"/>
                    <a:pt x="8" y="58"/>
                    <a:pt x="9" y="38"/>
                  </a:cubicBezTo>
                  <a:cubicBezTo>
                    <a:pt x="9" y="36"/>
                    <a:pt x="9" y="35"/>
                    <a:pt x="9" y="33"/>
                  </a:cubicBezTo>
                  <a:cubicBezTo>
                    <a:pt x="9" y="21"/>
                    <a:pt x="10" y="11"/>
                    <a:pt x="10" y="11"/>
                  </a:cubicBezTo>
                  <a:cubicBezTo>
                    <a:pt x="52" y="3"/>
                    <a:pt x="52" y="3"/>
                    <a:pt x="52" y="3"/>
                  </a:cubicBezTo>
                  <a:cubicBezTo>
                    <a:pt x="63" y="1"/>
                    <a:pt x="63" y="1"/>
                    <a:pt x="63" y="1"/>
                  </a:cubicBezTo>
                  <a:cubicBezTo>
                    <a:pt x="65" y="1"/>
                    <a:pt x="65" y="1"/>
                    <a:pt x="65" y="1"/>
                  </a:cubicBezTo>
                  <a:cubicBezTo>
                    <a:pt x="69" y="0"/>
                    <a:pt x="69" y="0"/>
                    <a:pt x="69" y="0"/>
                  </a:cubicBezTo>
                  <a:cubicBezTo>
                    <a:pt x="69" y="0"/>
                    <a:pt x="74" y="9"/>
                    <a:pt x="80" y="23"/>
                  </a:cubicBezTo>
                  <a:cubicBezTo>
                    <a:pt x="81" y="24"/>
                    <a:pt x="81" y="24"/>
                    <a:pt x="81" y="24"/>
                  </a:cubicBezTo>
                  <a:cubicBezTo>
                    <a:pt x="90" y="44"/>
                    <a:pt x="101" y="71"/>
                    <a:pt x="101" y="86"/>
                  </a:cubicBezTo>
                  <a:cubicBezTo>
                    <a:pt x="100" y="113"/>
                    <a:pt x="130" y="176"/>
                    <a:pt x="130" y="176"/>
                  </a:cubicBezTo>
                  <a:cubicBezTo>
                    <a:pt x="133" y="191"/>
                    <a:pt x="196" y="335"/>
                    <a:pt x="196" y="335"/>
                  </a:cubicBezTo>
                  <a:cubicBezTo>
                    <a:pt x="196" y="335"/>
                    <a:pt x="248" y="477"/>
                    <a:pt x="245" y="501"/>
                  </a:cubicBezTo>
                  <a:cubicBezTo>
                    <a:pt x="242" y="524"/>
                    <a:pt x="270" y="678"/>
                    <a:pt x="270" y="678"/>
                  </a:cubicBezTo>
                  <a:cubicBezTo>
                    <a:pt x="298" y="837"/>
                    <a:pt x="298" y="837"/>
                    <a:pt x="298" y="837"/>
                  </a:cubicBezTo>
                  <a:cubicBezTo>
                    <a:pt x="312" y="868"/>
                    <a:pt x="330" y="941"/>
                    <a:pt x="330" y="941"/>
                  </a:cubicBezTo>
                  <a:cubicBezTo>
                    <a:pt x="336" y="979"/>
                    <a:pt x="336" y="979"/>
                    <a:pt x="336" y="979"/>
                  </a:cubicBezTo>
                  <a:cubicBezTo>
                    <a:pt x="338" y="986"/>
                    <a:pt x="338" y="986"/>
                    <a:pt x="338" y="986"/>
                  </a:cubicBezTo>
                  <a:cubicBezTo>
                    <a:pt x="352" y="1072"/>
                    <a:pt x="352" y="1072"/>
                    <a:pt x="352" y="1072"/>
                  </a:cubicBezTo>
                  <a:cubicBezTo>
                    <a:pt x="366" y="1152"/>
                    <a:pt x="366" y="1152"/>
                    <a:pt x="366" y="1152"/>
                  </a:cubicBezTo>
                  <a:cubicBezTo>
                    <a:pt x="366" y="1152"/>
                    <a:pt x="370" y="1180"/>
                    <a:pt x="375" y="1212"/>
                  </a:cubicBezTo>
                  <a:cubicBezTo>
                    <a:pt x="376" y="1215"/>
                    <a:pt x="376" y="1217"/>
                    <a:pt x="377" y="1220"/>
                  </a:cubicBezTo>
                  <a:cubicBezTo>
                    <a:pt x="380" y="1241"/>
                    <a:pt x="385" y="1262"/>
                    <a:pt x="392" y="1282"/>
                  </a:cubicBezTo>
                  <a:cubicBezTo>
                    <a:pt x="395" y="1293"/>
                    <a:pt x="398" y="1303"/>
                    <a:pt x="400" y="1314"/>
                  </a:cubicBezTo>
                </a:path>
              </a:pathLst>
            </a:custGeom>
            <a:solidFill>
              <a:srgbClr val="63667E"/>
            </a:solidFill>
            <a:ln>
              <a:noFill/>
            </a:ln>
            <a:extLst>
              <a:ext uri="{91240B29-F687-4F45-9708-019B960494DF}">
                <a14:hiddenLine xmlns:a14="http://schemas.microsoft.com/office/drawing/2010/main" w="9525">
                  <a:solidFill>
                    <a:srgbClr val="000000"/>
                  </a:solidFill>
                  <a:round/>
                  <a:headEnd/>
                  <a:tailEnd/>
                </a14:hiddenLine>
              </a:ext>
            </a:extLst>
          </p:spPr>
          <p:txBody>
            <a:bodyPr wrap="square" lIns="91440" tIns="45720" rIns="91440" bIns="45720" anchor="ctr">
              <a:normAutofit/>
            </a:bodyPr>
            <a:lstStyle/>
            <a:p>
              <a:pPr algn="ctr"/>
              <a:endParaRPr>
                <a:cs typeface="+mn-ea"/>
                <a:sym typeface="+mn-lt"/>
              </a:endParaRPr>
            </a:p>
          </p:txBody>
        </p:sp>
        <p:sp>
          <p:nvSpPr>
            <p:cNvPr id="341" name="任意多边形: 形状 340">
              <a:extLst>
                <a:ext uri="{FF2B5EF4-FFF2-40B4-BE49-F238E27FC236}">
                  <a16:creationId xmlns:a16="http://schemas.microsoft.com/office/drawing/2014/main" id="{B5A88E6A-0C8E-454E-82ED-67AA951F3EEB}"/>
                </a:ext>
              </a:extLst>
            </p:cNvPr>
            <p:cNvSpPr/>
            <p:nvPr/>
          </p:nvSpPr>
          <p:spPr bwMode="auto">
            <a:xfrm>
              <a:off x="3847488" y="1208744"/>
              <a:ext cx="1078875" cy="715825"/>
            </a:xfrm>
            <a:custGeom>
              <a:avLst/>
              <a:gdLst>
                <a:gd name="T0" fmla="*/ 737 w 737"/>
                <a:gd name="T1" fmla="*/ 471 h 490"/>
                <a:gd name="T2" fmla="*/ 708 w 737"/>
                <a:gd name="T3" fmla="*/ 490 h 490"/>
                <a:gd name="T4" fmla="*/ 613 w 737"/>
                <a:gd name="T5" fmla="*/ 479 h 490"/>
                <a:gd name="T6" fmla="*/ 447 w 737"/>
                <a:gd name="T7" fmla="*/ 464 h 490"/>
                <a:gd name="T8" fmla="*/ 246 w 737"/>
                <a:gd name="T9" fmla="*/ 458 h 490"/>
                <a:gd name="T10" fmla="*/ 114 w 737"/>
                <a:gd name="T11" fmla="*/ 419 h 490"/>
                <a:gd name="T12" fmla="*/ 98 w 737"/>
                <a:gd name="T13" fmla="*/ 422 h 490"/>
                <a:gd name="T14" fmla="*/ 88 w 737"/>
                <a:gd name="T15" fmla="*/ 423 h 490"/>
                <a:gd name="T16" fmla="*/ 42 w 737"/>
                <a:gd name="T17" fmla="*/ 430 h 490"/>
                <a:gd name="T18" fmla="*/ 0 w 737"/>
                <a:gd name="T19" fmla="*/ 431 h 490"/>
                <a:gd name="T20" fmla="*/ 0 w 737"/>
                <a:gd name="T21" fmla="*/ 415 h 490"/>
                <a:gd name="T22" fmla="*/ 24 w 737"/>
                <a:gd name="T23" fmla="*/ 372 h 490"/>
                <a:gd name="T24" fmla="*/ 94 w 737"/>
                <a:gd name="T25" fmla="*/ 178 h 490"/>
                <a:gd name="T26" fmla="*/ 187 w 737"/>
                <a:gd name="T27" fmla="*/ 90 h 490"/>
                <a:gd name="T28" fmla="*/ 321 w 737"/>
                <a:gd name="T29" fmla="*/ 36 h 490"/>
                <a:gd name="T30" fmla="*/ 333 w 737"/>
                <a:gd name="T31" fmla="*/ 34 h 490"/>
                <a:gd name="T32" fmla="*/ 371 w 737"/>
                <a:gd name="T33" fmla="*/ 29 h 490"/>
                <a:gd name="T34" fmla="*/ 375 w 737"/>
                <a:gd name="T35" fmla="*/ 26 h 490"/>
                <a:gd name="T36" fmla="*/ 458 w 737"/>
                <a:gd name="T37" fmla="*/ 38 h 490"/>
                <a:gd name="T38" fmla="*/ 466 w 737"/>
                <a:gd name="T39" fmla="*/ 49 h 490"/>
                <a:gd name="T40" fmla="*/ 652 w 737"/>
                <a:gd name="T41" fmla="*/ 183 h 490"/>
                <a:gd name="T42" fmla="*/ 718 w 737"/>
                <a:gd name="T43" fmla="*/ 436 h 490"/>
                <a:gd name="T44" fmla="*/ 721 w 737"/>
                <a:gd name="T45" fmla="*/ 454 h 490"/>
                <a:gd name="T46" fmla="*/ 727 w 737"/>
                <a:gd name="T47" fmla="*/ 460 h 490"/>
                <a:gd name="T48" fmla="*/ 729 w 737"/>
                <a:gd name="T49" fmla="*/ 462 h 490"/>
                <a:gd name="T50" fmla="*/ 733 w 737"/>
                <a:gd name="T51" fmla="*/ 467 h 490"/>
                <a:gd name="T52" fmla="*/ 734 w 737"/>
                <a:gd name="T53" fmla="*/ 467 h 490"/>
                <a:gd name="T54" fmla="*/ 735 w 737"/>
                <a:gd name="T55" fmla="*/ 468 h 490"/>
                <a:gd name="T56" fmla="*/ 737 w 737"/>
                <a:gd name="T57" fmla="*/ 471 h 4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737" h="490">
                  <a:moveTo>
                    <a:pt x="737" y="471"/>
                  </a:moveTo>
                  <a:cubicBezTo>
                    <a:pt x="737" y="471"/>
                    <a:pt x="722" y="490"/>
                    <a:pt x="708" y="490"/>
                  </a:cubicBezTo>
                  <a:cubicBezTo>
                    <a:pt x="694" y="490"/>
                    <a:pt x="641" y="488"/>
                    <a:pt x="613" y="479"/>
                  </a:cubicBezTo>
                  <a:cubicBezTo>
                    <a:pt x="585" y="471"/>
                    <a:pt x="447" y="464"/>
                    <a:pt x="447" y="464"/>
                  </a:cubicBezTo>
                  <a:cubicBezTo>
                    <a:pt x="447" y="464"/>
                    <a:pt x="253" y="465"/>
                    <a:pt x="246" y="458"/>
                  </a:cubicBezTo>
                  <a:cubicBezTo>
                    <a:pt x="240" y="452"/>
                    <a:pt x="126" y="417"/>
                    <a:pt x="114" y="419"/>
                  </a:cubicBezTo>
                  <a:cubicBezTo>
                    <a:pt x="111" y="419"/>
                    <a:pt x="106" y="420"/>
                    <a:pt x="98" y="422"/>
                  </a:cubicBezTo>
                  <a:cubicBezTo>
                    <a:pt x="88" y="423"/>
                    <a:pt x="88" y="423"/>
                    <a:pt x="88" y="423"/>
                  </a:cubicBezTo>
                  <a:cubicBezTo>
                    <a:pt x="75" y="425"/>
                    <a:pt x="57" y="428"/>
                    <a:pt x="42" y="430"/>
                  </a:cubicBezTo>
                  <a:cubicBezTo>
                    <a:pt x="22" y="432"/>
                    <a:pt x="5" y="433"/>
                    <a:pt x="0" y="431"/>
                  </a:cubicBezTo>
                  <a:cubicBezTo>
                    <a:pt x="0" y="415"/>
                    <a:pt x="0" y="415"/>
                    <a:pt x="0" y="415"/>
                  </a:cubicBezTo>
                  <a:cubicBezTo>
                    <a:pt x="0" y="415"/>
                    <a:pt x="22" y="382"/>
                    <a:pt x="24" y="372"/>
                  </a:cubicBezTo>
                  <a:cubicBezTo>
                    <a:pt x="25" y="363"/>
                    <a:pt x="44" y="227"/>
                    <a:pt x="94" y="178"/>
                  </a:cubicBezTo>
                  <a:cubicBezTo>
                    <a:pt x="114" y="139"/>
                    <a:pt x="147" y="108"/>
                    <a:pt x="187" y="90"/>
                  </a:cubicBezTo>
                  <a:cubicBezTo>
                    <a:pt x="254" y="61"/>
                    <a:pt x="321" y="36"/>
                    <a:pt x="321" y="36"/>
                  </a:cubicBezTo>
                  <a:cubicBezTo>
                    <a:pt x="333" y="34"/>
                    <a:pt x="333" y="34"/>
                    <a:pt x="333" y="34"/>
                  </a:cubicBezTo>
                  <a:cubicBezTo>
                    <a:pt x="371" y="29"/>
                    <a:pt x="371" y="29"/>
                    <a:pt x="371" y="29"/>
                  </a:cubicBezTo>
                  <a:cubicBezTo>
                    <a:pt x="372" y="28"/>
                    <a:pt x="373" y="27"/>
                    <a:pt x="375" y="26"/>
                  </a:cubicBezTo>
                  <a:cubicBezTo>
                    <a:pt x="385" y="18"/>
                    <a:pt x="417" y="0"/>
                    <a:pt x="458" y="38"/>
                  </a:cubicBezTo>
                  <a:cubicBezTo>
                    <a:pt x="466" y="49"/>
                    <a:pt x="466" y="49"/>
                    <a:pt x="466" y="49"/>
                  </a:cubicBezTo>
                  <a:cubicBezTo>
                    <a:pt x="466" y="49"/>
                    <a:pt x="593" y="79"/>
                    <a:pt x="652" y="183"/>
                  </a:cubicBezTo>
                  <a:cubicBezTo>
                    <a:pt x="711" y="287"/>
                    <a:pt x="714" y="389"/>
                    <a:pt x="718" y="436"/>
                  </a:cubicBezTo>
                  <a:cubicBezTo>
                    <a:pt x="718" y="436"/>
                    <a:pt x="715" y="449"/>
                    <a:pt x="721" y="454"/>
                  </a:cubicBezTo>
                  <a:cubicBezTo>
                    <a:pt x="723" y="456"/>
                    <a:pt x="725" y="458"/>
                    <a:pt x="727" y="460"/>
                  </a:cubicBezTo>
                  <a:cubicBezTo>
                    <a:pt x="728" y="461"/>
                    <a:pt x="728" y="461"/>
                    <a:pt x="729" y="462"/>
                  </a:cubicBezTo>
                  <a:cubicBezTo>
                    <a:pt x="730" y="463"/>
                    <a:pt x="732" y="465"/>
                    <a:pt x="733" y="467"/>
                  </a:cubicBezTo>
                  <a:cubicBezTo>
                    <a:pt x="734" y="467"/>
                    <a:pt x="734" y="467"/>
                    <a:pt x="734" y="467"/>
                  </a:cubicBezTo>
                  <a:cubicBezTo>
                    <a:pt x="734" y="467"/>
                    <a:pt x="734" y="468"/>
                    <a:pt x="735" y="468"/>
                  </a:cubicBezTo>
                  <a:cubicBezTo>
                    <a:pt x="737" y="471"/>
                    <a:pt x="737" y="471"/>
                    <a:pt x="737" y="471"/>
                  </a:cubicBezTo>
                </a:path>
              </a:pathLst>
            </a:custGeom>
            <a:solidFill>
              <a:srgbClr val="FED253"/>
            </a:solidFill>
            <a:ln>
              <a:noFill/>
            </a:ln>
            <a:extLst>
              <a:ext uri="{91240B29-F687-4F45-9708-019B960494DF}">
                <a14:hiddenLine xmlns:a14="http://schemas.microsoft.com/office/drawing/2010/main" w="9525">
                  <a:solidFill>
                    <a:srgbClr val="000000"/>
                  </a:solidFill>
                  <a:round/>
                  <a:headEnd/>
                  <a:tailEnd/>
                </a14:hiddenLine>
              </a:ext>
            </a:extLst>
          </p:spPr>
          <p:txBody>
            <a:bodyPr wrap="square" lIns="91440" tIns="45720" rIns="91440" bIns="45720" anchor="ctr">
              <a:normAutofit/>
            </a:bodyPr>
            <a:lstStyle/>
            <a:p>
              <a:pPr algn="ctr"/>
              <a:endParaRPr>
                <a:cs typeface="+mn-ea"/>
                <a:sym typeface="+mn-lt"/>
              </a:endParaRPr>
            </a:p>
          </p:txBody>
        </p:sp>
        <p:sp>
          <p:nvSpPr>
            <p:cNvPr id="342" name="任意多边形: 形状 341">
              <a:extLst>
                <a:ext uri="{FF2B5EF4-FFF2-40B4-BE49-F238E27FC236}">
                  <a16:creationId xmlns:a16="http://schemas.microsoft.com/office/drawing/2014/main" id="{6184B6E0-25C0-49C2-87CD-62351DE379BB}"/>
                </a:ext>
              </a:extLst>
            </p:cNvPr>
            <p:cNvSpPr/>
            <p:nvPr/>
          </p:nvSpPr>
          <p:spPr bwMode="auto">
            <a:xfrm>
              <a:off x="4898963" y="1845794"/>
              <a:ext cx="22263" cy="44525"/>
            </a:xfrm>
            <a:custGeom>
              <a:avLst/>
              <a:gdLst>
                <a:gd name="T0" fmla="*/ 0 w 15"/>
                <a:gd name="T1" fmla="*/ 7 h 30"/>
                <a:gd name="T2" fmla="*/ 3 w 15"/>
                <a:gd name="T3" fmla="*/ 18 h 30"/>
                <a:gd name="T4" fmla="*/ 9 w 15"/>
                <a:gd name="T5" fmla="*/ 24 h 30"/>
                <a:gd name="T6" fmla="*/ 11 w 15"/>
                <a:gd name="T7" fmla="*/ 26 h 30"/>
                <a:gd name="T8" fmla="*/ 15 w 15"/>
                <a:gd name="T9" fmla="*/ 30 h 30"/>
                <a:gd name="T10" fmla="*/ 15 w 15"/>
                <a:gd name="T11" fmla="*/ 30 h 30"/>
                <a:gd name="T12" fmla="*/ 11 w 15"/>
                <a:gd name="T13" fmla="*/ 25 h 30"/>
                <a:gd name="T14" fmla="*/ 9 w 15"/>
                <a:gd name="T15" fmla="*/ 24 h 30"/>
                <a:gd name="T16" fmla="*/ 3 w 15"/>
                <a:gd name="T17" fmla="*/ 18 h 30"/>
                <a:gd name="T18" fmla="*/ 0 w 15"/>
                <a:gd name="T19" fmla="*/ 7 h 30"/>
                <a:gd name="T20" fmla="*/ 0 w 15"/>
                <a:gd name="T21" fmla="*/ 0 h 30"/>
                <a:gd name="T22" fmla="*/ 0 w 15"/>
                <a:gd name="T23" fmla="*/ 0 h 30"/>
                <a:gd name="T24" fmla="*/ 0 w 15"/>
                <a:gd name="T25" fmla="*/ 0 h 30"/>
                <a:gd name="T26" fmla="*/ 0 w 15"/>
                <a:gd name="T2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5" h="30">
                  <a:moveTo>
                    <a:pt x="0" y="7"/>
                  </a:moveTo>
                  <a:cubicBezTo>
                    <a:pt x="0" y="11"/>
                    <a:pt x="0" y="16"/>
                    <a:pt x="3" y="18"/>
                  </a:cubicBezTo>
                  <a:cubicBezTo>
                    <a:pt x="5" y="20"/>
                    <a:pt x="7" y="22"/>
                    <a:pt x="9" y="24"/>
                  </a:cubicBezTo>
                  <a:cubicBezTo>
                    <a:pt x="10" y="25"/>
                    <a:pt x="10" y="25"/>
                    <a:pt x="11" y="26"/>
                  </a:cubicBezTo>
                  <a:cubicBezTo>
                    <a:pt x="12" y="27"/>
                    <a:pt x="14" y="29"/>
                    <a:pt x="15" y="30"/>
                  </a:cubicBezTo>
                  <a:cubicBezTo>
                    <a:pt x="15" y="30"/>
                    <a:pt x="15" y="30"/>
                    <a:pt x="15" y="30"/>
                  </a:cubicBezTo>
                  <a:cubicBezTo>
                    <a:pt x="14" y="29"/>
                    <a:pt x="12" y="27"/>
                    <a:pt x="11" y="25"/>
                  </a:cubicBezTo>
                  <a:cubicBezTo>
                    <a:pt x="10" y="25"/>
                    <a:pt x="10" y="24"/>
                    <a:pt x="9" y="24"/>
                  </a:cubicBezTo>
                  <a:cubicBezTo>
                    <a:pt x="7" y="22"/>
                    <a:pt x="5" y="20"/>
                    <a:pt x="3" y="18"/>
                  </a:cubicBezTo>
                  <a:cubicBezTo>
                    <a:pt x="0" y="15"/>
                    <a:pt x="0" y="11"/>
                    <a:pt x="0" y="7"/>
                  </a:cubicBezTo>
                  <a:moveTo>
                    <a:pt x="0" y="0"/>
                  </a:moveTo>
                  <a:cubicBezTo>
                    <a:pt x="0" y="0"/>
                    <a:pt x="0" y="0"/>
                    <a:pt x="0" y="0"/>
                  </a:cubicBezTo>
                  <a:cubicBezTo>
                    <a:pt x="0" y="0"/>
                    <a:pt x="0" y="0"/>
                    <a:pt x="0" y="0"/>
                  </a:cubicBezTo>
                  <a:cubicBezTo>
                    <a:pt x="0" y="0"/>
                    <a:pt x="0" y="0"/>
                    <a:pt x="0" y="0"/>
                  </a:cubicBezTo>
                </a:path>
              </a:pathLst>
            </a:custGeom>
            <a:solidFill>
              <a:srgbClr val="3F7EE8"/>
            </a:solidFill>
            <a:ln>
              <a:noFill/>
            </a:ln>
            <a:extLst>
              <a:ext uri="{91240B29-F687-4F45-9708-019B960494DF}">
                <a14:hiddenLine xmlns:a14="http://schemas.microsoft.com/office/drawing/2010/main" w="9525">
                  <a:solidFill>
                    <a:srgbClr val="000000"/>
                  </a:solidFill>
                  <a:round/>
                  <a:headEnd/>
                  <a:tailEnd/>
                </a14:hiddenLine>
              </a:ext>
            </a:extLst>
          </p:spPr>
          <p:txBody>
            <a:bodyPr wrap="square" lIns="91440" tIns="45720" rIns="91440" bIns="45720" anchor="ctr">
              <a:normAutofit fontScale="25000" lnSpcReduction="20000"/>
            </a:bodyPr>
            <a:lstStyle/>
            <a:p>
              <a:pPr algn="ctr"/>
              <a:endParaRPr>
                <a:cs typeface="+mn-ea"/>
                <a:sym typeface="+mn-lt"/>
              </a:endParaRPr>
            </a:p>
          </p:txBody>
        </p:sp>
        <p:sp>
          <p:nvSpPr>
            <p:cNvPr id="343" name="任意多边形: 形状 342">
              <a:extLst>
                <a:ext uri="{FF2B5EF4-FFF2-40B4-BE49-F238E27FC236}">
                  <a16:creationId xmlns:a16="http://schemas.microsoft.com/office/drawing/2014/main" id="{C52A2F01-CB65-438B-B786-B726A5673944}"/>
                </a:ext>
              </a:extLst>
            </p:cNvPr>
            <p:cNvSpPr/>
            <p:nvPr/>
          </p:nvSpPr>
          <p:spPr bwMode="auto">
            <a:xfrm>
              <a:off x="3987913" y="1758457"/>
              <a:ext cx="933313" cy="148988"/>
            </a:xfrm>
            <a:custGeom>
              <a:avLst/>
              <a:gdLst>
                <a:gd name="T0" fmla="*/ 269 w 638"/>
                <a:gd name="T1" fmla="*/ 0 h 102"/>
                <a:gd name="T2" fmla="*/ 0 w 638"/>
                <a:gd name="T3" fmla="*/ 30 h 102"/>
                <a:gd name="T4" fmla="*/ 0 w 638"/>
                <a:gd name="T5" fmla="*/ 33 h 102"/>
                <a:gd name="T6" fmla="*/ 0 w 638"/>
                <a:gd name="T7" fmla="*/ 33 h 102"/>
                <a:gd name="T8" fmla="*/ 12 w 638"/>
                <a:gd name="T9" fmla="*/ 33 h 102"/>
                <a:gd name="T10" fmla="*/ 112 w 638"/>
                <a:gd name="T11" fmla="*/ 54 h 102"/>
                <a:gd name="T12" fmla="*/ 188 w 638"/>
                <a:gd name="T13" fmla="*/ 75 h 102"/>
                <a:gd name="T14" fmla="*/ 526 w 638"/>
                <a:gd name="T15" fmla="*/ 94 h 102"/>
                <a:gd name="T16" fmla="*/ 561 w 638"/>
                <a:gd name="T17" fmla="*/ 101 h 102"/>
                <a:gd name="T18" fmla="*/ 580 w 638"/>
                <a:gd name="T19" fmla="*/ 102 h 102"/>
                <a:gd name="T20" fmla="*/ 638 w 638"/>
                <a:gd name="T21" fmla="*/ 90 h 102"/>
                <a:gd name="T22" fmla="*/ 634 w 638"/>
                <a:gd name="T23" fmla="*/ 86 h 102"/>
                <a:gd name="T24" fmla="*/ 632 w 638"/>
                <a:gd name="T25" fmla="*/ 84 h 102"/>
                <a:gd name="T26" fmla="*/ 626 w 638"/>
                <a:gd name="T27" fmla="*/ 78 h 102"/>
                <a:gd name="T28" fmla="*/ 623 w 638"/>
                <a:gd name="T29" fmla="*/ 67 h 102"/>
                <a:gd name="T30" fmla="*/ 623 w 638"/>
                <a:gd name="T31" fmla="*/ 60 h 102"/>
                <a:gd name="T32" fmla="*/ 623 w 638"/>
                <a:gd name="T33" fmla="*/ 60 h 102"/>
                <a:gd name="T34" fmla="*/ 368 w 638"/>
                <a:gd name="T35" fmla="*/ 7 h 102"/>
                <a:gd name="T36" fmla="*/ 269 w 638"/>
                <a:gd name="T37" fmla="*/ 0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638" h="102">
                  <a:moveTo>
                    <a:pt x="269" y="0"/>
                  </a:moveTo>
                  <a:cubicBezTo>
                    <a:pt x="138" y="0"/>
                    <a:pt x="0" y="30"/>
                    <a:pt x="0" y="30"/>
                  </a:cubicBezTo>
                  <a:cubicBezTo>
                    <a:pt x="0" y="33"/>
                    <a:pt x="0" y="33"/>
                    <a:pt x="0" y="33"/>
                  </a:cubicBezTo>
                  <a:cubicBezTo>
                    <a:pt x="0" y="33"/>
                    <a:pt x="0" y="33"/>
                    <a:pt x="0" y="33"/>
                  </a:cubicBezTo>
                  <a:cubicBezTo>
                    <a:pt x="4" y="33"/>
                    <a:pt x="8" y="33"/>
                    <a:pt x="12" y="33"/>
                  </a:cubicBezTo>
                  <a:cubicBezTo>
                    <a:pt x="44" y="33"/>
                    <a:pt x="80" y="38"/>
                    <a:pt x="112" y="54"/>
                  </a:cubicBezTo>
                  <a:cubicBezTo>
                    <a:pt x="112" y="54"/>
                    <a:pt x="157" y="75"/>
                    <a:pt x="188" y="75"/>
                  </a:cubicBezTo>
                  <a:cubicBezTo>
                    <a:pt x="218" y="75"/>
                    <a:pt x="467" y="77"/>
                    <a:pt x="526" y="94"/>
                  </a:cubicBezTo>
                  <a:cubicBezTo>
                    <a:pt x="537" y="97"/>
                    <a:pt x="549" y="100"/>
                    <a:pt x="561" y="101"/>
                  </a:cubicBezTo>
                  <a:cubicBezTo>
                    <a:pt x="567" y="102"/>
                    <a:pt x="573" y="102"/>
                    <a:pt x="580" y="102"/>
                  </a:cubicBezTo>
                  <a:cubicBezTo>
                    <a:pt x="600" y="102"/>
                    <a:pt x="619" y="98"/>
                    <a:pt x="638" y="90"/>
                  </a:cubicBezTo>
                  <a:cubicBezTo>
                    <a:pt x="637" y="89"/>
                    <a:pt x="635" y="87"/>
                    <a:pt x="634" y="86"/>
                  </a:cubicBezTo>
                  <a:cubicBezTo>
                    <a:pt x="633" y="85"/>
                    <a:pt x="633" y="85"/>
                    <a:pt x="632" y="84"/>
                  </a:cubicBezTo>
                  <a:cubicBezTo>
                    <a:pt x="630" y="82"/>
                    <a:pt x="628" y="80"/>
                    <a:pt x="626" y="78"/>
                  </a:cubicBezTo>
                  <a:cubicBezTo>
                    <a:pt x="623" y="76"/>
                    <a:pt x="623" y="71"/>
                    <a:pt x="623" y="67"/>
                  </a:cubicBezTo>
                  <a:cubicBezTo>
                    <a:pt x="623" y="63"/>
                    <a:pt x="623" y="60"/>
                    <a:pt x="623" y="60"/>
                  </a:cubicBezTo>
                  <a:cubicBezTo>
                    <a:pt x="623" y="60"/>
                    <a:pt x="623" y="60"/>
                    <a:pt x="623" y="60"/>
                  </a:cubicBezTo>
                  <a:cubicBezTo>
                    <a:pt x="621" y="59"/>
                    <a:pt x="513" y="32"/>
                    <a:pt x="368" y="7"/>
                  </a:cubicBezTo>
                  <a:cubicBezTo>
                    <a:pt x="337" y="2"/>
                    <a:pt x="303" y="0"/>
                    <a:pt x="269" y="0"/>
                  </a:cubicBezTo>
                </a:path>
              </a:pathLst>
            </a:custGeom>
            <a:solidFill>
              <a:srgbClr val="F1C74F"/>
            </a:solidFill>
            <a:ln>
              <a:noFill/>
            </a:ln>
            <a:extLst>
              <a:ext uri="{91240B29-F687-4F45-9708-019B960494DF}">
                <a14:hiddenLine xmlns:a14="http://schemas.microsoft.com/office/drawing/2010/main" w="9525">
                  <a:solidFill>
                    <a:srgbClr val="000000"/>
                  </a:solidFill>
                  <a:round/>
                  <a:headEnd/>
                  <a:tailEnd/>
                </a14:hiddenLine>
              </a:ext>
            </a:extLst>
          </p:spPr>
          <p:txBody>
            <a:bodyPr wrap="square" lIns="91440" tIns="45720" rIns="91440" bIns="45720" anchor="ctr">
              <a:normAutofit fontScale="25000" lnSpcReduction="20000"/>
            </a:bodyPr>
            <a:lstStyle/>
            <a:p>
              <a:pPr algn="ctr"/>
              <a:endParaRPr>
                <a:cs typeface="+mn-ea"/>
                <a:sym typeface="+mn-lt"/>
              </a:endParaRPr>
            </a:p>
          </p:txBody>
        </p:sp>
        <p:sp>
          <p:nvSpPr>
            <p:cNvPr id="344" name="任意多边形: 形状 343">
              <a:extLst>
                <a:ext uri="{FF2B5EF4-FFF2-40B4-BE49-F238E27FC236}">
                  <a16:creationId xmlns:a16="http://schemas.microsoft.com/office/drawing/2014/main" id="{F860A594-7581-4100-9451-DAB6ADA0B7B9}"/>
                </a:ext>
              </a:extLst>
            </p:cNvPr>
            <p:cNvSpPr/>
            <p:nvPr/>
          </p:nvSpPr>
          <p:spPr bwMode="auto">
            <a:xfrm>
              <a:off x="3835501" y="1835519"/>
              <a:ext cx="87338" cy="87338"/>
            </a:xfrm>
            <a:custGeom>
              <a:avLst/>
              <a:gdLst>
                <a:gd name="T0" fmla="*/ 60 w 60"/>
                <a:gd name="T1" fmla="*/ 0 h 60"/>
                <a:gd name="T2" fmla="*/ 51 w 60"/>
                <a:gd name="T3" fmla="*/ 1 h 60"/>
                <a:gd name="T4" fmla="*/ 18 w 60"/>
                <a:gd name="T5" fmla="*/ 3 h 60"/>
                <a:gd name="T6" fmla="*/ 18 w 60"/>
                <a:gd name="T7" fmla="*/ 3 h 60"/>
                <a:gd name="T8" fmla="*/ 2 w 60"/>
                <a:gd name="T9" fmla="*/ 53 h 60"/>
                <a:gd name="T10" fmla="*/ 7 w 60"/>
                <a:gd name="T11" fmla="*/ 60 h 60"/>
                <a:gd name="T12" fmla="*/ 59 w 60"/>
                <a:gd name="T13" fmla="*/ 7 h 60"/>
                <a:gd name="T14" fmla="*/ 60 w 60"/>
                <a:gd name="T15" fmla="*/ 0 h 6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0" h="60">
                  <a:moveTo>
                    <a:pt x="60" y="0"/>
                  </a:moveTo>
                  <a:cubicBezTo>
                    <a:pt x="57" y="0"/>
                    <a:pt x="54" y="1"/>
                    <a:pt x="51" y="1"/>
                  </a:cubicBezTo>
                  <a:cubicBezTo>
                    <a:pt x="38" y="2"/>
                    <a:pt x="27" y="3"/>
                    <a:pt x="18" y="3"/>
                  </a:cubicBezTo>
                  <a:cubicBezTo>
                    <a:pt x="18" y="3"/>
                    <a:pt x="18" y="3"/>
                    <a:pt x="18" y="3"/>
                  </a:cubicBezTo>
                  <a:cubicBezTo>
                    <a:pt x="8" y="13"/>
                    <a:pt x="0" y="28"/>
                    <a:pt x="2" y="53"/>
                  </a:cubicBezTo>
                  <a:cubicBezTo>
                    <a:pt x="3" y="56"/>
                    <a:pt x="5" y="58"/>
                    <a:pt x="7" y="60"/>
                  </a:cubicBezTo>
                  <a:cubicBezTo>
                    <a:pt x="2" y="31"/>
                    <a:pt x="28" y="15"/>
                    <a:pt x="59" y="7"/>
                  </a:cubicBezTo>
                  <a:cubicBezTo>
                    <a:pt x="59" y="5"/>
                    <a:pt x="59" y="2"/>
                    <a:pt x="60" y="0"/>
                  </a:cubicBezTo>
                </a:path>
              </a:pathLst>
            </a:custGeom>
            <a:solidFill>
              <a:srgbClr val="CDAA43"/>
            </a:solidFill>
            <a:ln>
              <a:noFill/>
            </a:ln>
            <a:extLst>
              <a:ext uri="{91240B29-F687-4F45-9708-019B960494DF}">
                <a14:hiddenLine xmlns:a14="http://schemas.microsoft.com/office/drawing/2010/main" w="9525">
                  <a:solidFill>
                    <a:srgbClr val="000000"/>
                  </a:solidFill>
                  <a:round/>
                  <a:headEnd/>
                  <a:tailEnd/>
                </a14:hiddenLine>
              </a:ext>
            </a:extLst>
          </p:spPr>
          <p:txBody>
            <a:bodyPr wrap="square" lIns="91440" tIns="45720" rIns="91440" bIns="45720" anchor="ctr">
              <a:normAutofit fontScale="25000" lnSpcReduction="20000"/>
            </a:bodyPr>
            <a:lstStyle/>
            <a:p>
              <a:pPr algn="ctr"/>
              <a:endParaRPr>
                <a:cs typeface="+mn-ea"/>
                <a:sym typeface="+mn-lt"/>
              </a:endParaRPr>
            </a:p>
          </p:txBody>
        </p:sp>
        <p:sp>
          <p:nvSpPr>
            <p:cNvPr id="345" name="任意多边形: 形状 344">
              <a:extLst>
                <a:ext uri="{FF2B5EF4-FFF2-40B4-BE49-F238E27FC236}">
                  <a16:creationId xmlns:a16="http://schemas.microsoft.com/office/drawing/2014/main" id="{BB3C7B77-0393-4910-ABBA-6F642370C046}"/>
                </a:ext>
              </a:extLst>
            </p:cNvPr>
            <p:cNvSpPr/>
            <p:nvPr/>
          </p:nvSpPr>
          <p:spPr bwMode="auto">
            <a:xfrm>
              <a:off x="4900676" y="1921144"/>
              <a:ext cx="0" cy="1713"/>
            </a:xfrm>
            <a:custGeom>
              <a:avLst/>
              <a:gdLst>
                <a:gd name="T0" fmla="*/ 0 h 2"/>
                <a:gd name="T1" fmla="*/ 0 h 2"/>
                <a:gd name="T2" fmla="*/ 2 h 2"/>
                <a:gd name="T3" fmla="*/ 1 h 2"/>
                <a:gd name="T4" fmla="*/ 0 h 2"/>
              </a:gdLst>
              <a:ahLst/>
              <a:cxnLst>
                <a:cxn ang="0">
                  <a:pos x="0" y="T0"/>
                </a:cxn>
                <a:cxn ang="0">
                  <a:pos x="0" y="T1"/>
                </a:cxn>
                <a:cxn ang="0">
                  <a:pos x="0" y="T2"/>
                </a:cxn>
                <a:cxn ang="0">
                  <a:pos x="0" y="T3"/>
                </a:cxn>
                <a:cxn ang="0">
                  <a:pos x="0" y="T4"/>
                </a:cxn>
              </a:cxnLst>
              <a:rect l="0" t="0" r="r" b="b"/>
              <a:pathLst>
                <a:path h="2">
                  <a:moveTo>
                    <a:pt x="0" y="0"/>
                  </a:moveTo>
                  <a:cubicBezTo>
                    <a:pt x="0" y="0"/>
                    <a:pt x="0" y="0"/>
                    <a:pt x="0" y="0"/>
                  </a:cubicBezTo>
                  <a:cubicBezTo>
                    <a:pt x="0" y="1"/>
                    <a:pt x="0" y="1"/>
                    <a:pt x="0" y="2"/>
                  </a:cubicBezTo>
                  <a:cubicBezTo>
                    <a:pt x="0" y="2"/>
                    <a:pt x="0" y="1"/>
                    <a:pt x="0" y="1"/>
                  </a:cubicBezTo>
                  <a:cubicBezTo>
                    <a:pt x="0" y="1"/>
                    <a:pt x="0" y="0"/>
                    <a:pt x="0" y="0"/>
                  </a:cubicBezTo>
                </a:path>
              </a:pathLst>
            </a:custGeom>
            <a:solidFill>
              <a:srgbClr val="3B77DB"/>
            </a:solidFill>
            <a:ln>
              <a:noFill/>
            </a:ln>
            <a:extLst>
              <a:ext uri="{91240B29-F687-4F45-9708-019B960494DF}">
                <a14:hiddenLine xmlns:a14="http://schemas.microsoft.com/office/drawing/2010/main" w="9525">
                  <a:solidFill>
                    <a:srgbClr val="000000"/>
                  </a:solidFill>
                  <a:round/>
                  <a:headEnd/>
                  <a:tailEnd/>
                </a14:hiddenLine>
              </a:ext>
            </a:extLst>
          </p:spPr>
          <p:txBody>
            <a:bodyPr wrap="square" lIns="91440" tIns="45720" rIns="91440" bIns="45720" anchor="ctr">
              <a:normAutofit fontScale="25000" lnSpcReduction="20000"/>
            </a:bodyPr>
            <a:lstStyle/>
            <a:p>
              <a:pPr algn="ctr"/>
              <a:endParaRPr>
                <a:cs typeface="+mn-ea"/>
                <a:sym typeface="+mn-lt"/>
              </a:endParaRPr>
            </a:p>
          </p:txBody>
        </p:sp>
        <p:sp>
          <p:nvSpPr>
            <p:cNvPr id="346" name="任意多边形: 形状 345">
              <a:extLst>
                <a:ext uri="{FF2B5EF4-FFF2-40B4-BE49-F238E27FC236}">
                  <a16:creationId xmlns:a16="http://schemas.microsoft.com/office/drawing/2014/main" id="{83F15EE5-7CC9-490A-9A9C-61BA71BDC4FD}"/>
                </a:ext>
              </a:extLst>
            </p:cNvPr>
            <p:cNvSpPr/>
            <p:nvPr/>
          </p:nvSpPr>
          <p:spPr bwMode="auto">
            <a:xfrm>
              <a:off x="3921126" y="1821819"/>
              <a:ext cx="979550" cy="121588"/>
            </a:xfrm>
            <a:custGeom>
              <a:avLst/>
              <a:gdLst>
                <a:gd name="T0" fmla="*/ 65 w 669"/>
                <a:gd name="T1" fmla="*/ 0 h 84"/>
                <a:gd name="T2" fmla="*/ 64 w 669"/>
                <a:gd name="T3" fmla="*/ 0 h 84"/>
                <a:gd name="T4" fmla="*/ 48 w 669"/>
                <a:gd name="T5" fmla="*/ 3 h 84"/>
                <a:gd name="T6" fmla="*/ 38 w 669"/>
                <a:gd name="T7" fmla="*/ 4 h 84"/>
                <a:gd name="T8" fmla="*/ 2 w 669"/>
                <a:gd name="T9" fmla="*/ 10 h 84"/>
                <a:gd name="T10" fmla="*/ 1 w 669"/>
                <a:gd name="T11" fmla="*/ 14 h 84"/>
                <a:gd name="T12" fmla="*/ 2 w 669"/>
                <a:gd name="T13" fmla="*/ 10 h 84"/>
                <a:gd name="T14" fmla="*/ 1 w 669"/>
                <a:gd name="T15" fmla="*/ 10 h 84"/>
                <a:gd name="T16" fmla="*/ 0 w 669"/>
                <a:gd name="T17" fmla="*/ 17 h 84"/>
                <a:gd name="T18" fmla="*/ 0 w 669"/>
                <a:gd name="T19" fmla="*/ 17 h 84"/>
                <a:gd name="T20" fmla="*/ 17 w 669"/>
                <a:gd name="T21" fmla="*/ 14 h 84"/>
                <a:gd name="T22" fmla="*/ 39 w 669"/>
                <a:gd name="T23" fmla="*/ 13 h 84"/>
                <a:gd name="T24" fmla="*/ 77 w 669"/>
                <a:gd name="T25" fmla="*/ 19 h 84"/>
                <a:gd name="T26" fmla="*/ 206 w 669"/>
                <a:gd name="T27" fmla="*/ 53 h 84"/>
                <a:gd name="T28" fmla="*/ 364 w 669"/>
                <a:gd name="T29" fmla="*/ 62 h 84"/>
                <a:gd name="T30" fmla="*/ 409 w 669"/>
                <a:gd name="T31" fmla="*/ 60 h 84"/>
                <a:gd name="T32" fmla="*/ 436 w 669"/>
                <a:gd name="T33" fmla="*/ 58 h 84"/>
                <a:gd name="T34" fmla="*/ 549 w 669"/>
                <a:gd name="T35" fmla="*/ 73 h 84"/>
                <a:gd name="T36" fmla="*/ 568 w 669"/>
                <a:gd name="T37" fmla="*/ 76 h 84"/>
                <a:gd name="T38" fmla="*/ 655 w 669"/>
                <a:gd name="T39" fmla="*/ 84 h 84"/>
                <a:gd name="T40" fmla="*/ 664 w 669"/>
                <a:gd name="T41" fmla="*/ 84 h 84"/>
                <a:gd name="T42" fmla="*/ 669 w 669"/>
                <a:gd name="T43" fmla="*/ 70 h 84"/>
                <a:gd name="T44" fmla="*/ 669 w 669"/>
                <a:gd name="T45" fmla="*/ 68 h 84"/>
                <a:gd name="T46" fmla="*/ 658 w 669"/>
                <a:gd name="T47" fmla="*/ 71 h 84"/>
                <a:gd name="T48" fmla="*/ 563 w 669"/>
                <a:gd name="T49" fmla="*/ 60 h 84"/>
                <a:gd name="T50" fmla="*/ 397 w 669"/>
                <a:gd name="T51" fmla="*/ 45 h 84"/>
                <a:gd name="T52" fmla="*/ 381 w 669"/>
                <a:gd name="T53" fmla="*/ 45 h 84"/>
                <a:gd name="T54" fmla="*/ 196 w 669"/>
                <a:gd name="T55" fmla="*/ 39 h 84"/>
                <a:gd name="T56" fmla="*/ 65 w 669"/>
                <a:gd name="T57" fmla="*/ 0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669" h="84">
                  <a:moveTo>
                    <a:pt x="65" y="0"/>
                  </a:moveTo>
                  <a:cubicBezTo>
                    <a:pt x="65" y="0"/>
                    <a:pt x="64" y="0"/>
                    <a:pt x="64" y="0"/>
                  </a:cubicBezTo>
                  <a:cubicBezTo>
                    <a:pt x="61" y="0"/>
                    <a:pt x="56" y="1"/>
                    <a:pt x="48" y="3"/>
                  </a:cubicBezTo>
                  <a:cubicBezTo>
                    <a:pt x="38" y="4"/>
                    <a:pt x="38" y="4"/>
                    <a:pt x="38" y="4"/>
                  </a:cubicBezTo>
                  <a:cubicBezTo>
                    <a:pt x="28" y="6"/>
                    <a:pt x="15" y="8"/>
                    <a:pt x="2" y="10"/>
                  </a:cubicBezTo>
                  <a:cubicBezTo>
                    <a:pt x="3" y="11"/>
                    <a:pt x="2" y="13"/>
                    <a:pt x="1" y="14"/>
                  </a:cubicBezTo>
                  <a:cubicBezTo>
                    <a:pt x="1" y="12"/>
                    <a:pt x="1" y="11"/>
                    <a:pt x="2" y="10"/>
                  </a:cubicBezTo>
                  <a:cubicBezTo>
                    <a:pt x="1" y="10"/>
                    <a:pt x="1" y="10"/>
                    <a:pt x="1" y="10"/>
                  </a:cubicBezTo>
                  <a:cubicBezTo>
                    <a:pt x="0" y="12"/>
                    <a:pt x="0" y="15"/>
                    <a:pt x="0" y="17"/>
                  </a:cubicBezTo>
                  <a:cubicBezTo>
                    <a:pt x="0" y="17"/>
                    <a:pt x="0" y="17"/>
                    <a:pt x="0" y="17"/>
                  </a:cubicBezTo>
                  <a:cubicBezTo>
                    <a:pt x="6" y="16"/>
                    <a:pt x="12" y="15"/>
                    <a:pt x="17" y="14"/>
                  </a:cubicBezTo>
                  <a:cubicBezTo>
                    <a:pt x="25" y="13"/>
                    <a:pt x="32" y="13"/>
                    <a:pt x="39" y="13"/>
                  </a:cubicBezTo>
                  <a:cubicBezTo>
                    <a:pt x="54" y="13"/>
                    <a:pt x="67" y="15"/>
                    <a:pt x="77" y="19"/>
                  </a:cubicBezTo>
                  <a:cubicBezTo>
                    <a:pt x="114" y="34"/>
                    <a:pt x="206" y="53"/>
                    <a:pt x="206" y="53"/>
                  </a:cubicBezTo>
                  <a:cubicBezTo>
                    <a:pt x="206" y="53"/>
                    <a:pt x="298" y="62"/>
                    <a:pt x="364" y="62"/>
                  </a:cubicBezTo>
                  <a:cubicBezTo>
                    <a:pt x="382" y="62"/>
                    <a:pt x="398" y="61"/>
                    <a:pt x="409" y="60"/>
                  </a:cubicBezTo>
                  <a:cubicBezTo>
                    <a:pt x="417" y="58"/>
                    <a:pt x="426" y="58"/>
                    <a:pt x="436" y="58"/>
                  </a:cubicBezTo>
                  <a:cubicBezTo>
                    <a:pt x="478" y="58"/>
                    <a:pt x="530" y="68"/>
                    <a:pt x="549" y="73"/>
                  </a:cubicBezTo>
                  <a:cubicBezTo>
                    <a:pt x="555" y="74"/>
                    <a:pt x="562" y="75"/>
                    <a:pt x="568" y="76"/>
                  </a:cubicBezTo>
                  <a:cubicBezTo>
                    <a:pt x="587" y="79"/>
                    <a:pt x="627" y="84"/>
                    <a:pt x="655" y="84"/>
                  </a:cubicBezTo>
                  <a:cubicBezTo>
                    <a:pt x="658" y="84"/>
                    <a:pt x="662" y="84"/>
                    <a:pt x="664" y="84"/>
                  </a:cubicBezTo>
                  <a:cubicBezTo>
                    <a:pt x="667" y="80"/>
                    <a:pt x="668" y="75"/>
                    <a:pt x="669" y="70"/>
                  </a:cubicBezTo>
                  <a:cubicBezTo>
                    <a:pt x="669" y="69"/>
                    <a:pt x="669" y="69"/>
                    <a:pt x="669" y="68"/>
                  </a:cubicBezTo>
                  <a:cubicBezTo>
                    <a:pt x="666" y="70"/>
                    <a:pt x="662" y="71"/>
                    <a:pt x="658" y="71"/>
                  </a:cubicBezTo>
                  <a:cubicBezTo>
                    <a:pt x="644" y="71"/>
                    <a:pt x="591" y="69"/>
                    <a:pt x="563" y="60"/>
                  </a:cubicBezTo>
                  <a:cubicBezTo>
                    <a:pt x="535" y="52"/>
                    <a:pt x="397" y="45"/>
                    <a:pt x="397" y="45"/>
                  </a:cubicBezTo>
                  <a:cubicBezTo>
                    <a:pt x="397" y="45"/>
                    <a:pt x="391" y="45"/>
                    <a:pt x="381" y="45"/>
                  </a:cubicBezTo>
                  <a:cubicBezTo>
                    <a:pt x="333" y="45"/>
                    <a:pt x="202" y="45"/>
                    <a:pt x="196" y="39"/>
                  </a:cubicBezTo>
                  <a:cubicBezTo>
                    <a:pt x="190" y="33"/>
                    <a:pt x="82" y="0"/>
                    <a:pt x="65" y="0"/>
                  </a:cubicBezTo>
                </a:path>
              </a:pathLst>
            </a:custGeom>
            <a:solidFill>
              <a:srgbClr val="7B5959"/>
            </a:solidFill>
            <a:ln>
              <a:noFill/>
            </a:ln>
            <a:extLst>
              <a:ext uri="{91240B29-F687-4F45-9708-019B960494DF}">
                <a14:hiddenLine xmlns:a14="http://schemas.microsoft.com/office/drawing/2010/main" w="9525">
                  <a:solidFill>
                    <a:srgbClr val="000000"/>
                  </a:solidFill>
                  <a:round/>
                  <a:headEnd/>
                  <a:tailEnd/>
                </a14:hiddenLine>
              </a:ext>
            </a:extLst>
          </p:spPr>
          <p:txBody>
            <a:bodyPr wrap="square" lIns="91440" tIns="45720" rIns="91440" bIns="45720" anchor="ctr">
              <a:normAutofit fontScale="25000" lnSpcReduction="20000"/>
            </a:bodyPr>
            <a:lstStyle/>
            <a:p>
              <a:pPr algn="ctr"/>
              <a:endParaRPr>
                <a:cs typeface="+mn-ea"/>
                <a:sym typeface="+mn-lt"/>
              </a:endParaRPr>
            </a:p>
          </p:txBody>
        </p:sp>
        <p:sp>
          <p:nvSpPr>
            <p:cNvPr id="347" name="任意多边形: 形状 346">
              <a:extLst>
                <a:ext uri="{FF2B5EF4-FFF2-40B4-BE49-F238E27FC236}">
                  <a16:creationId xmlns:a16="http://schemas.microsoft.com/office/drawing/2014/main" id="{41F1B81B-C22F-412D-9C21-137777FB6487}"/>
                </a:ext>
              </a:extLst>
            </p:cNvPr>
            <p:cNvSpPr/>
            <p:nvPr/>
          </p:nvSpPr>
          <p:spPr bwMode="auto">
            <a:xfrm>
              <a:off x="3922838" y="1835519"/>
              <a:ext cx="3425" cy="6850"/>
            </a:xfrm>
            <a:custGeom>
              <a:avLst/>
              <a:gdLst>
                <a:gd name="T0" fmla="*/ 1 w 2"/>
                <a:gd name="T1" fmla="*/ 0 h 4"/>
                <a:gd name="T2" fmla="*/ 1 w 2"/>
                <a:gd name="T3" fmla="*/ 0 h 4"/>
                <a:gd name="T4" fmla="*/ 0 w 2"/>
                <a:gd name="T5" fmla="*/ 4 h 4"/>
                <a:gd name="T6" fmla="*/ 1 w 2"/>
                <a:gd name="T7" fmla="*/ 0 h 4"/>
              </a:gdLst>
              <a:ahLst/>
              <a:cxnLst>
                <a:cxn ang="0">
                  <a:pos x="T0" y="T1"/>
                </a:cxn>
                <a:cxn ang="0">
                  <a:pos x="T2" y="T3"/>
                </a:cxn>
                <a:cxn ang="0">
                  <a:pos x="T4" y="T5"/>
                </a:cxn>
                <a:cxn ang="0">
                  <a:pos x="T6" y="T7"/>
                </a:cxn>
              </a:cxnLst>
              <a:rect l="0" t="0" r="r" b="b"/>
              <a:pathLst>
                <a:path w="2" h="4">
                  <a:moveTo>
                    <a:pt x="1" y="0"/>
                  </a:moveTo>
                  <a:cubicBezTo>
                    <a:pt x="1" y="0"/>
                    <a:pt x="1" y="0"/>
                    <a:pt x="1" y="0"/>
                  </a:cubicBezTo>
                  <a:cubicBezTo>
                    <a:pt x="0" y="1"/>
                    <a:pt x="0" y="2"/>
                    <a:pt x="0" y="4"/>
                  </a:cubicBezTo>
                  <a:cubicBezTo>
                    <a:pt x="1" y="3"/>
                    <a:pt x="2" y="1"/>
                    <a:pt x="1" y="0"/>
                  </a:cubicBezTo>
                </a:path>
              </a:pathLst>
            </a:custGeom>
            <a:solidFill>
              <a:srgbClr val="6E5050"/>
            </a:solidFill>
            <a:ln>
              <a:noFill/>
            </a:ln>
            <a:extLst>
              <a:ext uri="{91240B29-F687-4F45-9708-019B960494DF}">
                <a14:hiddenLine xmlns:a14="http://schemas.microsoft.com/office/drawing/2010/main" w="9525">
                  <a:solidFill>
                    <a:srgbClr val="000000"/>
                  </a:solidFill>
                  <a:round/>
                  <a:headEnd/>
                  <a:tailEnd/>
                </a14:hiddenLine>
              </a:ext>
            </a:extLst>
          </p:spPr>
          <p:txBody>
            <a:bodyPr wrap="square" lIns="91440" tIns="45720" rIns="91440" bIns="45720" anchor="ctr">
              <a:normAutofit fontScale="25000" lnSpcReduction="20000"/>
            </a:bodyPr>
            <a:lstStyle/>
            <a:p>
              <a:pPr algn="ctr"/>
              <a:endParaRPr>
                <a:cs typeface="+mn-ea"/>
                <a:sym typeface="+mn-lt"/>
              </a:endParaRPr>
            </a:p>
          </p:txBody>
        </p:sp>
        <p:sp>
          <p:nvSpPr>
            <p:cNvPr id="348" name="任意多边形: 形状 347">
              <a:extLst>
                <a:ext uri="{FF2B5EF4-FFF2-40B4-BE49-F238E27FC236}">
                  <a16:creationId xmlns:a16="http://schemas.microsoft.com/office/drawing/2014/main" id="{1A42A6FE-AFCA-46AF-9F3C-4E8697D1D788}"/>
                </a:ext>
              </a:extLst>
            </p:cNvPr>
            <p:cNvSpPr/>
            <p:nvPr/>
          </p:nvSpPr>
          <p:spPr bwMode="auto">
            <a:xfrm>
              <a:off x="4897251" y="1922857"/>
              <a:ext cx="3425" cy="20550"/>
            </a:xfrm>
            <a:custGeom>
              <a:avLst/>
              <a:gdLst>
                <a:gd name="T0" fmla="*/ 2 w 2"/>
                <a:gd name="T1" fmla="*/ 0 h 15"/>
                <a:gd name="T2" fmla="*/ 2 w 2"/>
                <a:gd name="T3" fmla="*/ 1 h 15"/>
                <a:gd name="T4" fmla="*/ 0 w 2"/>
                <a:gd name="T5" fmla="*/ 15 h 15"/>
                <a:gd name="T6" fmla="*/ 2 w 2"/>
                <a:gd name="T7" fmla="*/ 0 h 15"/>
              </a:gdLst>
              <a:ahLst/>
              <a:cxnLst>
                <a:cxn ang="0">
                  <a:pos x="T0" y="T1"/>
                </a:cxn>
                <a:cxn ang="0">
                  <a:pos x="T2" y="T3"/>
                </a:cxn>
                <a:cxn ang="0">
                  <a:pos x="T4" y="T5"/>
                </a:cxn>
                <a:cxn ang="0">
                  <a:pos x="T6" y="T7"/>
                </a:cxn>
              </a:cxnLst>
              <a:rect l="0" t="0" r="r" b="b"/>
              <a:pathLst>
                <a:path w="2" h="15">
                  <a:moveTo>
                    <a:pt x="2" y="0"/>
                  </a:moveTo>
                  <a:cubicBezTo>
                    <a:pt x="2" y="0"/>
                    <a:pt x="2" y="1"/>
                    <a:pt x="2" y="1"/>
                  </a:cubicBezTo>
                  <a:cubicBezTo>
                    <a:pt x="2" y="6"/>
                    <a:pt x="1" y="10"/>
                    <a:pt x="0" y="15"/>
                  </a:cubicBezTo>
                  <a:cubicBezTo>
                    <a:pt x="1" y="10"/>
                    <a:pt x="2" y="5"/>
                    <a:pt x="2" y="0"/>
                  </a:cubicBezTo>
                </a:path>
              </a:pathLst>
            </a:custGeom>
            <a:solidFill>
              <a:srgbClr val="356BC5"/>
            </a:solidFill>
            <a:ln>
              <a:noFill/>
            </a:ln>
            <a:extLst>
              <a:ext uri="{91240B29-F687-4F45-9708-019B960494DF}">
                <a14:hiddenLine xmlns:a14="http://schemas.microsoft.com/office/drawing/2010/main" w="9525">
                  <a:solidFill>
                    <a:srgbClr val="000000"/>
                  </a:solidFill>
                  <a:round/>
                  <a:headEnd/>
                  <a:tailEnd/>
                </a14:hiddenLine>
              </a:ext>
            </a:extLst>
          </p:spPr>
          <p:txBody>
            <a:bodyPr wrap="square" lIns="91440" tIns="45720" rIns="91440" bIns="45720" anchor="ctr">
              <a:normAutofit fontScale="25000" lnSpcReduction="20000"/>
            </a:bodyPr>
            <a:lstStyle/>
            <a:p>
              <a:pPr algn="ctr"/>
              <a:endParaRPr>
                <a:cs typeface="+mn-ea"/>
                <a:sym typeface="+mn-lt"/>
              </a:endParaRPr>
            </a:p>
          </p:txBody>
        </p:sp>
        <p:sp>
          <p:nvSpPr>
            <p:cNvPr id="349" name="任意多边形: 形状 348">
              <a:extLst>
                <a:ext uri="{FF2B5EF4-FFF2-40B4-BE49-F238E27FC236}">
                  <a16:creationId xmlns:a16="http://schemas.microsoft.com/office/drawing/2014/main" id="{AA261DED-F4B9-44F7-86E8-F61F39415882}"/>
                </a:ext>
              </a:extLst>
            </p:cNvPr>
            <p:cNvSpPr/>
            <p:nvPr/>
          </p:nvSpPr>
          <p:spPr bwMode="auto">
            <a:xfrm>
              <a:off x="4893826" y="1922857"/>
              <a:ext cx="6850" cy="20550"/>
            </a:xfrm>
            <a:custGeom>
              <a:avLst/>
              <a:gdLst>
                <a:gd name="T0" fmla="*/ 5 w 5"/>
                <a:gd name="T1" fmla="*/ 0 h 14"/>
                <a:gd name="T2" fmla="*/ 0 w 5"/>
                <a:gd name="T3" fmla="*/ 14 h 14"/>
                <a:gd name="T4" fmla="*/ 3 w 5"/>
                <a:gd name="T5" fmla="*/ 14 h 14"/>
                <a:gd name="T6" fmla="*/ 3 w 5"/>
                <a:gd name="T7" fmla="*/ 14 h 14"/>
                <a:gd name="T8" fmla="*/ 5 w 5"/>
                <a:gd name="T9" fmla="*/ 0 h 14"/>
              </a:gdLst>
              <a:ahLst/>
              <a:cxnLst>
                <a:cxn ang="0">
                  <a:pos x="T0" y="T1"/>
                </a:cxn>
                <a:cxn ang="0">
                  <a:pos x="T2" y="T3"/>
                </a:cxn>
                <a:cxn ang="0">
                  <a:pos x="T4" y="T5"/>
                </a:cxn>
                <a:cxn ang="0">
                  <a:pos x="T6" y="T7"/>
                </a:cxn>
                <a:cxn ang="0">
                  <a:pos x="T8" y="T9"/>
                </a:cxn>
              </a:cxnLst>
              <a:rect l="0" t="0" r="r" b="b"/>
              <a:pathLst>
                <a:path w="5" h="14">
                  <a:moveTo>
                    <a:pt x="5" y="0"/>
                  </a:moveTo>
                  <a:cubicBezTo>
                    <a:pt x="4" y="5"/>
                    <a:pt x="3" y="10"/>
                    <a:pt x="0" y="14"/>
                  </a:cubicBezTo>
                  <a:cubicBezTo>
                    <a:pt x="1" y="14"/>
                    <a:pt x="2" y="14"/>
                    <a:pt x="3" y="14"/>
                  </a:cubicBezTo>
                  <a:cubicBezTo>
                    <a:pt x="3" y="14"/>
                    <a:pt x="3" y="14"/>
                    <a:pt x="3" y="14"/>
                  </a:cubicBezTo>
                  <a:cubicBezTo>
                    <a:pt x="4" y="9"/>
                    <a:pt x="5" y="5"/>
                    <a:pt x="5" y="0"/>
                  </a:cubicBezTo>
                </a:path>
              </a:pathLst>
            </a:custGeom>
            <a:solidFill>
              <a:srgbClr val="6E5050"/>
            </a:solidFill>
            <a:ln>
              <a:noFill/>
            </a:ln>
            <a:extLst>
              <a:ext uri="{91240B29-F687-4F45-9708-019B960494DF}">
                <a14:hiddenLine xmlns:a14="http://schemas.microsoft.com/office/drawing/2010/main" w="9525">
                  <a:solidFill>
                    <a:srgbClr val="000000"/>
                  </a:solidFill>
                  <a:round/>
                  <a:headEnd/>
                  <a:tailEnd/>
                </a14:hiddenLine>
              </a:ext>
            </a:extLst>
          </p:spPr>
          <p:txBody>
            <a:bodyPr wrap="square" lIns="91440" tIns="45720" rIns="91440" bIns="45720" anchor="ctr">
              <a:normAutofit fontScale="25000" lnSpcReduction="20000"/>
            </a:bodyPr>
            <a:lstStyle/>
            <a:p>
              <a:pPr algn="ctr"/>
              <a:endParaRPr>
                <a:cs typeface="+mn-ea"/>
                <a:sym typeface="+mn-lt"/>
              </a:endParaRPr>
            </a:p>
          </p:txBody>
        </p:sp>
        <p:sp>
          <p:nvSpPr>
            <p:cNvPr id="350" name="任意多边形: 形状 349">
              <a:extLst>
                <a:ext uri="{FF2B5EF4-FFF2-40B4-BE49-F238E27FC236}">
                  <a16:creationId xmlns:a16="http://schemas.microsoft.com/office/drawing/2014/main" id="{3DBACBB7-83EF-4C21-95B2-387B33EE446C}"/>
                </a:ext>
              </a:extLst>
            </p:cNvPr>
            <p:cNvSpPr/>
            <p:nvPr/>
          </p:nvSpPr>
          <p:spPr bwMode="auto">
            <a:xfrm>
              <a:off x="3861188" y="1821819"/>
              <a:ext cx="1039488" cy="102750"/>
            </a:xfrm>
            <a:custGeom>
              <a:avLst/>
              <a:gdLst>
                <a:gd name="T0" fmla="*/ 106 w 710"/>
                <a:gd name="T1" fmla="*/ 0 h 71"/>
                <a:gd name="T2" fmla="*/ 105 w 710"/>
                <a:gd name="T3" fmla="*/ 0 h 71"/>
                <a:gd name="T4" fmla="*/ 89 w 710"/>
                <a:gd name="T5" fmla="*/ 3 h 71"/>
                <a:gd name="T6" fmla="*/ 89 w 710"/>
                <a:gd name="T7" fmla="*/ 3 h 71"/>
                <a:gd name="T8" fmla="*/ 79 w 710"/>
                <a:gd name="T9" fmla="*/ 4 h 71"/>
                <a:gd name="T10" fmla="*/ 79 w 710"/>
                <a:gd name="T11" fmla="*/ 4 h 71"/>
                <a:gd name="T12" fmla="*/ 33 w 710"/>
                <a:gd name="T13" fmla="*/ 11 h 71"/>
                <a:gd name="T14" fmla="*/ 0 w 710"/>
                <a:gd name="T15" fmla="*/ 13 h 71"/>
                <a:gd name="T16" fmla="*/ 0 w 710"/>
                <a:gd name="T17" fmla="*/ 13 h 71"/>
                <a:gd name="T18" fmla="*/ 0 w 710"/>
                <a:gd name="T19" fmla="*/ 13 h 71"/>
                <a:gd name="T20" fmla="*/ 0 w 710"/>
                <a:gd name="T21" fmla="*/ 13 h 71"/>
                <a:gd name="T22" fmla="*/ 33 w 710"/>
                <a:gd name="T23" fmla="*/ 11 h 71"/>
                <a:gd name="T24" fmla="*/ 42 w 710"/>
                <a:gd name="T25" fmla="*/ 10 h 71"/>
                <a:gd name="T26" fmla="*/ 43 w 710"/>
                <a:gd name="T27" fmla="*/ 10 h 71"/>
                <a:gd name="T28" fmla="*/ 43 w 710"/>
                <a:gd name="T29" fmla="*/ 10 h 71"/>
                <a:gd name="T30" fmla="*/ 79 w 710"/>
                <a:gd name="T31" fmla="*/ 4 h 71"/>
                <a:gd name="T32" fmla="*/ 89 w 710"/>
                <a:gd name="T33" fmla="*/ 3 h 71"/>
                <a:gd name="T34" fmla="*/ 105 w 710"/>
                <a:gd name="T35" fmla="*/ 0 h 71"/>
                <a:gd name="T36" fmla="*/ 106 w 710"/>
                <a:gd name="T37" fmla="*/ 0 h 71"/>
                <a:gd name="T38" fmla="*/ 237 w 710"/>
                <a:gd name="T39" fmla="*/ 39 h 71"/>
                <a:gd name="T40" fmla="*/ 422 w 710"/>
                <a:gd name="T41" fmla="*/ 45 h 71"/>
                <a:gd name="T42" fmla="*/ 438 w 710"/>
                <a:gd name="T43" fmla="*/ 45 h 71"/>
                <a:gd name="T44" fmla="*/ 604 w 710"/>
                <a:gd name="T45" fmla="*/ 60 h 71"/>
                <a:gd name="T46" fmla="*/ 699 w 710"/>
                <a:gd name="T47" fmla="*/ 71 h 71"/>
                <a:gd name="T48" fmla="*/ 710 w 710"/>
                <a:gd name="T49" fmla="*/ 68 h 71"/>
                <a:gd name="T50" fmla="*/ 710 w 710"/>
                <a:gd name="T51" fmla="*/ 68 h 71"/>
                <a:gd name="T52" fmla="*/ 710 w 710"/>
                <a:gd name="T53" fmla="*/ 68 h 71"/>
                <a:gd name="T54" fmla="*/ 699 w 710"/>
                <a:gd name="T55" fmla="*/ 71 h 71"/>
                <a:gd name="T56" fmla="*/ 604 w 710"/>
                <a:gd name="T57" fmla="*/ 60 h 71"/>
                <a:gd name="T58" fmla="*/ 438 w 710"/>
                <a:gd name="T59" fmla="*/ 45 h 71"/>
                <a:gd name="T60" fmla="*/ 422 w 710"/>
                <a:gd name="T61" fmla="*/ 45 h 71"/>
                <a:gd name="T62" fmla="*/ 237 w 710"/>
                <a:gd name="T63" fmla="*/ 39 h 71"/>
                <a:gd name="T64" fmla="*/ 106 w 710"/>
                <a:gd name="T65" fmla="*/ 0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710" h="71">
                  <a:moveTo>
                    <a:pt x="106" y="0"/>
                  </a:moveTo>
                  <a:cubicBezTo>
                    <a:pt x="106" y="0"/>
                    <a:pt x="105" y="0"/>
                    <a:pt x="105" y="0"/>
                  </a:cubicBezTo>
                  <a:cubicBezTo>
                    <a:pt x="102" y="0"/>
                    <a:pt x="97" y="1"/>
                    <a:pt x="89" y="3"/>
                  </a:cubicBezTo>
                  <a:cubicBezTo>
                    <a:pt x="89" y="3"/>
                    <a:pt x="89" y="3"/>
                    <a:pt x="89" y="3"/>
                  </a:cubicBezTo>
                  <a:cubicBezTo>
                    <a:pt x="79" y="4"/>
                    <a:pt x="79" y="4"/>
                    <a:pt x="79" y="4"/>
                  </a:cubicBezTo>
                  <a:cubicBezTo>
                    <a:pt x="79" y="4"/>
                    <a:pt x="79" y="4"/>
                    <a:pt x="79" y="4"/>
                  </a:cubicBezTo>
                  <a:cubicBezTo>
                    <a:pt x="63" y="4"/>
                    <a:pt x="48" y="7"/>
                    <a:pt x="33" y="11"/>
                  </a:cubicBezTo>
                  <a:cubicBezTo>
                    <a:pt x="20" y="12"/>
                    <a:pt x="9" y="13"/>
                    <a:pt x="0" y="13"/>
                  </a:cubicBezTo>
                  <a:cubicBezTo>
                    <a:pt x="0" y="13"/>
                    <a:pt x="0" y="13"/>
                    <a:pt x="0" y="13"/>
                  </a:cubicBezTo>
                  <a:cubicBezTo>
                    <a:pt x="0" y="13"/>
                    <a:pt x="0" y="13"/>
                    <a:pt x="0" y="13"/>
                  </a:cubicBezTo>
                  <a:cubicBezTo>
                    <a:pt x="0" y="13"/>
                    <a:pt x="0" y="13"/>
                    <a:pt x="0" y="13"/>
                  </a:cubicBezTo>
                  <a:cubicBezTo>
                    <a:pt x="9" y="13"/>
                    <a:pt x="20" y="12"/>
                    <a:pt x="33" y="11"/>
                  </a:cubicBezTo>
                  <a:cubicBezTo>
                    <a:pt x="36" y="11"/>
                    <a:pt x="39" y="10"/>
                    <a:pt x="42" y="10"/>
                  </a:cubicBezTo>
                  <a:cubicBezTo>
                    <a:pt x="42" y="10"/>
                    <a:pt x="42" y="10"/>
                    <a:pt x="43" y="10"/>
                  </a:cubicBezTo>
                  <a:cubicBezTo>
                    <a:pt x="43" y="10"/>
                    <a:pt x="43" y="10"/>
                    <a:pt x="43" y="10"/>
                  </a:cubicBezTo>
                  <a:cubicBezTo>
                    <a:pt x="56" y="8"/>
                    <a:pt x="69" y="6"/>
                    <a:pt x="79" y="4"/>
                  </a:cubicBezTo>
                  <a:cubicBezTo>
                    <a:pt x="89" y="3"/>
                    <a:pt x="89" y="3"/>
                    <a:pt x="89" y="3"/>
                  </a:cubicBezTo>
                  <a:cubicBezTo>
                    <a:pt x="97" y="1"/>
                    <a:pt x="102" y="0"/>
                    <a:pt x="105" y="0"/>
                  </a:cubicBezTo>
                  <a:cubicBezTo>
                    <a:pt x="105" y="0"/>
                    <a:pt x="106" y="0"/>
                    <a:pt x="106" y="0"/>
                  </a:cubicBezTo>
                  <a:cubicBezTo>
                    <a:pt x="123" y="0"/>
                    <a:pt x="231" y="33"/>
                    <a:pt x="237" y="39"/>
                  </a:cubicBezTo>
                  <a:cubicBezTo>
                    <a:pt x="243" y="45"/>
                    <a:pt x="374" y="45"/>
                    <a:pt x="422" y="45"/>
                  </a:cubicBezTo>
                  <a:cubicBezTo>
                    <a:pt x="432" y="45"/>
                    <a:pt x="438" y="45"/>
                    <a:pt x="438" y="45"/>
                  </a:cubicBezTo>
                  <a:cubicBezTo>
                    <a:pt x="438" y="45"/>
                    <a:pt x="576" y="52"/>
                    <a:pt x="604" y="60"/>
                  </a:cubicBezTo>
                  <a:cubicBezTo>
                    <a:pt x="632" y="69"/>
                    <a:pt x="685" y="71"/>
                    <a:pt x="699" y="71"/>
                  </a:cubicBezTo>
                  <a:cubicBezTo>
                    <a:pt x="703" y="71"/>
                    <a:pt x="707" y="70"/>
                    <a:pt x="710" y="68"/>
                  </a:cubicBezTo>
                  <a:cubicBezTo>
                    <a:pt x="710" y="68"/>
                    <a:pt x="710" y="68"/>
                    <a:pt x="710" y="68"/>
                  </a:cubicBezTo>
                  <a:cubicBezTo>
                    <a:pt x="710" y="68"/>
                    <a:pt x="710" y="68"/>
                    <a:pt x="710" y="68"/>
                  </a:cubicBezTo>
                  <a:cubicBezTo>
                    <a:pt x="707" y="70"/>
                    <a:pt x="703" y="71"/>
                    <a:pt x="699" y="71"/>
                  </a:cubicBezTo>
                  <a:cubicBezTo>
                    <a:pt x="685" y="71"/>
                    <a:pt x="632" y="69"/>
                    <a:pt x="604" y="60"/>
                  </a:cubicBezTo>
                  <a:cubicBezTo>
                    <a:pt x="576" y="52"/>
                    <a:pt x="438" y="45"/>
                    <a:pt x="438" y="45"/>
                  </a:cubicBezTo>
                  <a:cubicBezTo>
                    <a:pt x="438" y="45"/>
                    <a:pt x="432" y="45"/>
                    <a:pt x="422" y="45"/>
                  </a:cubicBezTo>
                  <a:cubicBezTo>
                    <a:pt x="374" y="45"/>
                    <a:pt x="243" y="45"/>
                    <a:pt x="237" y="39"/>
                  </a:cubicBezTo>
                  <a:cubicBezTo>
                    <a:pt x="231" y="33"/>
                    <a:pt x="123" y="0"/>
                    <a:pt x="106" y="0"/>
                  </a:cubicBezTo>
                </a:path>
              </a:pathLst>
            </a:custGeom>
            <a:solidFill>
              <a:srgbClr val="E4BD4B"/>
            </a:solidFill>
            <a:ln>
              <a:noFill/>
            </a:ln>
            <a:extLst>
              <a:ext uri="{91240B29-F687-4F45-9708-019B960494DF}">
                <a14:hiddenLine xmlns:a14="http://schemas.microsoft.com/office/drawing/2010/main" w="9525">
                  <a:solidFill>
                    <a:srgbClr val="000000"/>
                  </a:solidFill>
                  <a:round/>
                  <a:headEnd/>
                  <a:tailEnd/>
                </a14:hiddenLine>
              </a:ext>
            </a:extLst>
          </p:spPr>
          <p:txBody>
            <a:bodyPr wrap="square" lIns="91440" tIns="45720" rIns="91440" bIns="45720" anchor="ctr">
              <a:normAutofit fontScale="25000" lnSpcReduction="20000"/>
            </a:bodyPr>
            <a:lstStyle/>
            <a:p>
              <a:pPr algn="ctr"/>
              <a:endParaRPr>
                <a:cs typeface="+mn-ea"/>
                <a:sym typeface="+mn-lt"/>
              </a:endParaRPr>
            </a:p>
          </p:txBody>
        </p:sp>
        <p:sp>
          <p:nvSpPr>
            <p:cNvPr id="351" name="任意多边形: 形状 350">
              <a:extLst>
                <a:ext uri="{FF2B5EF4-FFF2-40B4-BE49-F238E27FC236}">
                  <a16:creationId xmlns:a16="http://schemas.microsoft.com/office/drawing/2014/main" id="{C6512703-3D43-4B23-A32A-9B21CB5594DE}"/>
                </a:ext>
              </a:extLst>
            </p:cNvPr>
            <p:cNvSpPr/>
            <p:nvPr/>
          </p:nvSpPr>
          <p:spPr bwMode="auto">
            <a:xfrm>
              <a:off x="4921226" y="1890319"/>
              <a:ext cx="5138" cy="6850"/>
            </a:xfrm>
            <a:custGeom>
              <a:avLst/>
              <a:gdLst>
                <a:gd name="T0" fmla="*/ 0 w 4"/>
                <a:gd name="T1" fmla="*/ 0 h 5"/>
                <a:gd name="T2" fmla="*/ 0 w 4"/>
                <a:gd name="T3" fmla="*/ 0 h 5"/>
                <a:gd name="T4" fmla="*/ 0 w 4"/>
                <a:gd name="T5" fmla="*/ 0 h 5"/>
                <a:gd name="T6" fmla="*/ 1 w 4"/>
                <a:gd name="T7" fmla="*/ 1 h 5"/>
                <a:gd name="T8" fmla="*/ 2 w 4"/>
                <a:gd name="T9" fmla="*/ 2 h 5"/>
                <a:gd name="T10" fmla="*/ 4 w 4"/>
                <a:gd name="T11" fmla="*/ 5 h 5"/>
                <a:gd name="T12" fmla="*/ 4 w 4"/>
                <a:gd name="T13" fmla="*/ 5 h 5"/>
                <a:gd name="T14" fmla="*/ 2 w 4"/>
                <a:gd name="T15" fmla="*/ 2 h 5"/>
                <a:gd name="T16" fmla="*/ 1 w 4"/>
                <a:gd name="T17" fmla="*/ 1 h 5"/>
                <a:gd name="T18" fmla="*/ 0 w 4"/>
                <a:gd name="T19" fmla="*/ 0 h 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 h="5">
                  <a:moveTo>
                    <a:pt x="0" y="0"/>
                  </a:moveTo>
                  <a:cubicBezTo>
                    <a:pt x="0" y="0"/>
                    <a:pt x="0" y="0"/>
                    <a:pt x="0" y="0"/>
                  </a:cubicBezTo>
                  <a:cubicBezTo>
                    <a:pt x="0" y="0"/>
                    <a:pt x="0" y="0"/>
                    <a:pt x="0" y="0"/>
                  </a:cubicBezTo>
                  <a:cubicBezTo>
                    <a:pt x="1" y="1"/>
                    <a:pt x="1" y="1"/>
                    <a:pt x="1" y="1"/>
                  </a:cubicBezTo>
                  <a:cubicBezTo>
                    <a:pt x="1" y="1"/>
                    <a:pt x="1" y="1"/>
                    <a:pt x="2" y="2"/>
                  </a:cubicBezTo>
                  <a:cubicBezTo>
                    <a:pt x="4" y="5"/>
                    <a:pt x="4" y="5"/>
                    <a:pt x="4" y="5"/>
                  </a:cubicBezTo>
                  <a:cubicBezTo>
                    <a:pt x="4" y="5"/>
                    <a:pt x="4" y="5"/>
                    <a:pt x="4" y="5"/>
                  </a:cubicBezTo>
                  <a:cubicBezTo>
                    <a:pt x="2" y="2"/>
                    <a:pt x="2" y="2"/>
                    <a:pt x="2" y="2"/>
                  </a:cubicBezTo>
                  <a:cubicBezTo>
                    <a:pt x="1" y="1"/>
                    <a:pt x="1" y="1"/>
                    <a:pt x="1" y="1"/>
                  </a:cubicBezTo>
                  <a:cubicBezTo>
                    <a:pt x="0" y="0"/>
                    <a:pt x="0" y="0"/>
                    <a:pt x="0" y="0"/>
                  </a:cubicBezTo>
                </a:path>
              </a:pathLst>
            </a:custGeom>
            <a:solidFill>
              <a:srgbClr val="3B77DB"/>
            </a:solidFill>
            <a:ln>
              <a:noFill/>
            </a:ln>
            <a:extLst>
              <a:ext uri="{91240B29-F687-4F45-9708-019B960494DF}">
                <a14:hiddenLine xmlns:a14="http://schemas.microsoft.com/office/drawing/2010/main" w="9525">
                  <a:solidFill>
                    <a:srgbClr val="000000"/>
                  </a:solidFill>
                  <a:round/>
                  <a:headEnd/>
                  <a:tailEnd/>
                </a14:hiddenLine>
              </a:ext>
            </a:extLst>
          </p:spPr>
          <p:txBody>
            <a:bodyPr wrap="square" lIns="91440" tIns="45720" rIns="91440" bIns="45720" anchor="ctr">
              <a:normAutofit fontScale="25000" lnSpcReduction="20000"/>
            </a:bodyPr>
            <a:lstStyle/>
            <a:p>
              <a:pPr algn="ctr"/>
              <a:endParaRPr>
                <a:cs typeface="+mn-ea"/>
                <a:sym typeface="+mn-lt"/>
              </a:endParaRPr>
            </a:p>
          </p:txBody>
        </p:sp>
        <p:sp>
          <p:nvSpPr>
            <p:cNvPr id="352" name="任意多边形: 形状 351">
              <a:extLst>
                <a:ext uri="{FF2B5EF4-FFF2-40B4-BE49-F238E27FC236}">
                  <a16:creationId xmlns:a16="http://schemas.microsoft.com/office/drawing/2014/main" id="{B9DB6707-7605-4D32-BE64-0AFFC695C71B}"/>
                </a:ext>
              </a:extLst>
            </p:cNvPr>
            <p:cNvSpPr/>
            <p:nvPr/>
          </p:nvSpPr>
          <p:spPr bwMode="auto">
            <a:xfrm>
              <a:off x="3847488" y="1806407"/>
              <a:ext cx="142138" cy="34250"/>
            </a:xfrm>
            <a:custGeom>
              <a:avLst/>
              <a:gdLst>
                <a:gd name="T0" fmla="*/ 95 w 97"/>
                <a:gd name="T1" fmla="*/ 0 h 23"/>
                <a:gd name="T2" fmla="*/ 13 w 97"/>
                <a:gd name="T3" fmla="*/ 13 h 23"/>
                <a:gd name="T4" fmla="*/ 0 w 97"/>
                <a:gd name="T5" fmla="*/ 19 h 23"/>
                <a:gd name="T6" fmla="*/ 0 w 97"/>
                <a:gd name="T7" fmla="*/ 22 h 23"/>
                <a:gd name="T8" fmla="*/ 9 w 97"/>
                <a:gd name="T9" fmla="*/ 23 h 23"/>
                <a:gd name="T10" fmla="*/ 10 w 97"/>
                <a:gd name="T11" fmla="*/ 23 h 23"/>
                <a:gd name="T12" fmla="*/ 13 w 97"/>
                <a:gd name="T13" fmla="*/ 22 h 23"/>
                <a:gd name="T14" fmla="*/ 54 w 97"/>
                <a:gd name="T15" fmla="*/ 13 h 23"/>
                <a:gd name="T16" fmla="*/ 61 w 97"/>
                <a:gd name="T17" fmla="*/ 12 h 23"/>
                <a:gd name="T18" fmla="*/ 97 w 97"/>
                <a:gd name="T19" fmla="*/ 9 h 23"/>
                <a:gd name="T20" fmla="*/ 95 w 97"/>
                <a:gd name="T21" fmla="*/ 0 h 23"/>
                <a:gd name="T22" fmla="*/ 95 w 97"/>
                <a:gd name="T23" fmla="*/ 0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97" h="23">
                  <a:moveTo>
                    <a:pt x="95" y="0"/>
                  </a:moveTo>
                  <a:cubicBezTo>
                    <a:pt x="67" y="1"/>
                    <a:pt x="40" y="5"/>
                    <a:pt x="13" y="13"/>
                  </a:cubicBezTo>
                  <a:cubicBezTo>
                    <a:pt x="8" y="14"/>
                    <a:pt x="4" y="17"/>
                    <a:pt x="0" y="19"/>
                  </a:cubicBezTo>
                  <a:cubicBezTo>
                    <a:pt x="0" y="22"/>
                    <a:pt x="0" y="22"/>
                    <a:pt x="0" y="22"/>
                  </a:cubicBezTo>
                  <a:cubicBezTo>
                    <a:pt x="2" y="23"/>
                    <a:pt x="5" y="23"/>
                    <a:pt x="9" y="23"/>
                  </a:cubicBezTo>
                  <a:cubicBezTo>
                    <a:pt x="10" y="23"/>
                    <a:pt x="10" y="23"/>
                    <a:pt x="10" y="23"/>
                  </a:cubicBezTo>
                  <a:cubicBezTo>
                    <a:pt x="13" y="22"/>
                    <a:pt x="13" y="22"/>
                    <a:pt x="13" y="22"/>
                  </a:cubicBezTo>
                  <a:cubicBezTo>
                    <a:pt x="26" y="18"/>
                    <a:pt x="40" y="15"/>
                    <a:pt x="54" y="13"/>
                  </a:cubicBezTo>
                  <a:cubicBezTo>
                    <a:pt x="57" y="12"/>
                    <a:pt x="59" y="12"/>
                    <a:pt x="61" y="12"/>
                  </a:cubicBezTo>
                  <a:cubicBezTo>
                    <a:pt x="72" y="10"/>
                    <a:pt x="84" y="9"/>
                    <a:pt x="97" y="9"/>
                  </a:cubicBezTo>
                  <a:cubicBezTo>
                    <a:pt x="95" y="0"/>
                    <a:pt x="95" y="0"/>
                    <a:pt x="95" y="0"/>
                  </a:cubicBezTo>
                  <a:cubicBezTo>
                    <a:pt x="95" y="0"/>
                    <a:pt x="95" y="0"/>
                    <a:pt x="95" y="0"/>
                  </a:cubicBezTo>
                </a:path>
              </a:pathLst>
            </a:custGeom>
            <a:solidFill>
              <a:srgbClr val="E4BD4B"/>
            </a:solidFill>
            <a:ln>
              <a:noFill/>
            </a:ln>
            <a:extLst>
              <a:ext uri="{91240B29-F687-4F45-9708-019B960494DF}">
                <a14:hiddenLine xmlns:a14="http://schemas.microsoft.com/office/drawing/2010/main" w="9525">
                  <a:solidFill>
                    <a:srgbClr val="000000"/>
                  </a:solidFill>
                  <a:round/>
                  <a:headEnd/>
                  <a:tailEnd/>
                </a14:hiddenLine>
              </a:ext>
            </a:extLst>
          </p:spPr>
          <p:txBody>
            <a:bodyPr wrap="square" lIns="91440" tIns="45720" rIns="91440" bIns="45720" anchor="ctr">
              <a:normAutofit fontScale="25000" lnSpcReduction="20000"/>
            </a:bodyPr>
            <a:lstStyle/>
            <a:p>
              <a:pPr algn="ctr"/>
              <a:endParaRPr>
                <a:cs typeface="+mn-ea"/>
                <a:sym typeface="+mn-lt"/>
              </a:endParaRPr>
            </a:p>
          </p:txBody>
        </p:sp>
        <p:sp>
          <p:nvSpPr>
            <p:cNvPr id="353" name="任意多边形: 形状 352">
              <a:extLst>
                <a:ext uri="{FF2B5EF4-FFF2-40B4-BE49-F238E27FC236}">
                  <a16:creationId xmlns:a16="http://schemas.microsoft.com/office/drawing/2014/main" id="{B058C7D8-DE18-4C3B-8C6C-64473F8CEBC1}"/>
                </a:ext>
              </a:extLst>
            </p:cNvPr>
            <p:cNvSpPr/>
            <p:nvPr/>
          </p:nvSpPr>
          <p:spPr bwMode="auto">
            <a:xfrm>
              <a:off x="4921226" y="1890319"/>
              <a:ext cx="5138" cy="6850"/>
            </a:xfrm>
            <a:custGeom>
              <a:avLst/>
              <a:gdLst>
                <a:gd name="T0" fmla="*/ 0 w 4"/>
                <a:gd name="T1" fmla="*/ 0 h 5"/>
                <a:gd name="T2" fmla="*/ 0 w 4"/>
                <a:gd name="T3" fmla="*/ 0 h 5"/>
                <a:gd name="T4" fmla="*/ 0 w 4"/>
                <a:gd name="T5" fmla="*/ 1 h 5"/>
                <a:gd name="T6" fmla="*/ 1 w 4"/>
                <a:gd name="T7" fmla="*/ 1 h 5"/>
                <a:gd name="T8" fmla="*/ 2 w 4"/>
                <a:gd name="T9" fmla="*/ 2 h 5"/>
                <a:gd name="T10" fmla="*/ 4 w 4"/>
                <a:gd name="T11" fmla="*/ 5 h 5"/>
                <a:gd name="T12" fmla="*/ 4 w 4"/>
                <a:gd name="T13" fmla="*/ 5 h 5"/>
                <a:gd name="T14" fmla="*/ 2 w 4"/>
                <a:gd name="T15" fmla="*/ 2 h 5"/>
                <a:gd name="T16" fmla="*/ 1 w 4"/>
                <a:gd name="T17" fmla="*/ 1 h 5"/>
                <a:gd name="T18" fmla="*/ 0 w 4"/>
                <a:gd name="T19" fmla="*/ 0 h 5"/>
                <a:gd name="T20" fmla="*/ 0 w 4"/>
                <a:gd name="T21" fmla="*/ 0 h 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 h="5">
                  <a:moveTo>
                    <a:pt x="0" y="0"/>
                  </a:moveTo>
                  <a:cubicBezTo>
                    <a:pt x="0" y="0"/>
                    <a:pt x="0" y="0"/>
                    <a:pt x="0" y="0"/>
                  </a:cubicBezTo>
                  <a:cubicBezTo>
                    <a:pt x="0" y="0"/>
                    <a:pt x="0" y="0"/>
                    <a:pt x="0" y="1"/>
                  </a:cubicBezTo>
                  <a:cubicBezTo>
                    <a:pt x="1" y="1"/>
                    <a:pt x="1" y="1"/>
                    <a:pt x="1" y="1"/>
                  </a:cubicBezTo>
                  <a:cubicBezTo>
                    <a:pt x="1" y="1"/>
                    <a:pt x="1" y="2"/>
                    <a:pt x="2" y="2"/>
                  </a:cubicBezTo>
                  <a:cubicBezTo>
                    <a:pt x="4" y="5"/>
                    <a:pt x="4" y="5"/>
                    <a:pt x="4" y="5"/>
                  </a:cubicBezTo>
                  <a:cubicBezTo>
                    <a:pt x="4" y="5"/>
                    <a:pt x="4" y="5"/>
                    <a:pt x="4" y="5"/>
                  </a:cubicBezTo>
                  <a:cubicBezTo>
                    <a:pt x="2" y="2"/>
                    <a:pt x="2" y="2"/>
                    <a:pt x="2" y="2"/>
                  </a:cubicBezTo>
                  <a:cubicBezTo>
                    <a:pt x="1" y="1"/>
                    <a:pt x="1" y="1"/>
                    <a:pt x="1" y="1"/>
                  </a:cubicBezTo>
                  <a:cubicBezTo>
                    <a:pt x="0" y="0"/>
                    <a:pt x="0" y="0"/>
                    <a:pt x="0" y="0"/>
                  </a:cubicBezTo>
                  <a:cubicBezTo>
                    <a:pt x="0" y="0"/>
                    <a:pt x="0" y="0"/>
                    <a:pt x="0" y="0"/>
                  </a:cubicBezTo>
                </a:path>
              </a:pathLst>
            </a:custGeom>
            <a:solidFill>
              <a:srgbClr val="3971D0"/>
            </a:solidFill>
            <a:ln>
              <a:noFill/>
            </a:ln>
            <a:extLst>
              <a:ext uri="{91240B29-F687-4F45-9708-019B960494DF}">
                <a14:hiddenLine xmlns:a14="http://schemas.microsoft.com/office/drawing/2010/main" w="9525">
                  <a:solidFill>
                    <a:srgbClr val="000000"/>
                  </a:solidFill>
                  <a:round/>
                  <a:headEnd/>
                  <a:tailEnd/>
                </a14:hiddenLine>
              </a:ext>
            </a:extLst>
          </p:spPr>
          <p:txBody>
            <a:bodyPr wrap="square" lIns="91440" tIns="45720" rIns="91440" bIns="45720" anchor="ctr">
              <a:normAutofit fontScale="25000" lnSpcReduction="20000"/>
            </a:bodyPr>
            <a:lstStyle/>
            <a:p>
              <a:pPr algn="ctr"/>
              <a:endParaRPr>
                <a:cs typeface="+mn-ea"/>
                <a:sym typeface="+mn-lt"/>
              </a:endParaRPr>
            </a:p>
          </p:txBody>
        </p:sp>
        <p:sp>
          <p:nvSpPr>
            <p:cNvPr id="354" name="任意多边形: 形状 353">
              <a:extLst>
                <a:ext uri="{FF2B5EF4-FFF2-40B4-BE49-F238E27FC236}">
                  <a16:creationId xmlns:a16="http://schemas.microsoft.com/office/drawing/2014/main" id="{C77813EC-8CD8-4A06-A741-D52C7A176CC0}"/>
                </a:ext>
              </a:extLst>
            </p:cNvPr>
            <p:cNvSpPr/>
            <p:nvPr/>
          </p:nvSpPr>
          <p:spPr bwMode="auto">
            <a:xfrm>
              <a:off x="3987913" y="1806407"/>
              <a:ext cx="938450" cy="114738"/>
            </a:xfrm>
            <a:custGeom>
              <a:avLst/>
              <a:gdLst>
                <a:gd name="T0" fmla="*/ 12 w 642"/>
                <a:gd name="T1" fmla="*/ 0 h 78"/>
                <a:gd name="T2" fmla="*/ 0 w 642"/>
                <a:gd name="T3" fmla="*/ 0 h 78"/>
                <a:gd name="T4" fmla="*/ 0 w 642"/>
                <a:gd name="T5" fmla="*/ 0 h 78"/>
                <a:gd name="T6" fmla="*/ 0 w 642"/>
                <a:gd name="T7" fmla="*/ 0 h 78"/>
                <a:gd name="T8" fmla="*/ 2 w 642"/>
                <a:gd name="T9" fmla="*/ 9 h 78"/>
                <a:gd name="T10" fmla="*/ 12 w 642"/>
                <a:gd name="T11" fmla="*/ 9 h 78"/>
                <a:gd name="T12" fmla="*/ 112 w 642"/>
                <a:gd name="T13" fmla="*/ 30 h 78"/>
                <a:gd name="T14" fmla="*/ 188 w 642"/>
                <a:gd name="T15" fmla="*/ 51 h 78"/>
                <a:gd name="T16" fmla="*/ 526 w 642"/>
                <a:gd name="T17" fmla="*/ 70 h 78"/>
                <a:gd name="T18" fmla="*/ 561 w 642"/>
                <a:gd name="T19" fmla="*/ 77 h 78"/>
                <a:gd name="T20" fmla="*/ 580 w 642"/>
                <a:gd name="T21" fmla="*/ 78 h 78"/>
                <a:gd name="T22" fmla="*/ 624 w 642"/>
                <a:gd name="T23" fmla="*/ 71 h 78"/>
                <a:gd name="T24" fmla="*/ 624 w 642"/>
                <a:gd name="T25" fmla="*/ 78 h 78"/>
                <a:gd name="T26" fmla="*/ 642 w 642"/>
                <a:gd name="T27" fmla="*/ 62 h 78"/>
                <a:gd name="T28" fmla="*/ 640 w 642"/>
                <a:gd name="T29" fmla="*/ 59 h 78"/>
                <a:gd name="T30" fmla="*/ 639 w 642"/>
                <a:gd name="T31" fmla="*/ 58 h 78"/>
                <a:gd name="T32" fmla="*/ 638 w 642"/>
                <a:gd name="T33" fmla="*/ 58 h 78"/>
                <a:gd name="T34" fmla="*/ 638 w 642"/>
                <a:gd name="T35" fmla="*/ 57 h 78"/>
                <a:gd name="T36" fmla="*/ 580 w 642"/>
                <a:gd name="T37" fmla="*/ 69 h 78"/>
                <a:gd name="T38" fmla="*/ 561 w 642"/>
                <a:gd name="T39" fmla="*/ 68 h 78"/>
                <a:gd name="T40" fmla="*/ 526 w 642"/>
                <a:gd name="T41" fmla="*/ 61 h 78"/>
                <a:gd name="T42" fmla="*/ 188 w 642"/>
                <a:gd name="T43" fmla="*/ 42 h 78"/>
                <a:gd name="T44" fmla="*/ 112 w 642"/>
                <a:gd name="T45" fmla="*/ 21 h 78"/>
                <a:gd name="T46" fmla="*/ 12 w 642"/>
                <a:gd name="T47" fmla="*/ 0 h 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642" h="78">
                  <a:moveTo>
                    <a:pt x="12" y="0"/>
                  </a:moveTo>
                  <a:cubicBezTo>
                    <a:pt x="8" y="0"/>
                    <a:pt x="4" y="0"/>
                    <a:pt x="0" y="0"/>
                  </a:cubicBezTo>
                  <a:cubicBezTo>
                    <a:pt x="0" y="0"/>
                    <a:pt x="0" y="0"/>
                    <a:pt x="0" y="0"/>
                  </a:cubicBezTo>
                  <a:cubicBezTo>
                    <a:pt x="0" y="0"/>
                    <a:pt x="0" y="0"/>
                    <a:pt x="0" y="0"/>
                  </a:cubicBezTo>
                  <a:cubicBezTo>
                    <a:pt x="2" y="9"/>
                    <a:pt x="2" y="9"/>
                    <a:pt x="2" y="9"/>
                  </a:cubicBezTo>
                  <a:cubicBezTo>
                    <a:pt x="5" y="9"/>
                    <a:pt x="9" y="9"/>
                    <a:pt x="12" y="9"/>
                  </a:cubicBezTo>
                  <a:cubicBezTo>
                    <a:pt x="44" y="9"/>
                    <a:pt x="80" y="14"/>
                    <a:pt x="112" y="30"/>
                  </a:cubicBezTo>
                  <a:cubicBezTo>
                    <a:pt x="112" y="30"/>
                    <a:pt x="157" y="51"/>
                    <a:pt x="188" y="51"/>
                  </a:cubicBezTo>
                  <a:cubicBezTo>
                    <a:pt x="219" y="51"/>
                    <a:pt x="468" y="53"/>
                    <a:pt x="526" y="70"/>
                  </a:cubicBezTo>
                  <a:cubicBezTo>
                    <a:pt x="537" y="73"/>
                    <a:pt x="549" y="76"/>
                    <a:pt x="561" y="77"/>
                  </a:cubicBezTo>
                  <a:cubicBezTo>
                    <a:pt x="567" y="78"/>
                    <a:pt x="573" y="78"/>
                    <a:pt x="580" y="78"/>
                  </a:cubicBezTo>
                  <a:cubicBezTo>
                    <a:pt x="595" y="78"/>
                    <a:pt x="610" y="76"/>
                    <a:pt x="624" y="71"/>
                  </a:cubicBezTo>
                  <a:cubicBezTo>
                    <a:pt x="625" y="73"/>
                    <a:pt x="625" y="76"/>
                    <a:pt x="624" y="78"/>
                  </a:cubicBezTo>
                  <a:cubicBezTo>
                    <a:pt x="634" y="72"/>
                    <a:pt x="642" y="62"/>
                    <a:pt x="642" y="62"/>
                  </a:cubicBezTo>
                  <a:cubicBezTo>
                    <a:pt x="640" y="59"/>
                    <a:pt x="640" y="59"/>
                    <a:pt x="640" y="59"/>
                  </a:cubicBezTo>
                  <a:cubicBezTo>
                    <a:pt x="639" y="59"/>
                    <a:pt x="639" y="58"/>
                    <a:pt x="639" y="58"/>
                  </a:cubicBezTo>
                  <a:cubicBezTo>
                    <a:pt x="638" y="58"/>
                    <a:pt x="638" y="58"/>
                    <a:pt x="638" y="58"/>
                  </a:cubicBezTo>
                  <a:cubicBezTo>
                    <a:pt x="638" y="57"/>
                    <a:pt x="638" y="57"/>
                    <a:pt x="638" y="57"/>
                  </a:cubicBezTo>
                  <a:cubicBezTo>
                    <a:pt x="619" y="65"/>
                    <a:pt x="600" y="69"/>
                    <a:pt x="580" y="69"/>
                  </a:cubicBezTo>
                  <a:cubicBezTo>
                    <a:pt x="573" y="69"/>
                    <a:pt x="567" y="69"/>
                    <a:pt x="561" y="68"/>
                  </a:cubicBezTo>
                  <a:cubicBezTo>
                    <a:pt x="549" y="67"/>
                    <a:pt x="537" y="64"/>
                    <a:pt x="526" y="61"/>
                  </a:cubicBezTo>
                  <a:cubicBezTo>
                    <a:pt x="467" y="44"/>
                    <a:pt x="218" y="42"/>
                    <a:pt x="188" y="42"/>
                  </a:cubicBezTo>
                  <a:cubicBezTo>
                    <a:pt x="157" y="42"/>
                    <a:pt x="112" y="21"/>
                    <a:pt x="112" y="21"/>
                  </a:cubicBezTo>
                  <a:cubicBezTo>
                    <a:pt x="80" y="5"/>
                    <a:pt x="44" y="0"/>
                    <a:pt x="12" y="0"/>
                  </a:cubicBezTo>
                </a:path>
              </a:pathLst>
            </a:custGeom>
            <a:solidFill>
              <a:srgbClr val="D8B347"/>
            </a:solidFill>
            <a:ln>
              <a:noFill/>
            </a:ln>
            <a:extLst>
              <a:ext uri="{91240B29-F687-4F45-9708-019B960494DF}">
                <a14:hiddenLine xmlns:a14="http://schemas.microsoft.com/office/drawing/2010/main" w="9525">
                  <a:solidFill>
                    <a:srgbClr val="000000"/>
                  </a:solidFill>
                  <a:round/>
                  <a:headEnd/>
                  <a:tailEnd/>
                </a14:hiddenLine>
              </a:ext>
            </a:extLst>
          </p:spPr>
          <p:txBody>
            <a:bodyPr wrap="square" lIns="91440" tIns="45720" rIns="91440" bIns="45720" anchor="ctr">
              <a:normAutofit fontScale="25000" lnSpcReduction="20000"/>
            </a:bodyPr>
            <a:lstStyle/>
            <a:p>
              <a:pPr algn="ctr"/>
              <a:endParaRPr>
                <a:cs typeface="+mn-ea"/>
                <a:sym typeface="+mn-lt"/>
              </a:endParaRPr>
            </a:p>
          </p:txBody>
        </p:sp>
        <p:sp>
          <p:nvSpPr>
            <p:cNvPr id="355" name="任意多边形: 形状 354">
              <a:extLst>
                <a:ext uri="{FF2B5EF4-FFF2-40B4-BE49-F238E27FC236}">
                  <a16:creationId xmlns:a16="http://schemas.microsoft.com/office/drawing/2014/main" id="{2D036192-F4F9-4688-9906-1DB506F0EDE6}"/>
                </a:ext>
              </a:extLst>
            </p:cNvPr>
            <p:cNvSpPr/>
            <p:nvPr/>
          </p:nvSpPr>
          <p:spPr bwMode="auto">
            <a:xfrm>
              <a:off x="3861188" y="1820107"/>
              <a:ext cx="130150" cy="20550"/>
            </a:xfrm>
            <a:custGeom>
              <a:avLst/>
              <a:gdLst>
                <a:gd name="T0" fmla="*/ 88 w 89"/>
                <a:gd name="T1" fmla="*/ 0 h 14"/>
                <a:gd name="T2" fmla="*/ 52 w 89"/>
                <a:gd name="T3" fmla="*/ 3 h 14"/>
                <a:gd name="T4" fmla="*/ 45 w 89"/>
                <a:gd name="T5" fmla="*/ 4 h 14"/>
                <a:gd name="T6" fmla="*/ 4 w 89"/>
                <a:gd name="T7" fmla="*/ 13 h 14"/>
                <a:gd name="T8" fmla="*/ 1 w 89"/>
                <a:gd name="T9" fmla="*/ 14 h 14"/>
                <a:gd name="T10" fmla="*/ 0 w 89"/>
                <a:gd name="T11" fmla="*/ 14 h 14"/>
                <a:gd name="T12" fmla="*/ 0 w 89"/>
                <a:gd name="T13" fmla="*/ 14 h 14"/>
                <a:gd name="T14" fmla="*/ 33 w 89"/>
                <a:gd name="T15" fmla="*/ 12 h 14"/>
                <a:gd name="T16" fmla="*/ 79 w 89"/>
                <a:gd name="T17" fmla="*/ 5 h 14"/>
                <a:gd name="T18" fmla="*/ 79 w 89"/>
                <a:gd name="T19" fmla="*/ 5 h 14"/>
                <a:gd name="T20" fmla="*/ 89 w 89"/>
                <a:gd name="T21" fmla="*/ 4 h 14"/>
                <a:gd name="T22" fmla="*/ 88 w 89"/>
                <a:gd name="T23" fmla="*/ 0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89" h="14">
                  <a:moveTo>
                    <a:pt x="88" y="0"/>
                  </a:moveTo>
                  <a:cubicBezTo>
                    <a:pt x="75" y="0"/>
                    <a:pt x="63" y="1"/>
                    <a:pt x="52" y="3"/>
                  </a:cubicBezTo>
                  <a:cubicBezTo>
                    <a:pt x="50" y="3"/>
                    <a:pt x="48" y="3"/>
                    <a:pt x="45" y="4"/>
                  </a:cubicBezTo>
                  <a:cubicBezTo>
                    <a:pt x="31" y="6"/>
                    <a:pt x="17" y="9"/>
                    <a:pt x="4" y="13"/>
                  </a:cubicBezTo>
                  <a:cubicBezTo>
                    <a:pt x="1" y="14"/>
                    <a:pt x="1" y="14"/>
                    <a:pt x="1" y="14"/>
                  </a:cubicBezTo>
                  <a:cubicBezTo>
                    <a:pt x="1" y="14"/>
                    <a:pt x="1" y="14"/>
                    <a:pt x="0" y="14"/>
                  </a:cubicBezTo>
                  <a:cubicBezTo>
                    <a:pt x="0" y="14"/>
                    <a:pt x="0" y="14"/>
                    <a:pt x="0" y="14"/>
                  </a:cubicBezTo>
                  <a:cubicBezTo>
                    <a:pt x="9" y="14"/>
                    <a:pt x="20" y="13"/>
                    <a:pt x="33" y="12"/>
                  </a:cubicBezTo>
                  <a:cubicBezTo>
                    <a:pt x="48" y="8"/>
                    <a:pt x="63" y="5"/>
                    <a:pt x="79" y="5"/>
                  </a:cubicBezTo>
                  <a:cubicBezTo>
                    <a:pt x="79" y="5"/>
                    <a:pt x="79" y="5"/>
                    <a:pt x="79" y="5"/>
                  </a:cubicBezTo>
                  <a:cubicBezTo>
                    <a:pt x="89" y="4"/>
                    <a:pt x="89" y="4"/>
                    <a:pt x="89" y="4"/>
                  </a:cubicBezTo>
                  <a:cubicBezTo>
                    <a:pt x="88" y="0"/>
                    <a:pt x="88" y="0"/>
                    <a:pt x="88" y="0"/>
                  </a:cubicBezTo>
                </a:path>
              </a:pathLst>
            </a:custGeom>
            <a:solidFill>
              <a:srgbClr val="CDAA43"/>
            </a:solidFill>
            <a:ln>
              <a:noFill/>
            </a:ln>
            <a:extLst>
              <a:ext uri="{91240B29-F687-4F45-9708-019B960494DF}">
                <a14:hiddenLine xmlns:a14="http://schemas.microsoft.com/office/drawing/2010/main" w="9525">
                  <a:solidFill>
                    <a:srgbClr val="000000"/>
                  </a:solidFill>
                  <a:round/>
                  <a:headEnd/>
                  <a:tailEnd/>
                </a14:hiddenLine>
              </a:ext>
            </a:extLst>
          </p:spPr>
          <p:txBody>
            <a:bodyPr wrap="square" lIns="91440" tIns="45720" rIns="91440" bIns="45720" anchor="ctr">
              <a:normAutofit fontScale="25000" lnSpcReduction="20000"/>
            </a:bodyPr>
            <a:lstStyle/>
            <a:p>
              <a:pPr algn="ctr"/>
              <a:endParaRPr>
                <a:cs typeface="+mn-ea"/>
                <a:sym typeface="+mn-lt"/>
              </a:endParaRPr>
            </a:p>
          </p:txBody>
        </p:sp>
        <p:sp>
          <p:nvSpPr>
            <p:cNvPr id="356" name="任意多边形: 形状 355">
              <a:extLst>
                <a:ext uri="{FF2B5EF4-FFF2-40B4-BE49-F238E27FC236}">
                  <a16:creationId xmlns:a16="http://schemas.microsoft.com/office/drawing/2014/main" id="{F3F7F943-7070-4B5F-8641-FC01899349AC}"/>
                </a:ext>
              </a:extLst>
            </p:cNvPr>
            <p:cNvSpPr/>
            <p:nvPr/>
          </p:nvSpPr>
          <p:spPr bwMode="auto">
            <a:xfrm>
              <a:off x="3989626" y="1820107"/>
              <a:ext cx="912763" cy="104463"/>
            </a:xfrm>
            <a:custGeom>
              <a:avLst/>
              <a:gdLst>
                <a:gd name="T0" fmla="*/ 10 w 623"/>
                <a:gd name="T1" fmla="*/ 0 h 72"/>
                <a:gd name="T2" fmla="*/ 0 w 623"/>
                <a:gd name="T3" fmla="*/ 0 h 72"/>
                <a:gd name="T4" fmla="*/ 1 w 623"/>
                <a:gd name="T5" fmla="*/ 4 h 72"/>
                <a:gd name="T6" fmla="*/ 17 w 623"/>
                <a:gd name="T7" fmla="*/ 1 h 72"/>
                <a:gd name="T8" fmla="*/ 18 w 623"/>
                <a:gd name="T9" fmla="*/ 1 h 72"/>
                <a:gd name="T10" fmla="*/ 149 w 623"/>
                <a:gd name="T11" fmla="*/ 40 h 72"/>
                <a:gd name="T12" fmla="*/ 334 w 623"/>
                <a:gd name="T13" fmla="*/ 46 h 72"/>
                <a:gd name="T14" fmla="*/ 350 w 623"/>
                <a:gd name="T15" fmla="*/ 46 h 72"/>
                <a:gd name="T16" fmla="*/ 516 w 623"/>
                <a:gd name="T17" fmla="*/ 61 h 72"/>
                <a:gd name="T18" fmla="*/ 611 w 623"/>
                <a:gd name="T19" fmla="*/ 72 h 72"/>
                <a:gd name="T20" fmla="*/ 622 w 623"/>
                <a:gd name="T21" fmla="*/ 69 h 72"/>
                <a:gd name="T22" fmla="*/ 622 w 623"/>
                <a:gd name="T23" fmla="*/ 62 h 72"/>
                <a:gd name="T24" fmla="*/ 578 w 623"/>
                <a:gd name="T25" fmla="*/ 69 h 72"/>
                <a:gd name="T26" fmla="*/ 559 w 623"/>
                <a:gd name="T27" fmla="*/ 68 h 72"/>
                <a:gd name="T28" fmla="*/ 524 w 623"/>
                <a:gd name="T29" fmla="*/ 61 h 72"/>
                <a:gd name="T30" fmla="*/ 186 w 623"/>
                <a:gd name="T31" fmla="*/ 42 h 72"/>
                <a:gd name="T32" fmla="*/ 110 w 623"/>
                <a:gd name="T33" fmla="*/ 21 h 72"/>
                <a:gd name="T34" fmla="*/ 10 w 623"/>
                <a:gd name="T35" fmla="*/ 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23" h="72">
                  <a:moveTo>
                    <a:pt x="10" y="0"/>
                  </a:moveTo>
                  <a:cubicBezTo>
                    <a:pt x="7" y="0"/>
                    <a:pt x="3" y="0"/>
                    <a:pt x="0" y="0"/>
                  </a:cubicBezTo>
                  <a:cubicBezTo>
                    <a:pt x="1" y="4"/>
                    <a:pt x="1" y="4"/>
                    <a:pt x="1" y="4"/>
                  </a:cubicBezTo>
                  <a:cubicBezTo>
                    <a:pt x="9" y="2"/>
                    <a:pt x="14" y="1"/>
                    <a:pt x="17" y="1"/>
                  </a:cubicBezTo>
                  <a:cubicBezTo>
                    <a:pt x="17" y="1"/>
                    <a:pt x="18" y="1"/>
                    <a:pt x="18" y="1"/>
                  </a:cubicBezTo>
                  <a:cubicBezTo>
                    <a:pt x="35" y="1"/>
                    <a:pt x="143" y="34"/>
                    <a:pt x="149" y="40"/>
                  </a:cubicBezTo>
                  <a:cubicBezTo>
                    <a:pt x="155" y="46"/>
                    <a:pt x="286" y="46"/>
                    <a:pt x="334" y="46"/>
                  </a:cubicBezTo>
                  <a:cubicBezTo>
                    <a:pt x="344" y="46"/>
                    <a:pt x="350" y="46"/>
                    <a:pt x="350" y="46"/>
                  </a:cubicBezTo>
                  <a:cubicBezTo>
                    <a:pt x="350" y="46"/>
                    <a:pt x="488" y="53"/>
                    <a:pt x="516" y="61"/>
                  </a:cubicBezTo>
                  <a:cubicBezTo>
                    <a:pt x="544" y="70"/>
                    <a:pt x="597" y="72"/>
                    <a:pt x="611" y="72"/>
                  </a:cubicBezTo>
                  <a:cubicBezTo>
                    <a:pt x="615" y="72"/>
                    <a:pt x="619" y="71"/>
                    <a:pt x="622" y="69"/>
                  </a:cubicBezTo>
                  <a:cubicBezTo>
                    <a:pt x="623" y="67"/>
                    <a:pt x="623" y="64"/>
                    <a:pt x="622" y="62"/>
                  </a:cubicBezTo>
                  <a:cubicBezTo>
                    <a:pt x="608" y="67"/>
                    <a:pt x="593" y="69"/>
                    <a:pt x="578" y="69"/>
                  </a:cubicBezTo>
                  <a:cubicBezTo>
                    <a:pt x="571" y="69"/>
                    <a:pt x="565" y="69"/>
                    <a:pt x="559" y="68"/>
                  </a:cubicBezTo>
                  <a:cubicBezTo>
                    <a:pt x="547" y="67"/>
                    <a:pt x="535" y="64"/>
                    <a:pt x="524" y="61"/>
                  </a:cubicBezTo>
                  <a:cubicBezTo>
                    <a:pt x="466" y="44"/>
                    <a:pt x="217" y="42"/>
                    <a:pt x="186" y="42"/>
                  </a:cubicBezTo>
                  <a:cubicBezTo>
                    <a:pt x="155" y="42"/>
                    <a:pt x="110" y="21"/>
                    <a:pt x="110" y="21"/>
                  </a:cubicBezTo>
                  <a:cubicBezTo>
                    <a:pt x="78" y="5"/>
                    <a:pt x="42" y="0"/>
                    <a:pt x="10" y="0"/>
                  </a:cubicBezTo>
                </a:path>
              </a:pathLst>
            </a:custGeom>
            <a:solidFill>
              <a:srgbClr val="C2A140"/>
            </a:solidFill>
            <a:ln>
              <a:noFill/>
            </a:ln>
            <a:extLst>
              <a:ext uri="{91240B29-F687-4F45-9708-019B960494DF}">
                <a14:hiddenLine xmlns:a14="http://schemas.microsoft.com/office/drawing/2010/main" w="9525">
                  <a:solidFill>
                    <a:srgbClr val="000000"/>
                  </a:solidFill>
                  <a:round/>
                  <a:headEnd/>
                  <a:tailEnd/>
                </a14:hiddenLine>
              </a:ext>
            </a:extLst>
          </p:spPr>
          <p:txBody>
            <a:bodyPr wrap="square" lIns="91440" tIns="45720" rIns="91440" bIns="45720" anchor="ctr">
              <a:normAutofit fontScale="25000" lnSpcReduction="20000"/>
            </a:bodyPr>
            <a:lstStyle/>
            <a:p>
              <a:pPr algn="ctr"/>
              <a:endParaRPr>
                <a:cs typeface="+mn-ea"/>
                <a:sym typeface="+mn-lt"/>
              </a:endParaRPr>
            </a:p>
          </p:txBody>
        </p:sp>
        <p:sp>
          <p:nvSpPr>
            <p:cNvPr id="357" name="任意多边形: 形状 356">
              <a:extLst>
                <a:ext uri="{FF2B5EF4-FFF2-40B4-BE49-F238E27FC236}">
                  <a16:creationId xmlns:a16="http://schemas.microsoft.com/office/drawing/2014/main" id="{664F1538-D0A5-423C-AE04-E06990A98EDB}"/>
                </a:ext>
              </a:extLst>
            </p:cNvPr>
            <p:cNvSpPr/>
            <p:nvPr/>
          </p:nvSpPr>
          <p:spPr bwMode="auto">
            <a:xfrm>
              <a:off x="3773851" y="1782432"/>
              <a:ext cx="1183338" cy="160975"/>
            </a:xfrm>
            <a:custGeom>
              <a:avLst/>
              <a:gdLst>
                <a:gd name="T0" fmla="*/ 49 w 809"/>
                <a:gd name="T1" fmla="*/ 96 h 110"/>
                <a:gd name="T2" fmla="*/ 64 w 809"/>
                <a:gd name="T3" fmla="*/ 34 h 110"/>
                <a:gd name="T4" fmla="*/ 258 w 809"/>
                <a:gd name="T5" fmla="*/ 42 h 110"/>
                <a:gd name="T6" fmla="*/ 334 w 809"/>
                <a:gd name="T7" fmla="*/ 63 h 110"/>
                <a:gd name="T8" fmla="*/ 672 w 809"/>
                <a:gd name="T9" fmla="*/ 82 h 110"/>
                <a:gd name="T10" fmla="*/ 707 w 809"/>
                <a:gd name="T11" fmla="*/ 90 h 110"/>
                <a:gd name="T12" fmla="*/ 797 w 809"/>
                <a:gd name="T13" fmla="*/ 73 h 110"/>
                <a:gd name="T14" fmla="*/ 806 w 809"/>
                <a:gd name="T15" fmla="*/ 71 h 110"/>
                <a:gd name="T16" fmla="*/ 774 w 809"/>
                <a:gd name="T17" fmla="*/ 106 h 110"/>
                <a:gd name="T18" fmla="*/ 669 w 809"/>
                <a:gd name="T19" fmla="*/ 99 h 110"/>
                <a:gd name="T20" fmla="*/ 650 w 809"/>
                <a:gd name="T21" fmla="*/ 95 h 110"/>
                <a:gd name="T22" fmla="*/ 510 w 809"/>
                <a:gd name="T23" fmla="*/ 82 h 110"/>
                <a:gd name="T24" fmla="*/ 307 w 809"/>
                <a:gd name="T25" fmla="*/ 76 h 110"/>
                <a:gd name="T26" fmla="*/ 177 w 809"/>
                <a:gd name="T27" fmla="*/ 41 h 110"/>
                <a:gd name="T28" fmla="*/ 49 w 809"/>
                <a:gd name="T29" fmla="*/ 96 h 1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809" h="110">
                  <a:moveTo>
                    <a:pt x="49" y="96"/>
                  </a:moveTo>
                  <a:cubicBezTo>
                    <a:pt x="49" y="96"/>
                    <a:pt x="0" y="59"/>
                    <a:pt x="64" y="34"/>
                  </a:cubicBezTo>
                  <a:cubicBezTo>
                    <a:pt x="64" y="34"/>
                    <a:pt x="174" y="0"/>
                    <a:pt x="258" y="42"/>
                  </a:cubicBezTo>
                  <a:cubicBezTo>
                    <a:pt x="258" y="42"/>
                    <a:pt x="303" y="63"/>
                    <a:pt x="334" y="63"/>
                  </a:cubicBezTo>
                  <a:cubicBezTo>
                    <a:pt x="365" y="63"/>
                    <a:pt x="614" y="66"/>
                    <a:pt x="672" y="82"/>
                  </a:cubicBezTo>
                  <a:cubicBezTo>
                    <a:pt x="683" y="86"/>
                    <a:pt x="695" y="88"/>
                    <a:pt x="707" y="90"/>
                  </a:cubicBezTo>
                  <a:cubicBezTo>
                    <a:pt x="738" y="93"/>
                    <a:pt x="770" y="88"/>
                    <a:pt x="797" y="73"/>
                  </a:cubicBezTo>
                  <a:cubicBezTo>
                    <a:pt x="801" y="70"/>
                    <a:pt x="805" y="69"/>
                    <a:pt x="806" y="71"/>
                  </a:cubicBezTo>
                  <a:cubicBezTo>
                    <a:pt x="809" y="75"/>
                    <a:pt x="807" y="100"/>
                    <a:pt x="774" y="106"/>
                  </a:cubicBezTo>
                  <a:cubicBezTo>
                    <a:pt x="749" y="110"/>
                    <a:pt x="693" y="102"/>
                    <a:pt x="669" y="99"/>
                  </a:cubicBezTo>
                  <a:cubicBezTo>
                    <a:pt x="663" y="98"/>
                    <a:pt x="656" y="96"/>
                    <a:pt x="650" y="95"/>
                  </a:cubicBezTo>
                  <a:cubicBezTo>
                    <a:pt x="627" y="90"/>
                    <a:pt x="554" y="76"/>
                    <a:pt x="510" y="82"/>
                  </a:cubicBezTo>
                  <a:cubicBezTo>
                    <a:pt x="457" y="90"/>
                    <a:pt x="307" y="76"/>
                    <a:pt x="307" y="76"/>
                  </a:cubicBezTo>
                  <a:cubicBezTo>
                    <a:pt x="307" y="76"/>
                    <a:pt x="215" y="57"/>
                    <a:pt x="177" y="41"/>
                  </a:cubicBezTo>
                  <a:cubicBezTo>
                    <a:pt x="140" y="26"/>
                    <a:pt x="35" y="39"/>
                    <a:pt x="49" y="96"/>
                  </a:cubicBezTo>
                  <a:close/>
                </a:path>
              </a:pathLst>
            </a:custGeom>
            <a:solidFill>
              <a:srgbClr val="FED253"/>
            </a:solidFill>
            <a:ln>
              <a:noFill/>
            </a:ln>
            <a:extLst>
              <a:ext uri="{91240B29-F687-4F45-9708-019B960494DF}">
                <a14:hiddenLine xmlns:a14="http://schemas.microsoft.com/office/drawing/2010/main" w="9525">
                  <a:solidFill>
                    <a:srgbClr val="000000"/>
                  </a:solidFill>
                  <a:round/>
                  <a:headEnd/>
                  <a:tailEnd/>
                </a14:hiddenLine>
              </a:ext>
            </a:extLst>
          </p:spPr>
          <p:txBody>
            <a:bodyPr wrap="square" lIns="91440" tIns="45720" rIns="91440" bIns="45720" anchor="ctr">
              <a:normAutofit fontScale="25000" lnSpcReduction="20000"/>
            </a:bodyPr>
            <a:lstStyle/>
            <a:p>
              <a:pPr algn="ctr"/>
              <a:endParaRPr>
                <a:cs typeface="+mn-ea"/>
                <a:sym typeface="+mn-lt"/>
              </a:endParaRPr>
            </a:p>
          </p:txBody>
        </p:sp>
        <p:sp>
          <p:nvSpPr>
            <p:cNvPr id="358" name="任意多边形: 形状 357">
              <a:extLst>
                <a:ext uri="{FF2B5EF4-FFF2-40B4-BE49-F238E27FC236}">
                  <a16:creationId xmlns:a16="http://schemas.microsoft.com/office/drawing/2014/main" id="{24B5A7B7-02E0-486E-B61C-525D2AE685F6}"/>
                </a:ext>
              </a:extLst>
            </p:cNvPr>
            <p:cNvSpPr/>
            <p:nvPr/>
          </p:nvSpPr>
          <p:spPr bwMode="auto">
            <a:xfrm>
              <a:off x="4335551" y="1244707"/>
              <a:ext cx="61650" cy="13700"/>
            </a:xfrm>
            <a:custGeom>
              <a:avLst/>
              <a:gdLst>
                <a:gd name="T0" fmla="*/ 42 w 42"/>
                <a:gd name="T1" fmla="*/ 0 h 9"/>
                <a:gd name="T2" fmla="*/ 38 w 42"/>
                <a:gd name="T3" fmla="*/ 4 h 9"/>
                <a:gd name="T4" fmla="*/ 0 w 42"/>
                <a:gd name="T5" fmla="*/ 9 h 9"/>
                <a:gd name="T6" fmla="*/ 0 w 42"/>
                <a:gd name="T7" fmla="*/ 9 h 9"/>
                <a:gd name="T8" fmla="*/ 38 w 42"/>
                <a:gd name="T9" fmla="*/ 4 h 9"/>
                <a:gd name="T10" fmla="*/ 42 w 42"/>
                <a:gd name="T11" fmla="*/ 1 h 9"/>
                <a:gd name="T12" fmla="*/ 42 w 42"/>
                <a:gd name="T13" fmla="*/ 1 h 9"/>
                <a:gd name="T14" fmla="*/ 42 w 42"/>
                <a:gd name="T15" fmla="*/ 0 h 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2" h="9">
                  <a:moveTo>
                    <a:pt x="42" y="0"/>
                  </a:moveTo>
                  <a:cubicBezTo>
                    <a:pt x="40" y="1"/>
                    <a:pt x="39" y="2"/>
                    <a:pt x="38" y="4"/>
                  </a:cubicBezTo>
                  <a:cubicBezTo>
                    <a:pt x="0" y="9"/>
                    <a:pt x="0" y="9"/>
                    <a:pt x="0" y="9"/>
                  </a:cubicBezTo>
                  <a:cubicBezTo>
                    <a:pt x="0" y="9"/>
                    <a:pt x="0" y="9"/>
                    <a:pt x="0" y="9"/>
                  </a:cubicBezTo>
                  <a:cubicBezTo>
                    <a:pt x="38" y="4"/>
                    <a:pt x="38" y="4"/>
                    <a:pt x="38" y="4"/>
                  </a:cubicBezTo>
                  <a:cubicBezTo>
                    <a:pt x="39" y="3"/>
                    <a:pt x="40" y="2"/>
                    <a:pt x="42" y="1"/>
                  </a:cubicBezTo>
                  <a:cubicBezTo>
                    <a:pt x="42" y="1"/>
                    <a:pt x="42" y="1"/>
                    <a:pt x="42" y="1"/>
                  </a:cubicBezTo>
                  <a:cubicBezTo>
                    <a:pt x="42" y="1"/>
                    <a:pt x="42" y="0"/>
                    <a:pt x="42" y="0"/>
                  </a:cubicBezTo>
                </a:path>
              </a:pathLst>
            </a:custGeom>
            <a:solidFill>
              <a:srgbClr val="E5E5E5"/>
            </a:solidFill>
            <a:ln>
              <a:noFill/>
            </a:ln>
            <a:extLst>
              <a:ext uri="{91240B29-F687-4F45-9708-019B960494DF}">
                <a14:hiddenLine xmlns:a14="http://schemas.microsoft.com/office/drawing/2010/main" w="9525">
                  <a:solidFill>
                    <a:srgbClr val="000000"/>
                  </a:solidFill>
                  <a:round/>
                  <a:headEnd/>
                  <a:tailEnd/>
                </a14:hiddenLine>
              </a:ext>
            </a:extLst>
          </p:spPr>
          <p:txBody>
            <a:bodyPr wrap="square" lIns="91440" tIns="45720" rIns="91440" bIns="45720" anchor="ctr">
              <a:normAutofit fontScale="25000" lnSpcReduction="20000"/>
            </a:bodyPr>
            <a:lstStyle/>
            <a:p>
              <a:pPr algn="ctr"/>
              <a:endParaRPr>
                <a:cs typeface="+mn-ea"/>
                <a:sym typeface="+mn-lt"/>
              </a:endParaRPr>
            </a:p>
          </p:txBody>
        </p:sp>
        <p:sp>
          <p:nvSpPr>
            <p:cNvPr id="359" name="任意多边形: 形状 358">
              <a:extLst>
                <a:ext uri="{FF2B5EF4-FFF2-40B4-BE49-F238E27FC236}">
                  <a16:creationId xmlns:a16="http://schemas.microsoft.com/office/drawing/2014/main" id="{31AE9251-185D-4547-BABC-17CACB7286B3}"/>
                </a:ext>
              </a:extLst>
            </p:cNvPr>
            <p:cNvSpPr/>
            <p:nvPr/>
          </p:nvSpPr>
          <p:spPr bwMode="auto">
            <a:xfrm>
              <a:off x="4335551" y="1246419"/>
              <a:ext cx="113025" cy="106175"/>
            </a:xfrm>
            <a:custGeom>
              <a:avLst/>
              <a:gdLst>
                <a:gd name="T0" fmla="*/ 42 w 77"/>
                <a:gd name="T1" fmla="*/ 0 h 72"/>
                <a:gd name="T2" fmla="*/ 42 w 77"/>
                <a:gd name="T3" fmla="*/ 0 h 72"/>
                <a:gd name="T4" fmla="*/ 38 w 77"/>
                <a:gd name="T5" fmla="*/ 3 h 72"/>
                <a:gd name="T6" fmla="*/ 0 w 77"/>
                <a:gd name="T7" fmla="*/ 8 h 72"/>
                <a:gd name="T8" fmla="*/ 77 w 77"/>
                <a:gd name="T9" fmla="*/ 72 h 72"/>
                <a:gd name="T10" fmla="*/ 42 w 77"/>
                <a:gd name="T11" fmla="*/ 0 h 72"/>
              </a:gdLst>
              <a:ahLst/>
              <a:cxnLst>
                <a:cxn ang="0">
                  <a:pos x="T0" y="T1"/>
                </a:cxn>
                <a:cxn ang="0">
                  <a:pos x="T2" y="T3"/>
                </a:cxn>
                <a:cxn ang="0">
                  <a:pos x="T4" y="T5"/>
                </a:cxn>
                <a:cxn ang="0">
                  <a:pos x="T6" y="T7"/>
                </a:cxn>
                <a:cxn ang="0">
                  <a:pos x="T8" y="T9"/>
                </a:cxn>
                <a:cxn ang="0">
                  <a:pos x="T10" y="T11"/>
                </a:cxn>
              </a:cxnLst>
              <a:rect l="0" t="0" r="r" b="b"/>
              <a:pathLst>
                <a:path w="77" h="72">
                  <a:moveTo>
                    <a:pt x="42" y="0"/>
                  </a:moveTo>
                  <a:cubicBezTo>
                    <a:pt x="42" y="0"/>
                    <a:pt x="42" y="0"/>
                    <a:pt x="42" y="0"/>
                  </a:cubicBezTo>
                  <a:cubicBezTo>
                    <a:pt x="40" y="1"/>
                    <a:pt x="39" y="2"/>
                    <a:pt x="38" y="3"/>
                  </a:cubicBezTo>
                  <a:cubicBezTo>
                    <a:pt x="0" y="8"/>
                    <a:pt x="0" y="8"/>
                    <a:pt x="0" y="8"/>
                  </a:cubicBezTo>
                  <a:cubicBezTo>
                    <a:pt x="22" y="25"/>
                    <a:pt x="73" y="66"/>
                    <a:pt x="77" y="72"/>
                  </a:cubicBezTo>
                  <a:cubicBezTo>
                    <a:pt x="77" y="72"/>
                    <a:pt x="69" y="28"/>
                    <a:pt x="42" y="0"/>
                  </a:cubicBezTo>
                </a:path>
              </a:pathLst>
            </a:custGeom>
            <a:solidFill>
              <a:srgbClr val="E4BD4B"/>
            </a:solidFill>
            <a:ln>
              <a:noFill/>
            </a:ln>
            <a:extLst>
              <a:ext uri="{91240B29-F687-4F45-9708-019B960494DF}">
                <a14:hiddenLine xmlns:a14="http://schemas.microsoft.com/office/drawing/2010/main" w="9525">
                  <a:solidFill>
                    <a:srgbClr val="000000"/>
                  </a:solidFill>
                  <a:round/>
                  <a:headEnd/>
                  <a:tailEnd/>
                </a14:hiddenLine>
              </a:ext>
            </a:extLst>
          </p:spPr>
          <p:txBody>
            <a:bodyPr wrap="square" lIns="91440" tIns="45720" rIns="91440" bIns="45720" anchor="ctr">
              <a:normAutofit fontScale="25000" lnSpcReduction="20000"/>
            </a:bodyPr>
            <a:lstStyle/>
            <a:p>
              <a:pPr algn="ctr"/>
              <a:endParaRPr>
                <a:cs typeface="+mn-ea"/>
                <a:sym typeface="+mn-lt"/>
              </a:endParaRPr>
            </a:p>
          </p:txBody>
        </p:sp>
        <p:sp>
          <p:nvSpPr>
            <p:cNvPr id="360" name="任意多边形: 形状 359">
              <a:extLst>
                <a:ext uri="{FF2B5EF4-FFF2-40B4-BE49-F238E27FC236}">
                  <a16:creationId xmlns:a16="http://schemas.microsoft.com/office/drawing/2014/main" id="{B9F6CD0F-FD81-4600-B628-22DB710C0DAC}"/>
                </a:ext>
              </a:extLst>
            </p:cNvPr>
            <p:cNvSpPr/>
            <p:nvPr/>
          </p:nvSpPr>
          <p:spPr bwMode="auto">
            <a:xfrm>
              <a:off x="4179713" y="1665982"/>
              <a:ext cx="95900" cy="44525"/>
            </a:xfrm>
            <a:custGeom>
              <a:avLst/>
              <a:gdLst>
                <a:gd name="T0" fmla="*/ 56 w 56"/>
                <a:gd name="T1" fmla="*/ 0 h 26"/>
                <a:gd name="T2" fmla="*/ 14 w 56"/>
                <a:gd name="T3" fmla="*/ 4 h 26"/>
                <a:gd name="T4" fmla="*/ 0 w 56"/>
                <a:gd name="T5" fmla="*/ 26 h 26"/>
                <a:gd name="T6" fmla="*/ 54 w 56"/>
                <a:gd name="T7" fmla="*/ 24 h 26"/>
                <a:gd name="T8" fmla="*/ 56 w 56"/>
                <a:gd name="T9" fmla="*/ 0 h 26"/>
              </a:gdLst>
              <a:ahLst/>
              <a:cxnLst>
                <a:cxn ang="0">
                  <a:pos x="T0" y="T1"/>
                </a:cxn>
                <a:cxn ang="0">
                  <a:pos x="T2" y="T3"/>
                </a:cxn>
                <a:cxn ang="0">
                  <a:pos x="T4" y="T5"/>
                </a:cxn>
                <a:cxn ang="0">
                  <a:pos x="T6" y="T7"/>
                </a:cxn>
                <a:cxn ang="0">
                  <a:pos x="T8" y="T9"/>
                </a:cxn>
              </a:cxnLst>
              <a:rect l="0" t="0" r="r" b="b"/>
              <a:pathLst>
                <a:path w="56" h="26">
                  <a:moveTo>
                    <a:pt x="56" y="0"/>
                  </a:moveTo>
                  <a:lnTo>
                    <a:pt x="14" y="4"/>
                  </a:lnTo>
                  <a:lnTo>
                    <a:pt x="0" y="26"/>
                  </a:lnTo>
                  <a:lnTo>
                    <a:pt x="54" y="24"/>
                  </a:lnTo>
                  <a:lnTo>
                    <a:pt x="56" y="0"/>
                  </a:lnTo>
                  <a:close/>
                </a:path>
              </a:pathLst>
            </a:custGeom>
            <a:solidFill>
              <a:srgbClr val="E4BD4B"/>
            </a:solidFill>
            <a:ln>
              <a:noFill/>
            </a:ln>
            <a:extLst>
              <a:ext uri="{91240B29-F687-4F45-9708-019B960494DF}">
                <a14:hiddenLine xmlns:a14="http://schemas.microsoft.com/office/drawing/2010/main" w="9525">
                  <a:solidFill>
                    <a:srgbClr val="000000"/>
                  </a:solidFill>
                  <a:round/>
                  <a:headEnd/>
                  <a:tailEnd/>
                </a14:hiddenLine>
              </a:ext>
            </a:extLst>
          </p:spPr>
          <p:txBody>
            <a:bodyPr wrap="square" lIns="91440" tIns="45720" rIns="91440" bIns="45720" anchor="ctr">
              <a:normAutofit fontScale="25000" lnSpcReduction="20000"/>
            </a:bodyPr>
            <a:lstStyle/>
            <a:p>
              <a:pPr algn="ctr"/>
              <a:endParaRPr>
                <a:cs typeface="+mn-ea"/>
                <a:sym typeface="+mn-lt"/>
              </a:endParaRPr>
            </a:p>
          </p:txBody>
        </p:sp>
        <p:sp>
          <p:nvSpPr>
            <p:cNvPr id="361" name="任意多边形: 形状 360">
              <a:extLst>
                <a:ext uri="{FF2B5EF4-FFF2-40B4-BE49-F238E27FC236}">
                  <a16:creationId xmlns:a16="http://schemas.microsoft.com/office/drawing/2014/main" id="{38309F89-FDB7-442F-90DE-CE1D2AC9D54F}"/>
                </a:ext>
              </a:extLst>
            </p:cNvPr>
            <p:cNvSpPr/>
            <p:nvPr/>
          </p:nvSpPr>
          <p:spPr bwMode="auto">
            <a:xfrm>
              <a:off x="4179713" y="1665982"/>
              <a:ext cx="95900" cy="44525"/>
            </a:xfrm>
            <a:custGeom>
              <a:avLst/>
              <a:gdLst>
                <a:gd name="T0" fmla="*/ 56 w 56"/>
                <a:gd name="T1" fmla="*/ 0 h 26"/>
                <a:gd name="T2" fmla="*/ 14 w 56"/>
                <a:gd name="T3" fmla="*/ 4 h 26"/>
                <a:gd name="T4" fmla="*/ 0 w 56"/>
                <a:gd name="T5" fmla="*/ 26 h 26"/>
                <a:gd name="T6" fmla="*/ 54 w 56"/>
                <a:gd name="T7" fmla="*/ 24 h 26"/>
                <a:gd name="T8" fmla="*/ 56 w 56"/>
                <a:gd name="T9" fmla="*/ 0 h 26"/>
              </a:gdLst>
              <a:ahLst/>
              <a:cxnLst>
                <a:cxn ang="0">
                  <a:pos x="T0" y="T1"/>
                </a:cxn>
                <a:cxn ang="0">
                  <a:pos x="T2" y="T3"/>
                </a:cxn>
                <a:cxn ang="0">
                  <a:pos x="T4" y="T5"/>
                </a:cxn>
                <a:cxn ang="0">
                  <a:pos x="T6" y="T7"/>
                </a:cxn>
                <a:cxn ang="0">
                  <a:pos x="T8" y="T9"/>
                </a:cxn>
              </a:cxnLst>
              <a:rect l="0" t="0" r="r" b="b"/>
              <a:pathLst>
                <a:path w="56" h="26">
                  <a:moveTo>
                    <a:pt x="56" y="0"/>
                  </a:moveTo>
                  <a:lnTo>
                    <a:pt x="14" y="4"/>
                  </a:lnTo>
                  <a:lnTo>
                    <a:pt x="0" y="26"/>
                  </a:lnTo>
                  <a:lnTo>
                    <a:pt x="54" y="24"/>
                  </a:lnTo>
                  <a:lnTo>
                    <a:pt x="56"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square" lIns="91440" tIns="45720" rIns="91440" bIns="45720" anchor="ctr">
              <a:normAutofit fontScale="25000" lnSpcReduction="20000"/>
            </a:bodyPr>
            <a:lstStyle/>
            <a:p>
              <a:pPr algn="ctr"/>
              <a:endParaRPr>
                <a:cs typeface="+mn-ea"/>
                <a:sym typeface="+mn-lt"/>
              </a:endParaRPr>
            </a:p>
          </p:txBody>
        </p:sp>
        <p:sp>
          <p:nvSpPr>
            <p:cNvPr id="362" name="任意多边形: 形状 361">
              <a:extLst>
                <a:ext uri="{FF2B5EF4-FFF2-40B4-BE49-F238E27FC236}">
                  <a16:creationId xmlns:a16="http://schemas.microsoft.com/office/drawing/2014/main" id="{E2247539-1E88-41D1-8099-E1B02EFD0709}"/>
                </a:ext>
              </a:extLst>
            </p:cNvPr>
            <p:cNvSpPr/>
            <p:nvPr/>
          </p:nvSpPr>
          <p:spPr bwMode="auto">
            <a:xfrm>
              <a:off x="4775663" y="1717357"/>
              <a:ext cx="70213" cy="42813"/>
            </a:xfrm>
            <a:custGeom>
              <a:avLst/>
              <a:gdLst>
                <a:gd name="T0" fmla="*/ 0 w 41"/>
                <a:gd name="T1" fmla="*/ 0 h 25"/>
                <a:gd name="T2" fmla="*/ 6 w 41"/>
                <a:gd name="T3" fmla="*/ 20 h 25"/>
                <a:gd name="T4" fmla="*/ 41 w 41"/>
                <a:gd name="T5" fmla="*/ 25 h 25"/>
                <a:gd name="T6" fmla="*/ 26 w 41"/>
                <a:gd name="T7" fmla="*/ 3 h 25"/>
                <a:gd name="T8" fmla="*/ 0 w 41"/>
                <a:gd name="T9" fmla="*/ 0 h 25"/>
              </a:gdLst>
              <a:ahLst/>
              <a:cxnLst>
                <a:cxn ang="0">
                  <a:pos x="T0" y="T1"/>
                </a:cxn>
                <a:cxn ang="0">
                  <a:pos x="T2" y="T3"/>
                </a:cxn>
                <a:cxn ang="0">
                  <a:pos x="T4" y="T5"/>
                </a:cxn>
                <a:cxn ang="0">
                  <a:pos x="T6" y="T7"/>
                </a:cxn>
                <a:cxn ang="0">
                  <a:pos x="T8" y="T9"/>
                </a:cxn>
              </a:cxnLst>
              <a:rect l="0" t="0" r="r" b="b"/>
              <a:pathLst>
                <a:path w="41" h="25">
                  <a:moveTo>
                    <a:pt x="0" y="0"/>
                  </a:moveTo>
                  <a:lnTo>
                    <a:pt x="6" y="20"/>
                  </a:lnTo>
                  <a:lnTo>
                    <a:pt x="41" y="25"/>
                  </a:lnTo>
                  <a:lnTo>
                    <a:pt x="26" y="3"/>
                  </a:lnTo>
                  <a:lnTo>
                    <a:pt x="0" y="0"/>
                  </a:lnTo>
                  <a:close/>
                </a:path>
              </a:pathLst>
            </a:custGeom>
            <a:solidFill>
              <a:srgbClr val="E4BD4B"/>
            </a:solidFill>
            <a:ln>
              <a:noFill/>
            </a:ln>
            <a:extLst>
              <a:ext uri="{91240B29-F687-4F45-9708-019B960494DF}">
                <a14:hiddenLine xmlns:a14="http://schemas.microsoft.com/office/drawing/2010/main" w="9525">
                  <a:solidFill>
                    <a:srgbClr val="000000"/>
                  </a:solidFill>
                  <a:round/>
                  <a:headEnd/>
                  <a:tailEnd/>
                </a14:hiddenLine>
              </a:ext>
            </a:extLst>
          </p:spPr>
          <p:txBody>
            <a:bodyPr wrap="square" lIns="91440" tIns="45720" rIns="91440" bIns="45720" anchor="ctr">
              <a:normAutofit fontScale="25000" lnSpcReduction="20000"/>
            </a:bodyPr>
            <a:lstStyle/>
            <a:p>
              <a:pPr algn="ctr"/>
              <a:endParaRPr>
                <a:cs typeface="+mn-ea"/>
                <a:sym typeface="+mn-lt"/>
              </a:endParaRPr>
            </a:p>
          </p:txBody>
        </p:sp>
        <p:sp>
          <p:nvSpPr>
            <p:cNvPr id="363" name="任意多边形: 形状 362">
              <a:extLst>
                <a:ext uri="{FF2B5EF4-FFF2-40B4-BE49-F238E27FC236}">
                  <a16:creationId xmlns:a16="http://schemas.microsoft.com/office/drawing/2014/main" id="{40CB6974-6982-426F-BD56-3037D073BA9F}"/>
                </a:ext>
              </a:extLst>
            </p:cNvPr>
            <p:cNvSpPr/>
            <p:nvPr/>
          </p:nvSpPr>
          <p:spPr bwMode="auto">
            <a:xfrm>
              <a:off x="4775663" y="1717357"/>
              <a:ext cx="70213" cy="42813"/>
            </a:xfrm>
            <a:custGeom>
              <a:avLst/>
              <a:gdLst>
                <a:gd name="T0" fmla="*/ 0 w 41"/>
                <a:gd name="T1" fmla="*/ 0 h 25"/>
                <a:gd name="T2" fmla="*/ 6 w 41"/>
                <a:gd name="T3" fmla="*/ 20 h 25"/>
                <a:gd name="T4" fmla="*/ 41 w 41"/>
                <a:gd name="T5" fmla="*/ 25 h 25"/>
                <a:gd name="T6" fmla="*/ 26 w 41"/>
                <a:gd name="T7" fmla="*/ 3 h 25"/>
                <a:gd name="T8" fmla="*/ 0 w 41"/>
                <a:gd name="T9" fmla="*/ 0 h 25"/>
              </a:gdLst>
              <a:ahLst/>
              <a:cxnLst>
                <a:cxn ang="0">
                  <a:pos x="T0" y="T1"/>
                </a:cxn>
                <a:cxn ang="0">
                  <a:pos x="T2" y="T3"/>
                </a:cxn>
                <a:cxn ang="0">
                  <a:pos x="T4" y="T5"/>
                </a:cxn>
                <a:cxn ang="0">
                  <a:pos x="T6" y="T7"/>
                </a:cxn>
                <a:cxn ang="0">
                  <a:pos x="T8" y="T9"/>
                </a:cxn>
              </a:cxnLst>
              <a:rect l="0" t="0" r="r" b="b"/>
              <a:pathLst>
                <a:path w="41" h="25">
                  <a:moveTo>
                    <a:pt x="0" y="0"/>
                  </a:moveTo>
                  <a:lnTo>
                    <a:pt x="6" y="20"/>
                  </a:lnTo>
                  <a:lnTo>
                    <a:pt x="41" y="25"/>
                  </a:lnTo>
                  <a:lnTo>
                    <a:pt x="26" y="3"/>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square" lIns="91440" tIns="45720" rIns="91440" bIns="45720" anchor="ctr">
              <a:normAutofit fontScale="25000" lnSpcReduction="20000"/>
            </a:bodyPr>
            <a:lstStyle/>
            <a:p>
              <a:pPr algn="ctr"/>
              <a:endParaRPr>
                <a:cs typeface="+mn-ea"/>
                <a:sym typeface="+mn-lt"/>
              </a:endParaRPr>
            </a:p>
          </p:txBody>
        </p:sp>
        <p:sp>
          <p:nvSpPr>
            <p:cNvPr id="364" name="任意多边形: 形状 363">
              <a:extLst>
                <a:ext uri="{FF2B5EF4-FFF2-40B4-BE49-F238E27FC236}">
                  <a16:creationId xmlns:a16="http://schemas.microsoft.com/office/drawing/2014/main" id="{7B8EDCAE-0489-4D44-BF11-874D38EC7CEB}"/>
                </a:ext>
              </a:extLst>
            </p:cNvPr>
            <p:cNvSpPr/>
            <p:nvPr/>
          </p:nvSpPr>
          <p:spPr bwMode="auto">
            <a:xfrm>
              <a:off x="3749876" y="2825344"/>
              <a:ext cx="328800" cy="279138"/>
            </a:xfrm>
            <a:custGeom>
              <a:avLst/>
              <a:gdLst>
                <a:gd name="T0" fmla="*/ 0 w 224"/>
                <a:gd name="T1" fmla="*/ 0 h 191"/>
                <a:gd name="T2" fmla="*/ 184 w 224"/>
                <a:gd name="T3" fmla="*/ 191 h 191"/>
                <a:gd name="T4" fmla="*/ 186 w 224"/>
                <a:gd name="T5" fmla="*/ 190 h 191"/>
                <a:gd name="T6" fmla="*/ 0 w 224"/>
                <a:gd name="T7" fmla="*/ 0 h 191"/>
              </a:gdLst>
              <a:ahLst/>
              <a:cxnLst>
                <a:cxn ang="0">
                  <a:pos x="T0" y="T1"/>
                </a:cxn>
                <a:cxn ang="0">
                  <a:pos x="T2" y="T3"/>
                </a:cxn>
                <a:cxn ang="0">
                  <a:pos x="T4" y="T5"/>
                </a:cxn>
                <a:cxn ang="0">
                  <a:pos x="T6" y="T7"/>
                </a:cxn>
              </a:cxnLst>
              <a:rect l="0" t="0" r="r" b="b"/>
              <a:pathLst>
                <a:path w="224" h="191">
                  <a:moveTo>
                    <a:pt x="0" y="0"/>
                  </a:moveTo>
                  <a:cubicBezTo>
                    <a:pt x="5" y="7"/>
                    <a:pt x="144" y="191"/>
                    <a:pt x="184" y="191"/>
                  </a:cubicBezTo>
                  <a:cubicBezTo>
                    <a:pt x="185" y="191"/>
                    <a:pt x="186" y="191"/>
                    <a:pt x="186" y="190"/>
                  </a:cubicBezTo>
                  <a:cubicBezTo>
                    <a:pt x="224" y="185"/>
                    <a:pt x="0" y="0"/>
                    <a:pt x="0" y="0"/>
                  </a:cubicBezTo>
                </a:path>
              </a:pathLst>
            </a:custGeom>
            <a:solidFill>
              <a:srgbClr val="B9C1CF"/>
            </a:solidFill>
            <a:ln>
              <a:noFill/>
            </a:ln>
            <a:extLst>
              <a:ext uri="{91240B29-F687-4F45-9708-019B960494DF}">
                <a14:hiddenLine xmlns:a14="http://schemas.microsoft.com/office/drawing/2010/main" w="9525">
                  <a:solidFill>
                    <a:srgbClr val="000000"/>
                  </a:solidFill>
                  <a:round/>
                  <a:headEnd/>
                  <a:tailEnd/>
                </a14:hiddenLine>
              </a:ext>
            </a:extLst>
          </p:spPr>
          <p:txBody>
            <a:bodyPr wrap="square" lIns="91440" tIns="45720" rIns="91440" bIns="45720" anchor="ctr">
              <a:normAutofit fontScale="40000" lnSpcReduction="20000"/>
            </a:bodyPr>
            <a:lstStyle/>
            <a:p>
              <a:pPr algn="ctr"/>
              <a:endParaRPr>
                <a:cs typeface="+mn-ea"/>
                <a:sym typeface="+mn-lt"/>
              </a:endParaRPr>
            </a:p>
          </p:txBody>
        </p:sp>
        <p:sp>
          <p:nvSpPr>
            <p:cNvPr id="365" name="任意多边形: 形状 364">
              <a:extLst>
                <a:ext uri="{FF2B5EF4-FFF2-40B4-BE49-F238E27FC236}">
                  <a16:creationId xmlns:a16="http://schemas.microsoft.com/office/drawing/2014/main" id="{E86B0DC2-6948-4D14-BCFA-DE0217712956}"/>
                </a:ext>
              </a:extLst>
            </p:cNvPr>
            <p:cNvSpPr/>
            <p:nvPr/>
          </p:nvSpPr>
          <p:spPr bwMode="auto">
            <a:xfrm>
              <a:off x="4453713" y="3077082"/>
              <a:ext cx="51375" cy="71925"/>
            </a:xfrm>
            <a:custGeom>
              <a:avLst/>
              <a:gdLst>
                <a:gd name="T0" fmla="*/ 0 w 35"/>
                <a:gd name="T1" fmla="*/ 0 h 49"/>
                <a:gd name="T2" fmla="*/ 28 w 35"/>
                <a:gd name="T3" fmla="*/ 49 h 49"/>
                <a:gd name="T4" fmla="*/ 30 w 35"/>
                <a:gd name="T5" fmla="*/ 47 h 49"/>
                <a:gd name="T6" fmla="*/ 0 w 35"/>
                <a:gd name="T7" fmla="*/ 0 h 49"/>
              </a:gdLst>
              <a:ahLst/>
              <a:cxnLst>
                <a:cxn ang="0">
                  <a:pos x="T0" y="T1"/>
                </a:cxn>
                <a:cxn ang="0">
                  <a:pos x="T2" y="T3"/>
                </a:cxn>
                <a:cxn ang="0">
                  <a:pos x="T4" y="T5"/>
                </a:cxn>
                <a:cxn ang="0">
                  <a:pos x="T6" y="T7"/>
                </a:cxn>
              </a:cxnLst>
              <a:rect l="0" t="0" r="r" b="b"/>
              <a:pathLst>
                <a:path w="35" h="49">
                  <a:moveTo>
                    <a:pt x="0" y="0"/>
                  </a:moveTo>
                  <a:cubicBezTo>
                    <a:pt x="0" y="0"/>
                    <a:pt x="20" y="49"/>
                    <a:pt x="28" y="49"/>
                  </a:cubicBezTo>
                  <a:cubicBezTo>
                    <a:pt x="29" y="49"/>
                    <a:pt x="29" y="48"/>
                    <a:pt x="30" y="47"/>
                  </a:cubicBezTo>
                  <a:cubicBezTo>
                    <a:pt x="35" y="34"/>
                    <a:pt x="0" y="0"/>
                    <a:pt x="0" y="0"/>
                  </a:cubicBezTo>
                </a:path>
              </a:pathLst>
            </a:custGeom>
            <a:solidFill>
              <a:srgbClr val="595C71"/>
            </a:solidFill>
            <a:ln>
              <a:noFill/>
            </a:ln>
            <a:extLst>
              <a:ext uri="{91240B29-F687-4F45-9708-019B960494DF}">
                <a14:hiddenLine xmlns:a14="http://schemas.microsoft.com/office/drawing/2010/main" w="9525">
                  <a:solidFill>
                    <a:srgbClr val="000000"/>
                  </a:solidFill>
                  <a:round/>
                  <a:headEnd/>
                  <a:tailEnd/>
                </a14:hiddenLine>
              </a:ext>
            </a:extLst>
          </p:spPr>
          <p:txBody>
            <a:bodyPr wrap="square" lIns="91440" tIns="45720" rIns="91440" bIns="45720" anchor="ctr">
              <a:normAutofit fontScale="25000" lnSpcReduction="20000"/>
            </a:bodyPr>
            <a:lstStyle/>
            <a:p>
              <a:pPr algn="ctr"/>
              <a:endParaRPr>
                <a:cs typeface="+mn-ea"/>
                <a:sym typeface="+mn-lt"/>
              </a:endParaRPr>
            </a:p>
          </p:txBody>
        </p:sp>
        <p:sp>
          <p:nvSpPr>
            <p:cNvPr id="366" name="任意多边形: 形状 365">
              <a:extLst>
                <a:ext uri="{FF2B5EF4-FFF2-40B4-BE49-F238E27FC236}">
                  <a16:creationId xmlns:a16="http://schemas.microsoft.com/office/drawing/2014/main" id="{2DAA113D-F715-4230-A5D4-B10F82B9DBD8}"/>
                </a:ext>
              </a:extLst>
            </p:cNvPr>
            <p:cNvSpPr/>
            <p:nvPr/>
          </p:nvSpPr>
          <p:spPr bwMode="auto">
            <a:xfrm>
              <a:off x="3850913" y="3414443"/>
              <a:ext cx="46238" cy="215775"/>
            </a:xfrm>
            <a:custGeom>
              <a:avLst/>
              <a:gdLst>
                <a:gd name="T0" fmla="*/ 30 w 32"/>
                <a:gd name="T1" fmla="*/ 0 h 148"/>
                <a:gd name="T2" fmla="*/ 16 w 32"/>
                <a:gd name="T3" fmla="*/ 148 h 148"/>
                <a:gd name="T4" fmla="*/ 17 w 32"/>
                <a:gd name="T5" fmla="*/ 148 h 148"/>
                <a:gd name="T6" fmla="*/ 30 w 32"/>
                <a:gd name="T7" fmla="*/ 0 h 148"/>
              </a:gdLst>
              <a:ahLst/>
              <a:cxnLst>
                <a:cxn ang="0">
                  <a:pos x="T0" y="T1"/>
                </a:cxn>
                <a:cxn ang="0">
                  <a:pos x="T2" y="T3"/>
                </a:cxn>
                <a:cxn ang="0">
                  <a:pos x="T4" y="T5"/>
                </a:cxn>
                <a:cxn ang="0">
                  <a:pos x="T6" y="T7"/>
                </a:cxn>
              </a:cxnLst>
              <a:rect l="0" t="0" r="r" b="b"/>
              <a:pathLst>
                <a:path w="32" h="148">
                  <a:moveTo>
                    <a:pt x="30" y="0"/>
                  </a:moveTo>
                  <a:cubicBezTo>
                    <a:pt x="30" y="0"/>
                    <a:pt x="0" y="144"/>
                    <a:pt x="16" y="148"/>
                  </a:cubicBezTo>
                  <a:cubicBezTo>
                    <a:pt x="16" y="148"/>
                    <a:pt x="16" y="148"/>
                    <a:pt x="17" y="148"/>
                  </a:cubicBezTo>
                  <a:cubicBezTo>
                    <a:pt x="32" y="148"/>
                    <a:pt x="30" y="0"/>
                    <a:pt x="30" y="0"/>
                  </a:cubicBezTo>
                </a:path>
              </a:pathLst>
            </a:custGeom>
            <a:solidFill>
              <a:srgbClr val="B9C1CF"/>
            </a:solidFill>
            <a:ln>
              <a:noFill/>
            </a:ln>
            <a:extLst>
              <a:ext uri="{91240B29-F687-4F45-9708-019B960494DF}">
                <a14:hiddenLine xmlns:a14="http://schemas.microsoft.com/office/drawing/2010/main" w="9525">
                  <a:solidFill>
                    <a:srgbClr val="000000"/>
                  </a:solidFill>
                  <a:round/>
                  <a:headEnd/>
                  <a:tailEnd/>
                </a14:hiddenLine>
              </a:ext>
            </a:extLst>
          </p:spPr>
          <p:txBody>
            <a:bodyPr wrap="square" lIns="91440" tIns="45720" rIns="91440" bIns="45720" anchor="ctr">
              <a:normAutofit fontScale="25000" lnSpcReduction="20000"/>
            </a:bodyPr>
            <a:lstStyle/>
            <a:p>
              <a:pPr algn="ctr"/>
              <a:endParaRPr>
                <a:cs typeface="+mn-ea"/>
                <a:sym typeface="+mn-lt"/>
              </a:endParaRPr>
            </a:p>
          </p:txBody>
        </p:sp>
        <p:sp>
          <p:nvSpPr>
            <p:cNvPr id="367" name="任意多边形: 形状 366">
              <a:extLst>
                <a:ext uri="{FF2B5EF4-FFF2-40B4-BE49-F238E27FC236}">
                  <a16:creationId xmlns:a16="http://schemas.microsoft.com/office/drawing/2014/main" id="{0764DA97-F833-47FE-87B4-B6CAB57AAAC2}"/>
                </a:ext>
              </a:extLst>
            </p:cNvPr>
            <p:cNvSpPr/>
            <p:nvPr/>
          </p:nvSpPr>
          <p:spPr bwMode="auto">
            <a:xfrm>
              <a:off x="4472551" y="4227881"/>
              <a:ext cx="90763" cy="167825"/>
            </a:xfrm>
            <a:custGeom>
              <a:avLst/>
              <a:gdLst>
                <a:gd name="T0" fmla="*/ 0 w 63"/>
                <a:gd name="T1" fmla="*/ 0 h 115"/>
                <a:gd name="T2" fmla="*/ 56 w 63"/>
                <a:gd name="T3" fmla="*/ 115 h 115"/>
                <a:gd name="T4" fmla="*/ 57 w 63"/>
                <a:gd name="T5" fmla="*/ 115 h 115"/>
                <a:gd name="T6" fmla="*/ 0 w 63"/>
                <a:gd name="T7" fmla="*/ 0 h 115"/>
              </a:gdLst>
              <a:ahLst/>
              <a:cxnLst>
                <a:cxn ang="0">
                  <a:pos x="T0" y="T1"/>
                </a:cxn>
                <a:cxn ang="0">
                  <a:pos x="T2" y="T3"/>
                </a:cxn>
                <a:cxn ang="0">
                  <a:pos x="T4" y="T5"/>
                </a:cxn>
                <a:cxn ang="0">
                  <a:pos x="T6" y="T7"/>
                </a:cxn>
              </a:cxnLst>
              <a:rect l="0" t="0" r="r" b="b"/>
              <a:pathLst>
                <a:path w="63" h="115">
                  <a:moveTo>
                    <a:pt x="0" y="0"/>
                  </a:moveTo>
                  <a:cubicBezTo>
                    <a:pt x="5" y="15"/>
                    <a:pt x="47" y="110"/>
                    <a:pt x="56" y="115"/>
                  </a:cubicBezTo>
                  <a:cubicBezTo>
                    <a:pt x="57" y="115"/>
                    <a:pt x="57" y="115"/>
                    <a:pt x="57" y="115"/>
                  </a:cubicBezTo>
                  <a:cubicBezTo>
                    <a:pt x="63" y="115"/>
                    <a:pt x="0" y="0"/>
                    <a:pt x="0" y="0"/>
                  </a:cubicBezTo>
                </a:path>
              </a:pathLst>
            </a:custGeom>
            <a:solidFill>
              <a:srgbClr val="B9C1CF"/>
            </a:solidFill>
            <a:ln>
              <a:noFill/>
            </a:ln>
            <a:extLst>
              <a:ext uri="{91240B29-F687-4F45-9708-019B960494DF}">
                <a14:hiddenLine xmlns:a14="http://schemas.microsoft.com/office/drawing/2010/main" w="9525">
                  <a:solidFill>
                    <a:srgbClr val="000000"/>
                  </a:solidFill>
                  <a:round/>
                  <a:headEnd/>
                  <a:tailEnd/>
                </a14:hiddenLine>
              </a:ext>
            </a:extLst>
          </p:spPr>
          <p:txBody>
            <a:bodyPr wrap="square" lIns="91440" tIns="45720" rIns="91440" bIns="45720" anchor="ctr">
              <a:normAutofit fontScale="25000" lnSpcReduction="20000"/>
            </a:bodyPr>
            <a:lstStyle/>
            <a:p>
              <a:pPr algn="ctr"/>
              <a:endParaRPr>
                <a:cs typeface="+mn-ea"/>
                <a:sym typeface="+mn-lt"/>
              </a:endParaRPr>
            </a:p>
          </p:txBody>
        </p:sp>
        <p:sp>
          <p:nvSpPr>
            <p:cNvPr id="368" name="任意多边形: 形状 367">
              <a:extLst>
                <a:ext uri="{FF2B5EF4-FFF2-40B4-BE49-F238E27FC236}">
                  <a16:creationId xmlns:a16="http://schemas.microsoft.com/office/drawing/2014/main" id="{0A9DA66D-B7FF-435C-A45D-8D2E0A30CE49}"/>
                </a:ext>
              </a:extLst>
            </p:cNvPr>
            <p:cNvSpPr/>
            <p:nvPr/>
          </p:nvSpPr>
          <p:spPr bwMode="auto">
            <a:xfrm>
              <a:off x="5135288" y="3661043"/>
              <a:ext cx="54800" cy="68500"/>
            </a:xfrm>
            <a:custGeom>
              <a:avLst/>
              <a:gdLst>
                <a:gd name="T0" fmla="*/ 37 w 37"/>
                <a:gd name="T1" fmla="*/ 0 h 47"/>
                <a:gd name="T2" fmla="*/ 8 w 37"/>
                <a:gd name="T3" fmla="*/ 45 h 47"/>
                <a:gd name="T4" fmla="*/ 10 w 37"/>
                <a:gd name="T5" fmla="*/ 47 h 47"/>
                <a:gd name="T6" fmla="*/ 37 w 37"/>
                <a:gd name="T7" fmla="*/ 0 h 47"/>
                <a:gd name="T8" fmla="*/ 37 w 37"/>
                <a:gd name="T9" fmla="*/ 0 h 47"/>
                <a:gd name="T10" fmla="*/ 37 w 37"/>
                <a:gd name="T11" fmla="*/ 0 h 47"/>
                <a:gd name="T12" fmla="*/ 37 w 37"/>
                <a:gd name="T13" fmla="*/ 0 h 47"/>
              </a:gdLst>
              <a:ahLst/>
              <a:cxnLst>
                <a:cxn ang="0">
                  <a:pos x="T0" y="T1"/>
                </a:cxn>
                <a:cxn ang="0">
                  <a:pos x="T2" y="T3"/>
                </a:cxn>
                <a:cxn ang="0">
                  <a:pos x="T4" y="T5"/>
                </a:cxn>
                <a:cxn ang="0">
                  <a:pos x="T6" y="T7"/>
                </a:cxn>
                <a:cxn ang="0">
                  <a:pos x="T8" y="T9"/>
                </a:cxn>
                <a:cxn ang="0">
                  <a:pos x="T10" y="T11"/>
                </a:cxn>
                <a:cxn ang="0">
                  <a:pos x="T12" y="T13"/>
                </a:cxn>
              </a:cxnLst>
              <a:rect l="0" t="0" r="r" b="b"/>
              <a:pathLst>
                <a:path w="37" h="47">
                  <a:moveTo>
                    <a:pt x="37" y="0"/>
                  </a:moveTo>
                  <a:cubicBezTo>
                    <a:pt x="35" y="6"/>
                    <a:pt x="0" y="35"/>
                    <a:pt x="8" y="45"/>
                  </a:cubicBezTo>
                  <a:cubicBezTo>
                    <a:pt x="8" y="46"/>
                    <a:pt x="9" y="47"/>
                    <a:pt x="10" y="47"/>
                  </a:cubicBezTo>
                  <a:cubicBezTo>
                    <a:pt x="19" y="47"/>
                    <a:pt x="36" y="4"/>
                    <a:pt x="37" y="0"/>
                  </a:cubicBezTo>
                  <a:moveTo>
                    <a:pt x="37" y="0"/>
                  </a:moveTo>
                  <a:cubicBezTo>
                    <a:pt x="37" y="0"/>
                    <a:pt x="37" y="0"/>
                    <a:pt x="37" y="0"/>
                  </a:cubicBezTo>
                  <a:cubicBezTo>
                    <a:pt x="37" y="0"/>
                    <a:pt x="37" y="0"/>
                    <a:pt x="37" y="0"/>
                  </a:cubicBezTo>
                </a:path>
              </a:pathLst>
            </a:custGeom>
            <a:solidFill>
              <a:srgbClr val="AFB7C5"/>
            </a:solidFill>
            <a:ln>
              <a:noFill/>
            </a:ln>
            <a:extLst>
              <a:ext uri="{91240B29-F687-4F45-9708-019B960494DF}">
                <a14:hiddenLine xmlns:a14="http://schemas.microsoft.com/office/drawing/2010/main" w="9525">
                  <a:solidFill>
                    <a:srgbClr val="000000"/>
                  </a:solidFill>
                  <a:round/>
                  <a:headEnd/>
                  <a:tailEnd/>
                </a14:hiddenLine>
              </a:ext>
            </a:extLst>
          </p:spPr>
          <p:txBody>
            <a:bodyPr wrap="square" lIns="91440" tIns="45720" rIns="91440" bIns="45720" anchor="ctr">
              <a:normAutofit fontScale="25000" lnSpcReduction="20000"/>
            </a:bodyPr>
            <a:lstStyle/>
            <a:p>
              <a:pPr algn="ctr"/>
              <a:endParaRPr>
                <a:cs typeface="+mn-ea"/>
                <a:sym typeface="+mn-lt"/>
              </a:endParaRPr>
            </a:p>
          </p:txBody>
        </p:sp>
        <p:sp>
          <p:nvSpPr>
            <p:cNvPr id="369" name="任意多边形: 形状 368">
              <a:extLst>
                <a:ext uri="{FF2B5EF4-FFF2-40B4-BE49-F238E27FC236}">
                  <a16:creationId xmlns:a16="http://schemas.microsoft.com/office/drawing/2014/main" id="{CB5E48A5-17BE-4AE7-911B-8F90692B96D8}"/>
                </a:ext>
              </a:extLst>
            </p:cNvPr>
            <p:cNvSpPr/>
            <p:nvPr/>
          </p:nvSpPr>
          <p:spPr bwMode="auto">
            <a:xfrm>
              <a:off x="4765388" y="4048068"/>
              <a:ext cx="35963" cy="140425"/>
            </a:xfrm>
            <a:custGeom>
              <a:avLst/>
              <a:gdLst>
                <a:gd name="T0" fmla="*/ 8 w 25"/>
                <a:gd name="T1" fmla="*/ 0 h 96"/>
                <a:gd name="T2" fmla="*/ 14 w 25"/>
                <a:gd name="T3" fmla="*/ 95 h 96"/>
                <a:gd name="T4" fmla="*/ 16 w 25"/>
                <a:gd name="T5" fmla="*/ 96 h 96"/>
                <a:gd name="T6" fmla="*/ 8 w 25"/>
                <a:gd name="T7" fmla="*/ 0 h 96"/>
              </a:gdLst>
              <a:ahLst/>
              <a:cxnLst>
                <a:cxn ang="0">
                  <a:pos x="T0" y="T1"/>
                </a:cxn>
                <a:cxn ang="0">
                  <a:pos x="T2" y="T3"/>
                </a:cxn>
                <a:cxn ang="0">
                  <a:pos x="T4" y="T5"/>
                </a:cxn>
                <a:cxn ang="0">
                  <a:pos x="T6" y="T7"/>
                </a:cxn>
              </a:cxnLst>
              <a:rect l="0" t="0" r="r" b="b"/>
              <a:pathLst>
                <a:path w="25" h="96">
                  <a:moveTo>
                    <a:pt x="8" y="0"/>
                  </a:moveTo>
                  <a:cubicBezTo>
                    <a:pt x="7" y="4"/>
                    <a:pt x="0" y="80"/>
                    <a:pt x="14" y="95"/>
                  </a:cubicBezTo>
                  <a:cubicBezTo>
                    <a:pt x="15" y="96"/>
                    <a:pt x="15" y="96"/>
                    <a:pt x="16" y="96"/>
                  </a:cubicBezTo>
                  <a:cubicBezTo>
                    <a:pt x="25" y="96"/>
                    <a:pt x="8" y="0"/>
                    <a:pt x="8" y="0"/>
                  </a:cubicBezTo>
                </a:path>
              </a:pathLst>
            </a:custGeom>
            <a:solidFill>
              <a:srgbClr val="595C71"/>
            </a:solidFill>
            <a:ln>
              <a:noFill/>
            </a:ln>
            <a:extLst>
              <a:ext uri="{91240B29-F687-4F45-9708-019B960494DF}">
                <a14:hiddenLine xmlns:a14="http://schemas.microsoft.com/office/drawing/2010/main" w="9525">
                  <a:solidFill>
                    <a:srgbClr val="000000"/>
                  </a:solidFill>
                  <a:round/>
                  <a:headEnd/>
                  <a:tailEnd/>
                </a14:hiddenLine>
              </a:ext>
            </a:extLst>
          </p:spPr>
          <p:txBody>
            <a:bodyPr wrap="square" lIns="91440" tIns="45720" rIns="91440" bIns="45720" anchor="ctr">
              <a:normAutofit fontScale="25000" lnSpcReduction="20000"/>
            </a:bodyPr>
            <a:lstStyle/>
            <a:p>
              <a:pPr algn="ctr"/>
              <a:endParaRPr>
                <a:cs typeface="+mn-ea"/>
                <a:sym typeface="+mn-lt"/>
              </a:endParaRPr>
            </a:p>
          </p:txBody>
        </p:sp>
        <p:sp>
          <p:nvSpPr>
            <p:cNvPr id="370" name="任意多边形: 形状 369">
              <a:extLst>
                <a:ext uri="{FF2B5EF4-FFF2-40B4-BE49-F238E27FC236}">
                  <a16:creationId xmlns:a16="http://schemas.microsoft.com/office/drawing/2014/main" id="{85D67D42-A030-4892-A3A6-1C829889778A}"/>
                </a:ext>
              </a:extLst>
            </p:cNvPr>
            <p:cNvSpPr/>
            <p:nvPr/>
          </p:nvSpPr>
          <p:spPr bwMode="auto">
            <a:xfrm>
              <a:off x="5274001" y="4443656"/>
              <a:ext cx="214063" cy="210638"/>
            </a:xfrm>
            <a:custGeom>
              <a:avLst/>
              <a:gdLst>
                <a:gd name="T0" fmla="*/ 142 w 146"/>
                <a:gd name="T1" fmla="*/ 0 h 144"/>
                <a:gd name="T2" fmla="*/ 3 w 146"/>
                <a:gd name="T3" fmla="*/ 134 h 144"/>
                <a:gd name="T4" fmla="*/ 0 w 146"/>
                <a:gd name="T5" fmla="*/ 144 h 144"/>
                <a:gd name="T6" fmla="*/ 33 w 146"/>
                <a:gd name="T7" fmla="*/ 127 h 144"/>
                <a:gd name="T8" fmla="*/ 142 w 146"/>
                <a:gd name="T9" fmla="*/ 0 h 144"/>
                <a:gd name="T10" fmla="*/ 142 w 146"/>
                <a:gd name="T11" fmla="*/ 0 h 144"/>
              </a:gdLst>
              <a:ahLst/>
              <a:cxnLst>
                <a:cxn ang="0">
                  <a:pos x="T0" y="T1"/>
                </a:cxn>
                <a:cxn ang="0">
                  <a:pos x="T2" y="T3"/>
                </a:cxn>
                <a:cxn ang="0">
                  <a:pos x="T4" y="T5"/>
                </a:cxn>
                <a:cxn ang="0">
                  <a:pos x="T6" y="T7"/>
                </a:cxn>
                <a:cxn ang="0">
                  <a:pos x="T8" y="T9"/>
                </a:cxn>
                <a:cxn ang="0">
                  <a:pos x="T10" y="T11"/>
                </a:cxn>
              </a:cxnLst>
              <a:rect l="0" t="0" r="r" b="b"/>
              <a:pathLst>
                <a:path w="146" h="144">
                  <a:moveTo>
                    <a:pt x="142" y="0"/>
                  </a:moveTo>
                  <a:cubicBezTo>
                    <a:pt x="139" y="52"/>
                    <a:pt x="75" y="98"/>
                    <a:pt x="3" y="134"/>
                  </a:cubicBezTo>
                  <a:cubicBezTo>
                    <a:pt x="2" y="137"/>
                    <a:pt x="1" y="140"/>
                    <a:pt x="0" y="144"/>
                  </a:cubicBezTo>
                  <a:cubicBezTo>
                    <a:pt x="12" y="138"/>
                    <a:pt x="22" y="133"/>
                    <a:pt x="33" y="127"/>
                  </a:cubicBezTo>
                  <a:cubicBezTo>
                    <a:pt x="96" y="92"/>
                    <a:pt x="146" y="48"/>
                    <a:pt x="142" y="0"/>
                  </a:cubicBezTo>
                  <a:cubicBezTo>
                    <a:pt x="142" y="0"/>
                    <a:pt x="142" y="0"/>
                    <a:pt x="142" y="0"/>
                  </a:cubicBezTo>
                </a:path>
              </a:pathLst>
            </a:custGeom>
            <a:solidFill>
              <a:srgbClr val="D98A8A"/>
            </a:solidFill>
            <a:ln>
              <a:noFill/>
            </a:ln>
            <a:extLst>
              <a:ext uri="{91240B29-F687-4F45-9708-019B960494DF}">
                <a14:hiddenLine xmlns:a14="http://schemas.microsoft.com/office/drawing/2010/main" w="9525">
                  <a:solidFill>
                    <a:srgbClr val="000000"/>
                  </a:solidFill>
                  <a:round/>
                  <a:headEnd/>
                  <a:tailEnd/>
                </a14:hiddenLine>
              </a:ext>
            </a:extLst>
          </p:spPr>
          <p:txBody>
            <a:bodyPr wrap="square" lIns="91440" tIns="45720" rIns="91440" bIns="45720" anchor="ctr">
              <a:normAutofit fontScale="25000" lnSpcReduction="20000"/>
            </a:bodyPr>
            <a:lstStyle/>
            <a:p>
              <a:pPr algn="ctr"/>
              <a:endParaRPr>
                <a:cs typeface="+mn-ea"/>
                <a:sym typeface="+mn-lt"/>
              </a:endParaRPr>
            </a:p>
          </p:txBody>
        </p:sp>
        <p:sp>
          <p:nvSpPr>
            <p:cNvPr id="371" name="任意多边形: 形状 370">
              <a:extLst>
                <a:ext uri="{FF2B5EF4-FFF2-40B4-BE49-F238E27FC236}">
                  <a16:creationId xmlns:a16="http://schemas.microsoft.com/office/drawing/2014/main" id="{2082D742-46F9-4C3E-BEB1-A68B7C511C69}"/>
                </a:ext>
              </a:extLst>
            </p:cNvPr>
            <p:cNvSpPr/>
            <p:nvPr/>
          </p:nvSpPr>
          <p:spPr bwMode="auto">
            <a:xfrm>
              <a:off x="5169538" y="4638881"/>
              <a:ext cx="109600" cy="59938"/>
            </a:xfrm>
            <a:custGeom>
              <a:avLst/>
              <a:gdLst>
                <a:gd name="T0" fmla="*/ 75 w 75"/>
                <a:gd name="T1" fmla="*/ 0 h 41"/>
                <a:gd name="T2" fmla="*/ 0 w 75"/>
                <a:gd name="T3" fmla="*/ 33 h 41"/>
                <a:gd name="T4" fmla="*/ 0 w 75"/>
                <a:gd name="T5" fmla="*/ 41 h 41"/>
                <a:gd name="T6" fmla="*/ 0 w 75"/>
                <a:gd name="T7" fmla="*/ 41 h 41"/>
                <a:gd name="T8" fmla="*/ 22 w 75"/>
                <a:gd name="T9" fmla="*/ 33 h 41"/>
                <a:gd name="T10" fmla="*/ 36 w 75"/>
                <a:gd name="T11" fmla="*/ 26 h 41"/>
                <a:gd name="T12" fmla="*/ 72 w 75"/>
                <a:gd name="T13" fmla="*/ 10 h 41"/>
                <a:gd name="T14" fmla="*/ 72 w 75"/>
                <a:gd name="T15" fmla="*/ 10 h 41"/>
                <a:gd name="T16" fmla="*/ 75 w 75"/>
                <a:gd name="T17" fmla="*/ 0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41">
                  <a:moveTo>
                    <a:pt x="75" y="0"/>
                  </a:moveTo>
                  <a:cubicBezTo>
                    <a:pt x="50" y="12"/>
                    <a:pt x="24" y="23"/>
                    <a:pt x="0" y="33"/>
                  </a:cubicBezTo>
                  <a:cubicBezTo>
                    <a:pt x="0" y="36"/>
                    <a:pt x="0" y="38"/>
                    <a:pt x="0" y="41"/>
                  </a:cubicBezTo>
                  <a:cubicBezTo>
                    <a:pt x="0" y="41"/>
                    <a:pt x="0" y="41"/>
                    <a:pt x="0" y="41"/>
                  </a:cubicBezTo>
                  <a:cubicBezTo>
                    <a:pt x="7" y="39"/>
                    <a:pt x="14" y="36"/>
                    <a:pt x="22" y="33"/>
                  </a:cubicBezTo>
                  <a:cubicBezTo>
                    <a:pt x="26" y="31"/>
                    <a:pt x="31" y="29"/>
                    <a:pt x="36" y="26"/>
                  </a:cubicBezTo>
                  <a:cubicBezTo>
                    <a:pt x="48" y="21"/>
                    <a:pt x="60" y="16"/>
                    <a:pt x="72" y="10"/>
                  </a:cubicBezTo>
                  <a:cubicBezTo>
                    <a:pt x="72" y="10"/>
                    <a:pt x="72" y="10"/>
                    <a:pt x="72" y="10"/>
                  </a:cubicBezTo>
                  <a:cubicBezTo>
                    <a:pt x="73" y="6"/>
                    <a:pt x="74" y="3"/>
                    <a:pt x="75" y="0"/>
                  </a:cubicBezTo>
                </a:path>
              </a:pathLst>
            </a:custGeom>
            <a:solidFill>
              <a:srgbClr val="AFB7C5"/>
            </a:solidFill>
            <a:ln>
              <a:noFill/>
            </a:ln>
            <a:extLst>
              <a:ext uri="{91240B29-F687-4F45-9708-019B960494DF}">
                <a14:hiddenLine xmlns:a14="http://schemas.microsoft.com/office/drawing/2010/main" w="9525">
                  <a:solidFill>
                    <a:srgbClr val="000000"/>
                  </a:solidFill>
                  <a:round/>
                  <a:headEnd/>
                  <a:tailEnd/>
                </a14:hiddenLine>
              </a:ext>
            </a:extLst>
          </p:spPr>
          <p:txBody>
            <a:bodyPr wrap="square" lIns="91440" tIns="45720" rIns="91440" bIns="45720" anchor="ctr">
              <a:normAutofit fontScale="25000" lnSpcReduction="20000"/>
            </a:bodyPr>
            <a:lstStyle/>
            <a:p>
              <a:pPr algn="ctr"/>
              <a:endParaRPr>
                <a:cs typeface="+mn-ea"/>
                <a:sym typeface="+mn-lt"/>
              </a:endParaRPr>
            </a:p>
          </p:txBody>
        </p:sp>
        <p:sp>
          <p:nvSpPr>
            <p:cNvPr id="372" name="任意多边形: 形状 371">
              <a:extLst>
                <a:ext uri="{FF2B5EF4-FFF2-40B4-BE49-F238E27FC236}">
                  <a16:creationId xmlns:a16="http://schemas.microsoft.com/office/drawing/2014/main" id="{BBC51D23-F143-4F8B-95FD-EB9FA5C58499}"/>
                </a:ext>
              </a:extLst>
            </p:cNvPr>
            <p:cNvSpPr/>
            <p:nvPr/>
          </p:nvSpPr>
          <p:spPr bwMode="auto">
            <a:xfrm>
              <a:off x="3647126" y="4686831"/>
              <a:ext cx="1522413" cy="308250"/>
            </a:xfrm>
            <a:custGeom>
              <a:avLst/>
              <a:gdLst>
                <a:gd name="T0" fmla="*/ 653 w 1039"/>
                <a:gd name="T1" fmla="*/ 114 h 210"/>
                <a:gd name="T2" fmla="*/ 574 w 1039"/>
                <a:gd name="T3" fmla="*/ 139 h 210"/>
                <a:gd name="T4" fmla="*/ 355 w 1039"/>
                <a:gd name="T5" fmla="*/ 187 h 210"/>
                <a:gd name="T6" fmla="*/ 212 w 1039"/>
                <a:gd name="T7" fmla="*/ 201 h 210"/>
                <a:gd name="T8" fmla="*/ 164 w 1039"/>
                <a:gd name="T9" fmla="*/ 200 h 210"/>
                <a:gd name="T10" fmla="*/ 146 w 1039"/>
                <a:gd name="T11" fmla="*/ 201 h 210"/>
                <a:gd name="T12" fmla="*/ 11 w 1039"/>
                <a:gd name="T13" fmla="*/ 188 h 210"/>
                <a:gd name="T14" fmla="*/ 0 w 1039"/>
                <a:gd name="T15" fmla="*/ 195 h 210"/>
                <a:gd name="T16" fmla="*/ 0 w 1039"/>
                <a:gd name="T17" fmla="*/ 195 h 210"/>
                <a:gd name="T18" fmla="*/ 146 w 1039"/>
                <a:gd name="T19" fmla="*/ 210 h 210"/>
                <a:gd name="T20" fmla="*/ 164 w 1039"/>
                <a:gd name="T21" fmla="*/ 209 h 210"/>
                <a:gd name="T22" fmla="*/ 209 w 1039"/>
                <a:gd name="T23" fmla="*/ 210 h 210"/>
                <a:gd name="T24" fmla="*/ 300 w 1039"/>
                <a:gd name="T25" fmla="*/ 206 h 210"/>
                <a:gd name="T26" fmla="*/ 355 w 1039"/>
                <a:gd name="T27" fmla="*/ 196 h 210"/>
                <a:gd name="T28" fmla="*/ 574 w 1039"/>
                <a:gd name="T29" fmla="*/ 147 h 210"/>
                <a:gd name="T30" fmla="*/ 654 w 1039"/>
                <a:gd name="T31" fmla="*/ 122 h 210"/>
                <a:gd name="T32" fmla="*/ 653 w 1039"/>
                <a:gd name="T33" fmla="*/ 114 h 210"/>
                <a:gd name="T34" fmla="*/ 653 w 1039"/>
                <a:gd name="T35" fmla="*/ 114 h 210"/>
                <a:gd name="T36" fmla="*/ 1039 w 1039"/>
                <a:gd name="T37" fmla="*/ 0 h 210"/>
                <a:gd name="T38" fmla="*/ 902 w 1039"/>
                <a:gd name="T39" fmla="*/ 45 h 210"/>
                <a:gd name="T40" fmla="*/ 889 w 1039"/>
                <a:gd name="T41" fmla="*/ 43 h 210"/>
                <a:gd name="T42" fmla="*/ 885 w 1039"/>
                <a:gd name="T43" fmla="*/ 43 h 210"/>
                <a:gd name="T44" fmla="*/ 885 w 1039"/>
                <a:gd name="T45" fmla="*/ 44 h 210"/>
                <a:gd name="T46" fmla="*/ 887 w 1039"/>
                <a:gd name="T47" fmla="*/ 52 h 210"/>
                <a:gd name="T48" fmla="*/ 887 w 1039"/>
                <a:gd name="T49" fmla="*/ 52 h 210"/>
                <a:gd name="T50" fmla="*/ 890 w 1039"/>
                <a:gd name="T51" fmla="*/ 52 h 210"/>
                <a:gd name="T52" fmla="*/ 902 w 1039"/>
                <a:gd name="T53" fmla="*/ 53 h 210"/>
                <a:gd name="T54" fmla="*/ 956 w 1039"/>
                <a:gd name="T55" fmla="*/ 37 h 210"/>
                <a:gd name="T56" fmla="*/ 977 w 1039"/>
                <a:gd name="T57" fmla="*/ 31 h 210"/>
                <a:gd name="T58" fmla="*/ 1039 w 1039"/>
                <a:gd name="T59" fmla="*/ 8 h 210"/>
                <a:gd name="T60" fmla="*/ 1039 w 1039"/>
                <a:gd name="T61" fmla="*/ 0 h 2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1039" h="210">
                  <a:moveTo>
                    <a:pt x="653" y="114"/>
                  </a:moveTo>
                  <a:cubicBezTo>
                    <a:pt x="625" y="122"/>
                    <a:pt x="587" y="134"/>
                    <a:pt x="574" y="139"/>
                  </a:cubicBezTo>
                  <a:cubicBezTo>
                    <a:pt x="551" y="147"/>
                    <a:pt x="355" y="187"/>
                    <a:pt x="355" y="187"/>
                  </a:cubicBezTo>
                  <a:cubicBezTo>
                    <a:pt x="315" y="199"/>
                    <a:pt x="254" y="201"/>
                    <a:pt x="212" y="201"/>
                  </a:cubicBezTo>
                  <a:cubicBezTo>
                    <a:pt x="184" y="201"/>
                    <a:pt x="164" y="200"/>
                    <a:pt x="164" y="200"/>
                  </a:cubicBezTo>
                  <a:cubicBezTo>
                    <a:pt x="158" y="201"/>
                    <a:pt x="152" y="201"/>
                    <a:pt x="146" y="201"/>
                  </a:cubicBezTo>
                  <a:cubicBezTo>
                    <a:pt x="104" y="201"/>
                    <a:pt x="49" y="194"/>
                    <a:pt x="11" y="188"/>
                  </a:cubicBezTo>
                  <a:cubicBezTo>
                    <a:pt x="8" y="191"/>
                    <a:pt x="4" y="193"/>
                    <a:pt x="0" y="195"/>
                  </a:cubicBezTo>
                  <a:cubicBezTo>
                    <a:pt x="0" y="195"/>
                    <a:pt x="0" y="195"/>
                    <a:pt x="0" y="195"/>
                  </a:cubicBezTo>
                  <a:cubicBezTo>
                    <a:pt x="38" y="201"/>
                    <a:pt x="100" y="210"/>
                    <a:pt x="146" y="210"/>
                  </a:cubicBezTo>
                  <a:cubicBezTo>
                    <a:pt x="152" y="210"/>
                    <a:pt x="158" y="209"/>
                    <a:pt x="164" y="209"/>
                  </a:cubicBezTo>
                  <a:cubicBezTo>
                    <a:pt x="179" y="210"/>
                    <a:pt x="194" y="210"/>
                    <a:pt x="209" y="210"/>
                  </a:cubicBezTo>
                  <a:cubicBezTo>
                    <a:pt x="240" y="210"/>
                    <a:pt x="270" y="209"/>
                    <a:pt x="300" y="206"/>
                  </a:cubicBezTo>
                  <a:cubicBezTo>
                    <a:pt x="319" y="204"/>
                    <a:pt x="337" y="201"/>
                    <a:pt x="355" y="196"/>
                  </a:cubicBezTo>
                  <a:cubicBezTo>
                    <a:pt x="355" y="196"/>
                    <a:pt x="551" y="155"/>
                    <a:pt x="574" y="147"/>
                  </a:cubicBezTo>
                  <a:cubicBezTo>
                    <a:pt x="588" y="142"/>
                    <a:pt x="626" y="130"/>
                    <a:pt x="654" y="122"/>
                  </a:cubicBezTo>
                  <a:cubicBezTo>
                    <a:pt x="654" y="119"/>
                    <a:pt x="653" y="116"/>
                    <a:pt x="653" y="114"/>
                  </a:cubicBezTo>
                  <a:cubicBezTo>
                    <a:pt x="653" y="114"/>
                    <a:pt x="653" y="114"/>
                    <a:pt x="653" y="114"/>
                  </a:cubicBezTo>
                  <a:moveTo>
                    <a:pt x="1039" y="0"/>
                  </a:moveTo>
                  <a:cubicBezTo>
                    <a:pt x="965" y="28"/>
                    <a:pt x="902" y="45"/>
                    <a:pt x="902" y="45"/>
                  </a:cubicBezTo>
                  <a:cubicBezTo>
                    <a:pt x="898" y="44"/>
                    <a:pt x="894" y="43"/>
                    <a:pt x="889" y="43"/>
                  </a:cubicBezTo>
                  <a:cubicBezTo>
                    <a:pt x="888" y="43"/>
                    <a:pt x="887" y="43"/>
                    <a:pt x="885" y="43"/>
                  </a:cubicBezTo>
                  <a:cubicBezTo>
                    <a:pt x="885" y="44"/>
                    <a:pt x="885" y="44"/>
                    <a:pt x="885" y="44"/>
                  </a:cubicBezTo>
                  <a:cubicBezTo>
                    <a:pt x="886" y="47"/>
                    <a:pt x="886" y="49"/>
                    <a:pt x="887" y="52"/>
                  </a:cubicBezTo>
                  <a:cubicBezTo>
                    <a:pt x="887" y="52"/>
                    <a:pt x="887" y="52"/>
                    <a:pt x="887" y="52"/>
                  </a:cubicBezTo>
                  <a:cubicBezTo>
                    <a:pt x="888" y="52"/>
                    <a:pt x="889" y="52"/>
                    <a:pt x="890" y="52"/>
                  </a:cubicBezTo>
                  <a:cubicBezTo>
                    <a:pt x="894" y="52"/>
                    <a:pt x="898" y="53"/>
                    <a:pt x="902" y="53"/>
                  </a:cubicBezTo>
                  <a:cubicBezTo>
                    <a:pt x="902" y="53"/>
                    <a:pt x="924" y="48"/>
                    <a:pt x="956" y="37"/>
                  </a:cubicBezTo>
                  <a:cubicBezTo>
                    <a:pt x="963" y="35"/>
                    <a:pt x="970" y="33"/>
                    <a:pt x="977" y="31"/>
                  </a:cubicBezTo>
                  <a:cubicBezTo>
                    <a:pt x="996" y="24"/>
                    <a:pt x="1017" y="17"/>
                    <a:pt x="1039" y="8"/>
                  </a:cubicBezTo>
                  <a:cubicBezTo>
                    <a:pt x="1039" y="5"/>
                    <a:pt x="1039" y="3"/>
                    <a:pt x="1039" y="0"/>
                  </a:cubicBezTo>
                </a:path>
              </a:pathLst>
            </a:custGeom>
            <a:solidFill>
              <a:srgbClr val="B9C1CF"/>
            </a:solidFill>
            <a:ln>
              <a:noFill/>
            </a:ln>
            <a:extLst>
              <a:ext uri="{91240B29-F687-4F45-9708-019B960494DF}">
                <a14:hiddenLine xmlns:a14="http://schemas.microsoft.com/office/drawing/2010/main" w="9525">
                  <a:solidFill>
                    <a:srgbClr val="000000"/>
                  </a:solidFill>
                  <a:round/>
                  <a:headEnd/>
                  <a:tailEnd/>
                </a14:hiddenLine>
              </a:ext>
            </a:extLst>
          </p:spPr>
          <p:txBody>
            <a:bodyPr wrap="square" lIns="91440" tIns="45720" rIns="91440" bIns="45720" anchor="ctr">
              <a:normAutofit fontScale="47500" lnSpcReduction="20000"/>
            </a:bodyPr>
            <a:lstStyle/>
            <a:p>
              <a:pPr algn="ctr"/>
              <a:endParaRPr>
                <a:cs typeface="+mn-ea"/>
                <a:sym typeface="+mn-lt"/>
              </a:endParaRPr>
            </a:p>
          </p:txBody>
        </p:sp>
        <p:sp>
          <p:nvSpPr>
            <p:cNvPr id="373" name="任意多边形: 形状 372">
              <a:extLst>
                <a:ext uri="{FF2B5EF4-FFF2-40B4-BE49-F238E27FC236}">
                  <a16:creationId xmlns:a16="http://schemas.microsoft.com/office/drawing/2014/main" id="{49F5E9F9-D38D-4752-9D5F-4C7AA7E961B2}"/>
                </a:ext>
              </a:extLst>
            </p:cNvPr>
            <p:cNvSpPr/>
            <p:nvPr/>
          </p:nvSpPr>
          <p:spPr bwMode="auto">
            <a:xfrm>
              <a:off x="4604413" y="4851231"/>
              <a:ext cx="6850" cy="13700"/>
            </a:xfrm>
            <a:custGeom>
              <a:avLst/>
              <a:gdLst>
                <a:gd name="T0" fmla="*/ 4 w 5"/>
                <a:gd name="T1" fmla="*/ 0 h 10"/>
                <a:gd name="T2" fmla="*/ 0 w 5"/>
                <a:gd name="T3" fmla="*/ 2 h 10"/>
                <a:gd name="T4" fmla="*/ 0 w 5"/>
                <a:gd name="T5" fmla="*/ 2 h 10"/>
                <a:gd name="T6" fmla="*/ 1 w 5"/>
                <a:gd name="T7" fmla="*/ 10 h 10"/>
                <a:gd name="T8" fmla="*/ 1 w 5"/>
                <a:gd name="T9" fmla="*/ 10 h 10"/>
                <a:gd name="T10" fmla="*/ 5 w 5"/>
                <a:gd name="T11" fmla="*/ 9 h 10"/>
                <a:gd name="T12" fmla="*/ 4 w 5"/>
                <a:gd name="T13" fmla="*/ 0 h 10"/>
                <a:gd name="T14" fmla="*/ 4 w 5"/>
                <a:gd name="T15" fmla="*/ 0 h 1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 h="10">
                  <a:moveTo>
                    <a:pt x="4" y="0"/>
                  </a:moveTo>
                  <a:cubicBezTo>
                    <a:pt x="3" y="1"/>
                    <a:pt x="1" y="1"/>
                    <a:pt x="0" y="2"/>
                  </a:cubicBezTo>
                  <a:cubicBezTo>
                    <a:pt x="0" y="2"/>
                    <a:pt x="0" y="2"/>
                    <a:pt x="0" y="2"/>
                  </a:cubicBezTo>
                  <a:cubicBezTo>
                    <a:pt x="0" y="4"/>
                    <a:pt x="1" y="7"/>
                    <a:pt x="1" y="10"/>
                  </a:cubicBezTo>
                  <a:cubicBezTo>
                    <a:pt x="1" y="10"/>
                    <a:pt x="1" y="10"/>
                    <a:pt x="1" y="10"/>
                  </a:cubicBezTo>
                  <a:cubicBezTo>
                    <a:pt x="5" y="9"/>
                    <a:pt x="5" y="9"/>
                    <a:pt x="5" y="9"/>
                  </a:cubicBezTo>
                  <a:cubicBezTo>
                    <a:pt x="5" y="6"/>
                    <a:pt x="4" y="3"/>
                    <a:pt x="4" y="0"/>
                  </a:cubicBezTo>
                  <a:cubicBezTo>
                    <a:pt x="4" y="0"/>
                    <a:pt x="4" y="0"/>
                    <a:pt x="4" y="0"/>
                  </a:cubicBezTo>
                </a:path>
              </a:pathLst>
            </a:custGeom>
            <a:solidFill>
              <a:srgbClr val="A6ADBA"/>
            </a:solidFill>
            <a:ln>
              <a:noFill/>
            </a:ln>
            <a:extLst>
              <a:ext uri="{91240B29-F687-4F45-9708-019B960494DF}">
                <a14:hiddenLine xmlns:a14="http://schemas.microsoft.com/office/drawing/2010/main" w="9525">
                  <a:solidFill>
                    <a:srgbClr val="000000"/>
                  </a:solidFill>
                  <a:round/>
                  <a:headEnd/>
                  <a:tailEnd/>
                </a14:hiddenLine>
              </a:ext>
            </a:extLst>
          </p:spPr>
          <p:txBody>
            <a:bodyPr wrap="square" lIns="91440" tIns="45720" rIns="91440" bIns="45720" anchor="ctr">
              <a:normAutofit fontScale="25000" lnSpcReduction="20000"/>
            </a:bodyPr>
            <a:lstStyle/>
            <a:p>
              <a:pPr algn="ctr"/>
              <a:endParaRPr>
                <a:cs typeface="+mn-ea"/>
                <a:sym typeface="+mn-lt"/>
              </a:endParaRPr>
            </a:p>
          </p:txBody>
        </p:sp>
        <p:sp>
          <p:nvSpPr>
            <p:cNvPr id="374" name="任意多边形: 形状 373">
              <a:extLst>
                <a:ext uri="{FF2B5EF4-FFF2-40B4-BE49-F238E27FC236}">
                  <a16:creationId xmlns:a16="http://schemas.microsoft.com/office/drawing/2014/main" id="{5F2D278A-514B-47B9-8B7D-35134E9BE7D1}"/>
                </a:ext>
              </a:extLst>
            </p:cNvPr>
            <p:cNvSpPr/>
            <p:nvPr/>
          </p:nvSpPr>
          <p:spPr bwMode="auto">
            <a:xfrm>
              <a:off x="4609551" y="4750193"/>
              <a:ext cx="337363" cy="114738"/>
            </a:xfrm>
            <a:custGeom>
              <a:avLst/>
              <a:gdLst>
                <a:gd name="T0" fmla="*/ 228 w 230"/>
                <a:gd name="T1" fmla="*/ 0 h 78"/>
                <a:gd name="T2" fmla="*/ 27 w 230"/>
                <a:gd name="T3" fmla="*/ 61 h 78"/>
                <a:gd name="T4" fmla="*/ 0 w 230"/>
                <a:gd name="T5" fmla="*/ 69 h 78"/>
                <a:gd name="T6" fmla="*/ 0 w 230"/>
                <a:gd name="T7" fmla="*/ 69 h 78"/>
                <a:gd name="T8" fmla="*/ 1 w 230"/>
                <a:gd name="T9" fmla="*/ 78 h 78"/>
                <a:gd name="T10" fmla="*/ 1 w 230"/>
                <a:gd name="T11" fmla="*/ 78 h 78"/>
                <a:gd name="T12" fmla="*/ 27 w 230"/>
                <a:gd name="T13" fmla="*/ 70 h 78"/>
                <a:gd name="T14" fmla="*/ 60 w 230"/>
                <a:gd name="T15" fmla="*/ 57 h 78"/>
                <a:gd name="T16" fmla="*/ 205 w 230"/>
                <a:gd name="T17" fmla="*/ 12 h 78"/>
                <a:gd name="T18" fmla="*/ 226 w 230"/>
                <a:gd name="T19" fmla="*/ 9 h 78"/>
                <a:gd name="T20" fmla="*/ 230 w 230"/>
                <a:gd name="T21" fmla="*/ 9 h 78"/>
                <a:gd name="T22" fmla="*/ 228 w 230"/>
                <a:gd name="T23" fmla="*/ 1 h 78"/>
                <a:gd name="T24" fmla="*/ 228 w 230"/>
                <a:gd name="T25" fmla="*/ 0 h 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30" h="78">
                  <a:moveTo>
                    <a:pt x="228" y="0"/>
                  </a:moveTo>
                  <a:cubicBezTo>
                    <a:pt x="166" y="3"/>
                    <a:pt x="27" y="61"/>
                    <a:pt x="27" y="61"/>
                  </a:cubicBezTo>
                  <a:cubicBezTo>
                    <a:pt x="27" y="61"/>
                    <a:pt x="15" y="65"/>
                    <a:pt x="0" y="69"/>
                  </a:cubicBezTo>
                  <a:cubicBezTo>
                    <a:pt x="0" y="69"/>
                    <a:pt x="0" y="69"/>
                    <a:pt x="0" y="69"/>
                  </a:cubicBezTo>
                  <a:cubicBezTo>
                    <a:pt x="0" y="72"/>
                    <a:pt x="1" y="75"/>
                    <a:pt x="1" y="78"/>
                  </a:cubicBezTo>
                  <a:cubicBezTo>
                    <a:pt x="1" y="78"/>
                    <a:pt x="1" y="78"/>
                    <a:pt x="1" y="78"/>
                  </a:cubicBezTo>
                  <a:cubicBezTo>
                    <a:pt x="27" y="70"/>
                    <a:pt x="27" y="70"/>
                    <a:pt x="27" y="70"/>
                  </a:cubicBezTo>
                  <a:cubicBezTo>
                    <a:pt x="27" y="70"/>
                    <a:pt x="40" y="64"/>
                    <a:pt x="60" y="57"/>
                  </a:cubicBezTo>
                  <a:cubicBezTo>
                    <a:pt x="98" y="42"/>
                    <a:pt x="161" y="20"/>
                    <a:pt x="205" y="12"/>
                  </a:cubicBezTo>
                  <a:cubicBezTo>
                    <a:pt x="212" y="11"/>
                    <a:pt x="219" y="10"/>
                    <a:pt x="226" y="9"/>
                  </a:cubicBezTo>
                  <a:cubicBezTo>
                    <a:pt x="227" y="9"/>
                    <a:pt x="228" y="9"/>
                    <a:pt x="230" y="9"/>
                  </a:cubicBezTo>
                  <a:cubicBezTo>
                    <a:pt x="229" y="6"/>
                    <a:pt x="229" y="4"/>
                    <a:pt x="228" y="1"/>
                  </a:cubicBezTo>
                  <a:cubicBezTo>
                    <a:pt x="228" y="1"/>
                    <a:pt x="228" y="1"/>
                    <a:pt x="228" y="0"/>
                  </a:cubicBezTo>
                </a:path>
              </a:pathLst>
            </a:custGeom>
            <a:solidFill>
              <a:srgbClr val="595C71"/>
            </a:solidFill>
            <a:ln>
              <a:noFill/>
            </a:ln>
            <a:extLst>
              <a:ext uri="{91240B29-F687-4F45-9708-019B960494DF}">
                <a14:hiddenLine xmlns:a14="http://schemas.microsoft.com/office/drawing/2010/main" w="9525">
                  <a:solidFill>
                    <a:srgbClr val="000000"/>
                  </a:solidFill>
                  <a:round/>
                  <a:headEnd/>
                  <a:tailEnd/>
                </a14:hiddenLine>
              </a:ext>
            </a:extLst>
          </p:spPr>
          <p:txBody>
            <a:bodyPr wrap="square" lIns="91440" tIns="45720" rIns="91440" bIns="45720" anchor="ctr">
              <a:normAutofit fontScale="25000" lnSpcReduction="20000"/>
            </a:bodyPr>
            <a:lstStyle/>
            <a:p>
              <a:pPr algn="ctr"/>
              <a:endParaRPr>
                <a:cs typeface="+mn-ea"/>
                <a:sym typeface="+mn-lt"/>
              </a:endParaRPr>
            </a:p>
          </p:txBody>
        </p:sp>
        <p:sp>
          <p:nvSpPr>
            <p:cNvPr id="375" name="任意多边形: 形状 374">
              <a:extLst>
                <a:ext uri="{FF2B5EF4-FFF2-40B4-BE49-F238E27FC236}">
                  <a16:creationId xmlns:a16="http://schemas.microsoft.com/office/drawing/2014/main" id="{F9778345-0F5C-48A0-8BF8-D95953EA1A6A}"/>
                </a:ext>
              </a:extLst>
            </p:cNvPr>
            <p:cNvSpPr/>
            <p:nvPr/>
          </p:nvSpPr>
          <p:spPr bwMode="auto">
            <a:xfrm>
              <a:off x="3597463" y="4224456"/>
              <a:ext cx="1923138" cy="765488"/>
            </a:xfrm>
            <a:custGeom>
              <a:avLst/>
              <a:gdLst>
                <a:gd name="T0" fmla="*/ 0 w 1313"/>
                <a:gd name="T1" fmla="*/ 498 h 524"/>
                <a:gd name="T2" fmla="*/ 198 w 1313"/>
                <a:gd name="T3" fmla="*/ 517 h 524"/>
                <a:gd name="T4" fmla="*/ 389 w 1313"/>
                <a:gd name="T5" fmla="*/ 504 h 524"/>
                <a:gd name="T6" fmla="*/ 608 w 1313"/>
                <a:gd name="T7" fmla="*/ 456 h 524"/>
                <a:gd name="T8" fmla="*/ 718 w 1313"/>
                <a:gd name="T9" fmla="*/ 421 h 524"/>
                <a:gd name="T10" fmla="*/ 936 w 1313"/>
                <a:gd name="T11" fmla="*/ 362 h 524"/>
                <a:gd name="T12" fmla="*/ 1286 w 1313"/>
                <a:gd name="T13" fmla="*/ 132 h 524"/>
                <a:gd name="T14" fmla="*/ 946 w 1313"/>
                <a:gd name="T15" fmla="*/ 80 h 524"/>
                <a:gd name="T16" fmla="*/ 845 w 1313"/>
                <a:gd name="T17" fmla="*/ 142 h 524"/>
                <a:gd name="T18" fmla="*/ 732 w 1313"/>
                <a:gd name="T19" fmla="*/ 161 h 524"/>
                <a:gd name="T20" fmla="*/ 537 w 1313"/>
                <a:gd name="T21" fmla="*/ 185 h 524"/>
                <a:gd name="T22" fmla="*/ 335 w 1313"/>
                <a:gd name="T23" fmla="*/ 167 h 524"/>
                <a:gd name="T24" fmla="*/ 242 w 1313"/>
                <a:gd name="T25" fmla="*/ 164 h 524"/>
                <a:gd name="T26" fmla="*/ 0 w 1313"/>
                <a:gd name="T27" fmla="*/ 498 h 5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313" h="524">
                  <a:moveTo>
                    <a:pt x="0" y="498"/>
                  </a:moveTo>
                  <a:cubicBezTo>
                    <a:pt x="0" y="498"/>
                    <a:pt x="130" y="522"/>
                    <a:pt x="198" y="517"/>
                  </a:cubicBezTo>
                  <a:cubicBezTo>
                    <a:pt x="198" y="517"/>
                    <a:pt x="322" y="524"/>
                    <a:pt x="389" y="504"/>
                  </a:cubicBezTo>
                  <a:cubicBezTo>
                    <a:pt x="389" y="504"/>
                    <a:pt x="585" y="464"/>
                    <a:pt x="608" y="456"/>
                  </a:cubicBezTo>
                  <a:cubicBezTo>
                    <a:pt x="630" y="448"/>
                    <a:pt x="718" y="421"/>
                    <a:pt x="718" y="421"/>
                  </a:cubicBezTo>
                  <a:cubicBezTo>
                    <a:pt x="718" y="421"/>
                    <a:pt x="888" y="350"/>
                    <a:pt x="936" y="362"/>
                  </a:cubicBezTo>
                  <a:cubicBezTo>
                    <a:pt x="936" y="362"/>
                    <a:pt x="1313" y="264"/>
                    <a:pt x="1286" y="132"/>
                  </a:cubicBezTo>
                  <a:cubicBezTo>
                    <a:pt x="1259" y="0"/>
                    <a:pt x="1021" y="30"/>
                    <a:pt x="946" y="80"/>
                  </a:cubicBezTo>
                  <a:cubicBezTo>
                    <a:pt x="871" y="129"/>
                    <a:pt x="882" y="134"/>
                    <a:pt x="845" y="142"/>
                  </a:cubicBezTo>
                  <a:cubicBezTo>
                    <a:pt x="845" y="142"/>
                    <a:pt x="768" y="161"/>
                    <a:pt x="732" y="161"/>
                  </a:cubicBezTo>
                  <a:cubicBezTo>
                    <a:pt x="696" y="160"/>
                    <a:pt x="537" y="185"/>
                    <a:pt x="537" y="185"/>
                  </a:cubicBezTo>
                  <a:cubicBezTo>
                    <a:pt x="537" y="185"/>
                    <a:pt x="412" y="191"/>
                    <a:pt x="335" y="167"/>
                  </a:cubicBezTo>
                  <a:cubicBezTo>
                    <a:pt x="257" y="143"/>
                    <a:pt x="242" y="164"/>
                    <a:pt x="242" y="164"/>
                  </a:cubicBezTo>
                  <a:cubicBezTo>
                    <a:pt x="0" y="498"/>
                    <a:pt x="0" y="498"/>
                    <a:pt x="0" y="498"/>
                  </a:cubicBezTo>
                </a:path>
              </a:pathLst>
            </a:custGeom>
            <a:solidFill>
              <a:srgbClr val="FFA2A2"/>
            </a:solidFill>
            <a:ln>
              <a:noFill/>
            </a:ln>
            <a:extLst>
              <a:ext uri="{91240B29-F687-4F45-9708-019B960494DF}">
                <a14:hiddenLine xmlns:a14="http://schemas.microsoft.com/office/drawing/2010/main" w="9525">
                  <a:solidFill>
                    <a:srgbClr val="000000"/>
                  </a:solidFill>
                  <a:round/>
                  <a:headEnd/>
                  <a:tailEnd/>
                </a14:hiddenLine>
              </a:ext>
            </a:extLst>
          </p:spPr>
          <p:txBody>
            <a:bodyPr wrap="square" lIns="91440" tIns="45720" rIns="91440" bIns="45720" anchor="ctr">
              <a:normAutofit/>
            </a:bodyPr>
            <a:lstStyle/>
            <a:p>
              <a:pPr algn="ctr"/>
              <a:endParaRPr>
                <a:cs typeface="+mn-ea"/>
                <a:sym typeface="+mn-lt"/>
              </a:endParaRPr>
            </a:p>
          </p:txBody>
        </p:sp>
        <p:sp>
          <p:nvSpPr>
            <p:cNvPr id="376" name="任意多边形: 形状 375">
              <a:extLst>
                <a:ext uri="{FF2B5EF4-FFF2-40B4-BE49-F238E27FC236}">
                  <a16:creationId xmlns:a16="http://schemas.microsoft.com/office/drawing/2014/main" id="{A64CADA9-5859-4153-A98E-345D0DA61771}"/>
                </a:ext>
              </a:extLst>
            </p:cNvPr>
            <p:cNvSpPr/>
            <p:nvPr/>
          </p:nvSpPr>
          <p:spPr bwMode="auto">
            <a:xfrm>
              <a:off x="3448476" y="3143869"/>
              <a:ext cx="559988" cy="1308350"/>
            </a:xfrm>
            <a:custGeom>
              <a:avLst/>
              <a:gdLst>
                <a:gd name="T0" fmla="*/ 313 w 383"/>
                <a:gd name="T1" fmla="*/ 853 h 895"/>
                <a:gd name="T2" fmla="*/ 308 w 383"/>
                <a:gd name="T3" fmla="*/ 854 h 895"/>
                <a:gd name="T4" fmla="*/ 308 w 383"/>
                <a:gd name="T5" fmla="*/ 854 h 895"/>
                <a:gd name="T6" fmla="*/ 315 w 383"/>
                <a:gd name="T7" fmla="*/ 859 h 895"/>
                <a:gd name="T8" fmla="*/ 334 w 383"/>
                <a:gd name="T9" fmla="*/ 876 h 895"/>
                <a:gd name="T10" fmla="*/ 375 w 383"/>
                <a:gd name="T11" fmla="*/ 895 h 895"/>
                <a:gd name="T12" fmla="*/ 375 w 383"/>
                <a:gd name="T13" fmla="*/ 895 h 895"/>
                <a:gd name="T14" fmla="*/ 383 w 383"/>
                <a:gd name="T15" fmla="*/ 895 h 895"/>
                <a:gd name="T16" fmla="*/ 383 w 383"/>
                <a:gd name="T17" fmla="*/ 895 h 895"/>
                <a:gd name="T18" fmla="*/ 334 w 383"/>
                <a:gd name="T19" fmla="*/ 870 h 895"/>
                <a:gd name="T20" fmla="*/ 324 w 383"/>
                <a:gd name="T21" fmla="*/ 859 h 895"/>
                <a:gd name="T22" fmla="*/ 313 w 383"/>
                <a:gd name="T23" fmla="*/ 853 h 895"/>
                <a:gd name="T24" fmla="*/ 4 w 383"/>
                <a:gd name="T25" fmla="*/ 0 h 895"/>
                <a:gd name="T26" fmla="*/ 0 w 383"/>
                <a:gd name="T27" fmla="*/ 0 h 895"/>
                <a:gd name="T28" fmla="*/ 0 w 383"/>
                <a:gd name="T29" fmla="*/ 0 h 895"/>
                <a:gd name="T30" fmla="*/ 234 w 383"/>
                <a:gd name="T31" fmla="*/ 301 h 895"/>
                <a:gd name="T32" fmla="*/ 236 w 383"/>
                <a:gd name="T33" fmla="*/ 307 h 895"/>
                <a:gd name="T34" fmla="*/ 279 w 383"/>
                <a:gd name="T35" fmla="*/ 393 h 895"/>
                <a:gd name="T36" fmla="*/ 273 w 383"/>
                <a:gd name="T37" fmla="*/ 412 h 895"/>
                <a:gd name="T38" fmla="*/ 282 w 383"/>
                <a:gd name="T39" fmla="*/ 506 h 895"/>
                <a:gd name="T40" fmla="*/ 301 w 383"/>
                <a:gd name="T41" fmla="*/ 560 h 895"/>
                <a:gd name="T42" fmla="*/ 305 w 383"/>
                <a:gd name="T43" fmla="*/ 571 h 895"/>
                <a:gd name="T44" fmla="*/ 311 w 383"/>
                <a:gd name="T45" fmla="*/ 671 h 895"/>
                <a:gd name="T46" fmla="*/ 276 w 383"/>
                <a:gd name="T47" fmla="*/ 744 h 895"/>
                <a:gd name="T48" fmla="*/ 257 w 383"/>
                <a:gd name="T49" fmla="*/ 790 h 895"/>
                <a:gd name="T50" fmla="*/ 270 w 383"/>
                <a:gd name="T51" fmla="*/ 819 h 895"/>
                <a:gd name="T52" fmla="*/ 283 w 383"/>
                <a:gd name="T53" fmla="*/ 858 h 895"/>
                <a:gd name="T54" fmla="*/ 291 w 383"/>
                <a:gd name="T55" fmla="*/ 855 h 895"/>
                <a:gd name="T56" fmla="*/ 291 w 383"/>
                <a:gd name="T57" fmla="*/ 855 h 895"/>
                <a:gd name="T58" fmla="*/ 278 w 383"/>
                <a:gd name="T59" fmla="*/ 819 h 895"/>
                <a:gd name="T60" fmla="*/ 265 w 383"/>
                <a:gd name="T61" fmla="*/ 790 h 895"/>
                <a:gd name="T62" fmla="*/ 284 w 383"/>
                <a:gd name="T63" fmla="*/ 744 h 895"/>
                <a:gd name="T64" fmla="*/ 319 w 383"/>
                <a:gd name="T65" fmla="*/ 671 h 895"/>
                <a:gd name="T66" fmla="*/ 313 w 383"/>
                <a:gd name="T67" fmla="*/ 571 h 895"/>
                <a:gd name="T68" fmla="*/ 309 w 383"/>
                <a:gd name="T69" fmla="*/ 560 h 895"/>
                <a:gd name="T70" fmla="*/ 290 w 383"/>
                <a:gd name="T71" fmla="*/ 506 h 895"/>
                <a:gd name="T72" fmla="*/ 281 w 383"/>
                <a:gd name="T73" fmla="*/ 412 h 895"/>
                <a:gd name="T74" fmla="*/ 287 w 383"/>
                <a:gd name="T75" fmla="*/ 393 h 895"/>
                <a:gd name="T76" fmla="*/ 245 w 383"/>
                <a:gd name="T77" fmla="*/ 307 h 895"/>
                <a:gd name="T78" fmla="*/ 243 w 383"/>
                <a:gd name="T79" fmla="*/ 301 h 895"/>
                <a:gd name="T80" fmla="*/ 4 w 383"/>
                <a:gd name="T81" fmla="*/ 0 h 8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383" h="895">
                  <a:moveTo>
                    <a:pt x="313" y="853"/>
                  </a:moveTo>
                  <a:cubicBezTo>
                    <a:pt x="311" y="853"/>
                    <a:pt x="310" y="853"/>
                    <a:pt x="308" y="854"/>
                  </a:cubicBezTo>
                  <a:cubicBezTo>
                    <a:pt x="308" y="854"/>
                    <a:pt x="308" y="854"/>
                    <a:pt x="308" y="854"/>
                  </a:cubicBezTo>
                  <a:cubicBezTo>
                    <a:pt x="311" y="854"/>
                    <a:pt x="314" y="856"/>
                    <a:pt x="315" y="859"/>
                  </a:cubicBezTo>
                  <a:cubicBezTo>
                    <a:pt x="316" y="864"/>
                    <a:pt x="324" y="870"/>
                    <a:pt x="334" y="876"/>
                  </a:cubicBezTo>
                  <a:cubicBezTo>
                    <a:pt x="347" y="883"/>
                    <a:pt x="361" y="889"/>
                    <a:pt x="375" y="895"/>
                  </a:cubicBezTo>
                  <a:cubicBezTo>
                    <a:pt x="375" y="895"/>
                    <a:pt x="375" y="895"/>
                    <a:pt x="375" y="895"/>
                  </a:cubicBezTo>
                  <a:cubicBezTo>
                    <a:pt x="377" y="895"/>
                    <a:pt x="380" y="895"/>
                    <a:pt x="383" y="895"/>
                  </a:cubicBezTo>
                  <a:cubicBezTo>
                    <a:pt x="383" y="895"/>
                    <a:pt x="383" y="895"/>
                    <a:pt x="383" y="895"/>
                  </a:cubicBezTo>
                  <a:cubicBezTo>
                    <a:pt x="383" y="895"/>
                    <a:pt x="351" y="882"/>
                    <a:pt x="334" y="870"/>
                  </a:cubicBezTo>
                  <a:cubicBezTo>
                    <a:pt x="328" y="867"/>
                    <a:pt x="324" y="863"/>
                    <a:pt x="324" y="859"/>
                  </a:cubicBezTo>
                  <a:cubicBezTo>
                    <a:pt x="323" y="855"/>
                    <a:pt x="318" y="853"/>
                    <a:pt x="313" y="853"/>
                  </a:cubicBezTo>
                  <a:moveTo>
                    <a:pt x="4" y="0"/>
                  </a:moveTo>
                  <a:cubicBezTo>
                    <a:pt x="3" y="0"/>
                    <a:pt x="1" y="0"/>
                    <a:pt x="0" y="0"/>
                  </a:cubicBezTo>
                  <a:cubicBezTo>
                    <a:pt x="0" y="0"/>
                    <a:pt x="0" y="0"/>
                    <a:pt x="0" y="0"/>
                  </a:cubicBezTo>
                  <a:cubicBezTo>
                    <a:pt x="142" y="5"/>
                    <a:pt x="221" y="256"/>
                    <a:pt x="234" y="301"/>
                  </a:cubicBezTo>
                  <a:cubicBezTo>
                    <a:pt x="236" y="305"/>
                    <a:pt x="236" y="307"/>
                    <a:pt x="236" y="307"/>
                  </a:cubicBezTo>
                  <a:cubicBezTo>
                    <a:pt x="236" y="307"/>
                    <a:pt x="296" y="367"/>
                    <a:pt x="279" y="393"/>
                  </a:cubicBezTo>
                  <a:cubicBezTo>
                    <a:pt x="275" y="399"/>
                    <a:pt x="273" y="406"/>
                    <a:pt x="273" y="412"/>
                  </a:cubicBezTo>
                  <a:cubicBezTo>
                    <a:pt x="268" y="448"/>
                    <a:pt x="282" y="506"/>
                    <a:pt x="282" y="506"/>
                  </a:cubicBezTo>
                  <a:cubicBezTo>
                    <a:pt x="282" y="506"/>
                    <a:pt x="286" y="522"/>
                    <a:pt x="301" y="560"/>
                  </a:cubicBezTo>
                  <a:cubicBezTo>
                    <a:pt x="302" y="563"/>
                    <a:pt x="303" y="567"/>
                    <a:pt x="305" y="571"/>
                  </a:cubicBezTo>
                  <a:cubicBezTo>
                    <a:pt x="314" y="595"/>
                    <a:pt x="316" y="635"/>
                    <a:pt x="311" y="671"/>
                  </a:cubicBezTo>
                  <a:cubicBezTo>
                    <a:pt x="306" y="706"/>
                    <a:pt x="294" y="737"/>
                    <a:pt x="276" y="744"/>
                  </a:cubicBezTo>
                  <a:cubicBezTo>
                    <a:pt x="238" y="760"/>
                    <a:pt x="248" y="776"/>
                    <a:pt x="257" y="790"/>
                  </a:cubicBezTo>
                  <a:cubicBezTo>
                    <a:pt x="262" y="799"/>
                    <a:pt x="266" y="809"/>
                    <a:pt x="270" y="819"/>
                  </a:cubicBezTo>
                  <a:cubicBezTo>
                    <a:pt x="276" y="838"/>
                    <a:pt x="283" y="858"/>
                    <a:pt x="283" y="858"/>
                  </a:cubicBezTo>
                  <a:cubicBezTo>
                    <a:pt x="285" y="857"/>
                    <a:pt x="288" y="856"/>
                    <a:pt x="291" y="855"/>
                  </a:cubicBezTo>
                  <a:cubicBezTo>
                    <a:pt x="291" y="855"/>
                    <a:pt x="291" y="855"/>
                    <a:pt x="291" y="855"/>
                  </a:cubicBezTo>
                  <a:cubicBezTo>
                    <a:pt x="289" y="849"/>
                    <a:pt x="284" y="834"/>
                    <a:pt x="278" y="819"/>
                  </a:cubicBezTo>
                  <a:cubicBezTo>
                    <a:pt x="275" y="809"/>
                    <a:pt x="271" y="799"/>
                    <a:pt x="265" y="790"/>
                  </a:cubicBezTo>
                  <a:cubicBezTo>
                    <a:pt x="257" y="776"/>
                    <a:pt x="246" y="760"/>
                    <a:pt x="284" y="744"/>
                  </a:cubicBezTo>
                  <a:cubicBezTo>
                    <a:pt x="303" y="737"/>
                    <a:pt x="314" y="706"/>
                    <a:pt x="319" y="671"/>
                  </a:cubicBezTo>
                  <a:cubicBezTo>
                    <a:pt x="324" y="635"/>
                    <a:pt x="322" y="595"/>
                    <a:pt x="313" y="571"/>
                  </a:cubicBezTo>
                  <a:cubicBezTo>
                    <a:pt x="309" y="560"/>
                    <a:pt x="309" y="560"/>
                    <a:pt x="309" y="560"/>
                  </a:cubicBezTo>
                  <a:cubicBezTo>
                    <a:pt x="295" y="522"/>
                    <a:pt x="290" y="506"/>
                    <a:pt x="290" y="506"/>
                  </a:cubicBezTo>
                  <a:cubicBezTo>
                    <a:pt x="290" y="506"/>
                    <a:pt x="276" y="448"/>
                    <a:pt x="281" y="412"/>
                  </a:cubicBezTo>
                  <a:cubicBezTo>
                    <a:pt x="282" y="406"/>
                    <a:pt x="284" y="399"/>
                    <a:pt x="287" y="393"/>
                  </a:cubicBezTo>
                  <a:cubicBezTo>
                    <a:pt x="305" y="367"/>
                    <a:pt x="245" y="307"/>
                    <a:pt x="245" y="307"/>
                  </a:cubicBezTo>
                  <a:cubicBezTo>
                    <a:pt x="245" y="307"/>
                    <a:pt x="244" y="305"/>
                    <a:pt x="243" y="301"/>
                  </a:cubicBezTo>
                  <a:cubicBezTo>
                    <a:pt x="230" y="255"/>
                    <a:pt x="149" y="0"/>
                    <a:pt x="4" y="0"/>
                  </a:cubicBezTo>
                </a:path>
              </a:pathLst>
            </a:custGeom>
            <a:solidFill>
              <a:srgbClr val="B9C1CF"/>
            </a:solidFill>
            <a:ln>
              <a:noFill/>
            </a:ln>
            <a:extLst>
              <a:ext uri="{91240B29-F687-4F45-9708-019B960494DF}">
                <a14:hiddenLine xmlns:a14="http://schemas.microsoft.com/office/drawing/2010/main" w="9525">
                  <a:solidFill>
                    <a:srgbClr val="000000"/>
                  </a:solidFill>
                  <a:round/>
                  <a:headEnd/>
                  <a:tailEnd/>
                </a14:hiddenLine>
              </a:ext>
            </a:extLst>
          </p:spPr>
          <p:txBody>
            <a:bodyPr wrap="square" lIns="91440" tIns="45720" rIns="91440" bIns="45720" anchor="ctr">
              <a:normAutofit/>
            </a:bodyPr>
            <a:lstStyle/>
            <a:p>
              <a:pPr algn="ctr"/>
              <a:endParaRPr>
                <a:cs typeface="+mn-ea"/>
                <a:sym typeface="+mn-lt"/>
              </a:endParaRPr>
            </a:p>
          </p:txBody>
        </p:sp>
        <p:sp>
          <p:nvSpPr>
            <p:cNvPr id="377" name="任意多边形: 形状 376">
              <a:extLst>
                <a:ext uri="{FF2B5EF4-FFF2-40B4-BE49-F238E27FC236}">
                  <a16:creationId xmlns:a16="http://schemas.microsoft.com/office/drawing/2014/main" id="{9F13DA55-997B-47D3-883A-E39449C18775}"/>
                </a:ext>
              </a:extLst>
            </p:cNvPr>
            <p:cNvSpPr/>
            <p:nvPr/>
          </p:nvSpPr>
          <p:spPr bwMode="auto">
            <a:xfrm>
              <a:off x="3583763" y="4991656"/>
              <a:ext cx="6850" cy="0"/>
            </a:xfrm>
            <a:custGeom>
              <a:avLst/>
              <a:gdLst>
                <a:gd name="T0" fmla="*/ 4 w 4"/>
                <a:gd name="T1" fmla="*/ 0 w 4"/>
                <a:gd name="T2" fmla="*/ 1 w 4"/>
                <a:gd name="T3" fmla="*/ 4 w 4"/>
                <a:gd name="T4" fmla="*/ 4 w 4"/>
              </a:gdLst>
              <a:ahLst/>
              <a:cxnLst>
                <a:cxn ang="0">
                  <a:pos x="T0" y="0"/>
                </a:cxn>
                <a:cxn ang="0">
                  <a:pos x="T1" y="0"/>
                </a:cxn>
                <a:cxn ang="0">
                  <a:pos x="T2" y="0"/>
                </a:cxn>
                <a:cxn ang="0">
                  <a:pos x="T3" y="0"/>
                </a:cxn>
                <a:cxn ang="0">
                  <a:pos x="T4" y="0"/>
                </a:cxn>
              </a:cxnLst>
              <a:rect l="0" t="0" r="r" b="b"/>
              <a:pathLst>
                <a:path w="4">
                  <a:moveTo>
                    <a:pt x="4" y="0"/>
                  </a:moveTo>
                  <a:cubicBezTo>
                    <a:pt x="2" y="0"/>
                    <a:pt x="1" y="0"/>
                    <a:pt x="0" y="0"/>
                  </a:cubicBezTo>
                  <a:cubicBezTo>
                    <a:pt x="0" y="0"/>
                    <a:pt x="0" y="0"/>
                    <a:pt x="1" y="0"/>
                  </a:cubicBezTo>
                  <a:cubicBezTo>
                    <a:pt x="2" y="0"/>
                    <a:pt x="3" y="0"/>
                    <a:pt x="4" y="0"/>
                  </a:cubicBezTo>
                  <a:cubicBezTo>
                    <a:pt x="4" y="0"/>
                    <a:pt x="4" y="0"/>
                    <a:pt x="4" y="0"/>
                  </a:cubicBezTo>
                </a:path>
              </a:pathLst>
            </a:custGeom>
            <a:solidFill>
              <a:srgbClr val="E5E5E5"/>
            </a:solidFill>
            <a:ln>
              <a:noFill/>
            </a:ln>
            <a:extLst>
              <a:ext uri="{91240B29-F687-4F45-9708-019B960494DF}">
                <a14:hiddenLine xmlns:a14="http://schemas.microsoft.com/office/drawing/2010/main" w="9525">
                  <a:solidFill>
                    <a:srgbClr val="000000"/>
                  </a:solidFill>
                  <a:round/>
                  <a:headEnd/>
                  <a:tailEnd/>
                </a14:hiddenLine>
              </a:ext>
            </a:extLst>
          </p:spPr>
          <p:txBody>
            <a:bodyPr wrap="square" lIns="91440" tIns="45720" rIns="91440" bIns="45720" anchor="ctr">
              <a:normAutofit fontScale="25000" lnSpcReduction="20000"/>
            </a:bodyPr>
            <a:lstStyle/>
            <a:p>
              <a:pPr algn="ctr"/>
              <a:endParaRPr>
                <a:cs typeface="+mn-ea"/>
                <a:sym typeface="+mn-lt"/>
              </a:endParaRPr>
            </a:p>
          </p:txBody>
        </p:sp>
        <p:sp>
          <p:nvSpPr>
            <p:cNvPr id="378" name="任意多边形: 形状 377">
              <a:extLst>
                <a:ext uri="{FF2B5EF4-FFF2-40B4-BE49-F238E27FC236}">
                  <a16:creationId xmlns:a16="http://schemas.microsoft.com/office/drawing/2014/main" id="{4A7BFC87-FB7D-4136-9D1A-20D75DD297B7}"/>
                </a:ext>
              </a:extLst>
            </p:cNvPr>
            <p:cNvSpPr/>
            <p:nvPr/>
          </p:nvSpPr>
          <p:spPr bwMode="auto">
            <a:xfrm>
              <a:off x="3585476" y="4971106"/>
              <a:ext cx="61650" cy="22263"/>
            </a:xfrm>
            <a:custGeom>
              <a:avLst/>
              <a:gdLst>
                <a:gd name="T0" fmla="*/ 36 w 42"/>
                <a:gd name="T1" fmla="*/ 0 h 15"/>
                <a:gd name="T2" fmla="*/ 36 w 42"/>
                <a:gd name="T3" fmla="*/ 0 h 15"/>
                <a:gd name="T4" fmla="*/ 3 w 42"/>
                <a:gd name="T5" fmla="*/ 14 h 15"/>
                <a:gd name="T6" fmla="*/ 3 w 42"/>
                <a:gd name="T7" fmla="*/ 14 h 15"/>
                <a:gd name="T8" fmla="*/ 3 w 42"/>
                <a:gd name="T9" fmla="*/ 14 h 15"/>
                <a:gd name="T10" fmla="*/ 3 w 42"/>
                <a:gd name="T11" fmla="*/ 14 h 15"/>
                <a:gd name="T12" fmla="*/ 0 w 42"/>
                <a:gd name="T13" fmla="*/ 14 h 15"/>
                <a:gd name="T14" fmla="*/ 3 w 42"/>
                <a:gd name="T15" fmla="*/ 15 h 15"/>
                <a:gd name="T16" fmla="*/ 6 w 42"/>
                <a:gd name="T17" fmla="*/ 15 h 15"/>
                <a:gd name="T18" fmla="*/ 42 w 42"/>
                <a:gd name="T19" fmla="*/ 1 h 15"/>
                <a:gd name="T20" fmla="*/ 36 w 42"/>
                <a:gd name="T21" fmla="*/ 0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2" h="15">
                  <a:moveTo>
                    <a:pt x="36" y="0"/>
                  </a:moveTo>
                  <a:cubicBezTo>
                    <a:pt x="36" y="0"/>
                    <a:pt x="36" y="0"/>
                    <a:pt x="36" y="0"/>
                  </a:cubicBezTo>
                  <a:cubicBezTo>
                    <a:pt x="26" y="7"/>
                    <a:pt x="15" y="11"/>
                    <a:pt x="3" y="14"/>
                  </a:cubicBezTo>
                  <a:cubicBezTo>
                    <a:pt x="3" y="14"/>
                    <a:pt x="3" y="14"/>
                    <a:pt x="3" y="14"/>
                  </a:cubicBezTo>
                  <a:cubicBezTo>
                    <a:pt x="3" y="14"/>
                    <a:pt x="3" y="14"/>
                    <a:pt x="3" y="14"/>
                  </a:cubicBezTo>
                  <a:cubicBezTo>
                    <a:pt x="3" y="14"/>
                    <a:pt x="3" y="14"/>
                    <a:pt x="3" y="14"/>
                  </a:cubicBezTo>
                  <a:cubicBezTo>
                    <a:pt x="2" y="14"/>
                    <a:pt x="1" y="14"/>
                    <a:pt x="0" y="14"/>
                  </a:cubicBezTo>
                  <a:cubicBezTo>
                    <a:pt x="1" y="15"/>
                    <a:pt x="2" y="15"/>
                    <a:pt x="3" y="15"/>
                  </a:cubicBezTo>
                  <a:cubicBezTo>
                    <a:pt x="4" y="15"/>
                    <a:pt x="5" y="15"/>
                    <a:pt x="6" y="15"/>
                  </a:cubicBezTo>
                  <a:cubicBezTo>
                    <a:pt x="19" y="14"/>
                    <a:pt x="33" y="7"/>
                    <a:pt x="42" y="1"/>
                  </a:cubicBezTo>
                  <a:cubicBezTo>
                    <a:pt x="36" y="0"/>
                    <a:pt x="36" y="0"/>
                    <a:pt x="36" y="0"/>
                  </a:cubicBezTo>
                </a:path>
              </a:pathLst>
            </a:custGeom>
            <a:solidFill>
              <a:srgbClr val="B9C1CF"/>
            </a:solidFill>
            <a:ln>
              <a:noFill/>
            </a:ln>
            <a:extLst>
              <a:ext uri="{91240B29-F687-4F45-9708-019B960494DF}">
                <a14:hiddenLine xmlns:a14="http://schemas.microsoft.com/office/drawing/2010/main" w="9525">
                  <a:solidFill>
                    <a:srgbClr val="000000"/>
                  </a:solidFill>
                  <a:round/>
                  <a:headEnd/>
                  <a:tailEnd/>
                </a14:hiddenLine>
              </a:ext>
            </a:extLst>
          </p:spPr>
          <p:txBody>
            <a:bodyPr wrap="square" lIns="91440" tIns="45720" rIns="91440" bIns="45720" anchor="ctr">
              <a:normAutofit fontScale="25000" lnSpcReduction="20000"/>
            </a:bodyPr>
            <a:lstStyle/>
            <a:p>
              <a:pPr algn="ctr"/>
              <a:endParaRPr>
                <a:cs typeface="+mn-ea"/>
                <a:sym typeface="+mn-lt"/>
              </a:endParaRPr>
            </a:p>
          </p:txBody>
        </p:sp>
        <p:sp>
          <p:nvSpPr>
            <p:cNvPr id="379" name="任意多边形: 形状 378">
              <a:extLst>
                <a:ext uri="{FF2B5EF4-FFF2-40B4-BE49-F238E27FC236}">
                  <a16:creationId xmlns:a16="http://schemas.microsoft.com/office/drawing/2014/main" id="{23DFE770-56B9-48E2-B7A9-F89F1901C7CC}"/>
                </a:ext>
              </a:extLst>
            </p:cNvPr>
            <p:cNvSpPr/>
            <p:nvPr/>
          </p:nvSpPr>
          <p:spPr bwMode="auto">
            <a:xfrm>
              <a:off x="3638563" y="4960831"/>
              <a:ext cx="25688" cy="11988"/>
            </a:xfrm>
            <a:custGeom>
              <a:avLst/>
              <a:gdLst>
                <a:gd name="T0" fmla="*/ 10 w 17"/>
                <a:gd name="T1" fmla="*/ 0 h 8"/>
                <a:gd name="T2" fmla="*/ 10 w 17"/>
                <a:gd name="T3" fmla="*/ 0 h 8"/>
                <a:gd name="T4" fmla="*/ 9 w 17"/>
                <a:gd name="T5" fmla="*/ 1 h 8"/>
                <a:gd name="T6" fmla="*/ 0 w 17"/>
                <a:gd name="T7" fmla="*/ 7 h 8"/>
                <a:gd name="T8" fmla="*/ 6 w 17"/>
                <a:gd name="T9" fmla="*/ 8 h 8"/>
                <a:gd name="T10" fmla="*/ 6 w 17"/>
                <a:gd name="T11" fmla="*/ 8 h 8"/>
                <a:gd name="T12" fmla="*/ 17 w 17"/>
                <a:gd name="T13" fmla="*/ 1 h 8"/>
                <a:gd name="T14" fmla="*/ 10 w 17"/>
                <a:gd name="T15" fmla="*/ 0 h 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7" h="8">
                  <a:moveTo>
                    <a:pt x="10" y="0"/>
                  </a:moveTo>
                  <a:cubicBezTo>
                    <a:pt x="10" y="0"/>
                    <a:pt x="10" y="0"/>
                    <a:pt x="10" y="0"/>
                  </a:cubicBezTo>
                  <a:cubicBezTo>
                    <a:pt x="9" y="1"/>
                    <a:pt x="9" y="1"/>
                    <a:pt x="9" y="1"/>
                  </a:cubicBezTo>
                  <a:cubicBezTo>
                    <a:pt x="9" y="1"/>
                    <a:pt x="5" y="4"/>
                    <a:pt x="0" y="7"/>
                  </a:cubicBezTo>
                  <a:cubicBezTo>
                    <a:pt x="6" y="8"/>
                    <a:pt x="6" y="8"/>
                    <a:pt x="6" y="8"/>
                  </a:cubicBezTo>
                  <a:cubicBezTo>
                    <a:pt x="6" y="8"/>
                    <a:pt x="6" y="8"/>
                    <a:pt x="6" y="8"/>
                  </a:cubicBezTo>
                  <a:cubicBezTo>
                    <a:pt x="10" y="6"/>
                    <a:pt x="14" y="4"/>
                    <a:pt x="17" y="1"/>
                  </a:cubicBezTo>
                  <a:cubicBezTo>
                    <a:pt x="14" y="1"/>
                    <a:pt x="12" y="0"/>
                    <a:pt x="10" y="0"/>
                  </a:cubicBezTo>
                </a:path>
              </a:pathLst>
            </a:custGeom>
            <a:solidFill>
              <a:srgbClr val="A6ADBA"/>
            </a:solidFill>
            <a:ln>
              <a:noFill/>
            </a:ln>
            <a:extLst>
              <a:ext uri="{91240B29-F687-4F45-9708-019B960494DF}">
                <a14:hiddenLine xmlns:a14="http://schemas.microsoft.com/office/drawing/2010/main" w="9525">
                  <a:solidFill>
                    <a:srgbClr val="000000"/>
                  </a:solidFill>
                  <a:round/>
                  <a:headEnd/>
                  <a:tailEnd/>
                </a14:hiddenLine>
              </a:ext>
            </a:extLst>
          </p:spPr>
          <p:txBody>
            <a:bodyPr wrap="square" lIns="91440" tIns="45720" rIns="91440" bIns="45720" anchor="ctr">
              <a:normAutofit fontScale="25000" lnSpcReduction="20000"/>
            </a:bodyPr>
            <a:lstStyle/>
            <a:p>
              <a:pPr algn="ctr"/>
              <a:endParaRPr>
                <a:cs typeface="+mn-ea"/>
                <a:sym typeface="+mn-lt"/>
              </a:endParaRPr>
            </a:p>
          </p:txBody>
        </p:sp>
        <p:sp>
          <p:nvSpPr>
            <p:cNvPr id="380" name="任意多边形: 形状 379">
              <a:extLst>
                <a:ext uri="{FF2B5EF4-FFF2-40B4-BE49-F238E27FC236}">
                  <a16:creationId xmlns:a16="http://schemas.microsoft.com/office/drawing/2014/main" id="{DC6A7D64-364C-4B0C-8C1E-1AB41122AD8F}"/>
                </a:ext>
              </a:extLst>
            </p:cNvPr>
            <p:cNvSpPr/>
            <p:nvPr/>
          </p:nvSpPr>
          <p:spPr bwMode="auto">
            <a:xfrm>
              <a:off x="3653976" y="4452218"/>
              <a:ext cx="354488" cy="510325"/>
            </a:xfrm>
            <a:custGeom>
              <a:avLst/>
              <a:gdLst>
                <a:gd name="T0" fmla="*/ 235 w 243"/>
                <a:gd name="T1" fmla="*/ 0 h 349"/>
                <a:gd name="T2" fmla="*/ 235 w 243"/>
                <a:gd name="T3" fmla="*/ 0 h 349"/>
                <a:gd name="T4" fmla="*/ 235 w 243"/>
                <a:gd name="T5" fmla="*/ 0 h 349"/>
                <a:gd name="T6" fmla="*/ 232 w 243"/>
                <a:gd name="T7" fmla="*/ 9 h 349"/>
                <a:gd name="T8" fmla="*/ 130 w 243"/>
                <a:gd name="T9" fmla="*/ 148 h 349"/>
                <a:gd name="T10" fmla="*/ 115 w 243"/>
                <a:gd name="T11" fmla="*/ 183 h 349"/>
                <a:gd name="T12" fmla="*/ 83 w 243"/>
                <a:gd name="T13" fmla="*/ 240 h 349"/>
                <a:gd name="T14" fmla="*/ 0 w 243"/>
                <a:gd name="T15" fmla="*/ 348 h 349"/>
                <a:gd name="T16" fmla="*/ 7 w 243"/>
                <a:gd name="T17" fmla="*/ 349 h 349"/>
                <a:gd name="T18" fmla="*/ 7 w 243"/>
                <a:gd name="T19" fmla="*/ 349 h 349"/>
                <a:gd name="T20" fmla="*/ 7 w 243"/>
                <a:gd name="T21" fmla="*/ 349 h 349"/>
                <a:gd name="T22" fmla="*/ 83 w 243"/>
                <a:gd name="T23" fmla="*/ 254 h 349"/>
                <a:gd name="T24" fmla="*/ 124 w 243"/>
                <a:gd name="T25" fmla="*/ 183 h 349"/>
                <a:gd name="T26" fmla="*/ 138 w 243"/>
                <a:gd name="T27" fmla="*/ 148 h 349"/>
                <a:gd name="T28" fmla="*/ 241 w 243"/>
                <a:gd name="T29" fmla="*/ 9 h 349"/>
                <a:gd name="T30" fmla="*/ 243 w 243"/>
                <a:gd name="T31" fmla="*/ 0 h 349"/>
                <a:gd name="T32" fmla="*/ 243 w 243"/>
                <a:gd name="T33" fmla="*/ 0 h 349"/>
                <a:gd name="T34" fmla="*/ 235 w 243"/>
                <a:gd name="T35" fmla="*/ 0 h 3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43" h="349">
                  <a:moveTo>
                    <a:pt x="235" y="0"/>
                  </a:moveTo>
                  <a:cubicBezTo>
                    <a:pt x="235" y="0"/>
                    <a:pt x="235" y="0"/>
                    <a:pt x="235" y="0"/>
                  </a:cubicBezTo>
                  <a:cubicBezTo>
                    <a:pt x="235" y="0"/>
                    <a:pt x="235" y="0"/>
                    <a:pt x="235" y="0"/>
                  </a:cubicBezTo>
                  <a:cubicBezTo>
                    <a:pt x="234" y="3"/>
                    <a:pt x="234" y="6"/>
                    <a:pt x="232" y="9"/>
                  </a:cubicBezTo>
                  <a:cubicBezTo>
                    <a:pt x="217" y="46"/>
                    <a:pt x="130" y="148"/>
                    <a:pt x="130" y="148"/>
                  </a:cubicBezTo>
                  <a:cubicBezTo>
                    <a:pt x="126" y="160"/>
                    <a:pt x="121" y="172"/>
                    <a:pt x="115" y="183"/>
                  </a:cubicBezTo>
                  <a:cubicBezTo>
                    <a:pt x="106" y="203"/>
                    <a:pt x="95" y="222"/>
                    <a:pt x="83" y="240"/>
                  </a:cubicBezTo>
                  <a:cubicBezTo>
                    <a:pt x="58" y="278"/>
                    <a:pt x="30" y="314"/>
                    <a:pt x="0" y="348"/>
                  </a:cubicBezTo>
                  <a:cubicBezTo>
                    <a:pt x="2" y="348"/>
                    <a:pt x="4" y="349"/>
                    <a:pt x="7" y="349"/>
                  </a:cubicBezTo>
                  <a:cubicBezTo>
                    <a:pt x="7" y="349"/>
                    <a:pt x="7" y="349"/>
                    <a:pt x="7" y="349"/>
                  </a:cubicBezTo>
                  <a:cubicBezTo>
                    <a:pt x="7" y="349"/>
                    <a:pt x="7" y="349"/>
                    <a:pt x="7" y="349"/>
                  </a:cubicBezTo>
                  <a:cubicBezTo>
                    <a:pt x="35" y="319"/>
                    <a:pt x="60" y="287"/>
                    <a:pt x="83" y="254"/>
                  </a:cubicBezTo>
                  <a:cubicBezTo>
                    <a:pt x="98" y="231"/>
                    <a:pt x="112" y="208"/>
                    <a:pt x="124" y="183"/>
                  </a:cubicBezTo>
                  <a:cubicBezTo>
                    <a:pt x="130" y="172"/>
                    <a:pt x="135" y="160"/>
                    <a:pt x="138" y="148"/>
                  </a:cubicBezTo>
                  <a:cubicBezTo>
                    <a:pt x="138" y="148"/>
                    <a:pt x="226" y="46"/>
                    <a:pt x="241" y="9"/>
                  </a:cubicBezTo>
                  <a:cubicBezTo>
                    <a:pt x="242" y="6"/>
                    <a:pt x="243" y="3"/>
                    <a:pt x="243" y="0"/>
                  </a:cubicBezTo>
                  <a:cubicBezTo>
                    <a:pt x="243" y="0"/>
                    <a:pt x="243" y="0"/>
                    <a:pt x="243" y="0"/>
                  </a:cubicBezTo>
                  <a:cubicBezTo>
                    <a:pt x="240" y="0"/>
                    <a:pt x="237" y="0"/>
                    <a:pt x="235" y="0"/>
                  </a:cubicBezTo>
                </a:path>
              </a:pathLst>
            </a:custGeom>
            <a:solidFill>
              <a:srgbClr val="E59191"/>
            </a:solidFill>
            <a:ln>
              <a:noFill/>
            </a:ln>
            <a:extLst>
              <a:ext uri="{91240B29-F687-4F45-9708-019B960494DF}">
                <a14:hiddenLine xmlns:a14="http://schemas.microsoft.com/office/drawing/2010/main" w="9525">
                  <a:solidFill>
                    <a:srgbClr val="000000"/>
                  </a:solidFill>
                  <a:round/>
                  <a:headEnd/>
                  <a:tailEnd/>
                </a14:hiddenLine>
              </a:ext>
            </a:extLst>
          </p:spPr>
          <p:txBody>
            <a:bodyPr wrap="square" lIns="91440" tIns="45720" rIns="91440" bIns="45720" anchor="ctr">
              <a:normAutofit fontScale="92500" lnSpcReduction="10000"/>
            </a:bodyPr>
            <a:lstStyle/>
            <a:p>
              <a:pPr algn="ctr"/>
              <a:endParaRPr>
                <a:cs typeface="+mn-ea"/>
                <a:sym typeface="+mn-lt"/>
              </a:endParaRPr>
            </a:p>
          </p:txBody>
        </p:sp>
        <p:sp>
          <p:nvSpPr>
            <p:cNvPr id="381" name="任意多边形: 形状 380">
              <a:extLst>
                <a:ext uri="{FF2B5EF4-FFF2-40B4-BE49-F238E27FC236}">
                  <a16:creationId xmlns:a16="http://schemas.microsoft.com/office/drawing/2014/main" id="{3D5F1916-B46F-4405-A47A-4C3BA484DD93}"/>
                </a:ext>
              </a:extLst>
            </p:cNvPr>
            <p:cNvSpPr/>
            <p:nvPr/>
          </p:nvSpPr>
          <p:spPr bwMode="auto">
            <a:xfrm>
              <a:off x="3070013" y="3140444"/>
              <a:ext cx="928175" cy="1851213"/>
            </a:xfrm>
            <a:custGeom>
              <a:avLst/>
              <a:gdLst>
                <a:gd name="T0" fmla="*/ 631 w 634"/>
                <a:gd name="T1" fmla="*/ 906 h 1266"/>
                <a:gd name="T2" fmla="*/ 514 w 634"/>
                <a:gd name="T3" fmla="*/ 1080 h 1266"/>
                <a:gd name="T4" fmla="*/ 399 w 634"/>
                <a:gd name="T5" fmla="*/ 1245 h 1266"/>
                <a:gd name="T6" fmla="*/ 389 w 634"/>
                <a:gd name="T7" fmla="*/ 1252 h 1266"/>
                <a:gd name="T8" fmla="*/ 351 w 634"/>
                <a:gd name="T9" fmla="*/ 1264 h 1266"/>
                <a:gd name="T10" fmla="*/ 311 w 634"/>
                <a:gd name="T11" fmla="*/ 1251 h 1266"/>
                <a:gd name="T12" fmla="*/ 273 w 634"/>
                <a:gd name="T13" fmla="*/ 1235 h 1266"/>
                <a:gd name="T14" fmla="*/ 235 w 634"/>
                <a:gd name="T15" fmla="*/ 1216 h 1266"/>
                <a:gd name="T16" fmla="*/ 192 w 634"/>
                <a:gd name="T17" fmla="*/ 1191 h 1266"/>
                <a:gd name="T18" fmla="*/ 145 w 634"/>
                <a:gd name="T19" fmla="*/ 1158 h 1266"/>
                <a:gd name="T20" fmla="*/ 126 w 634"/>
                <a:gd name="T21" fmla="*/ 1088 h 1266"/>
                <a:gd name="T22" fmla="*/ 128 w 634"/>
                <a:gd name="T23" fmla="*/ 1070 h 1266"/>
                <a:gd name="T24" fmla="*/ 114 w 634"/>
                <a:gd name="T25" fmla="*/ 1049 h 1266"/>
                <a:gd name="T26" fmla="*/ 108 w 634"/>
                <a:gd name="T27" fmla="*/ 1028 h 1266"/>
                <a:gd name="T28" fmla="*/ 79 w 634"/>
                <a:gd name="T29" fmla="*/ 976 h 1266"/>
                <a:gd name="T30" fmla="*/ 70 w 634"/>
                <a:gd name="T31" fmla="*/ 898 h 1266"/>
                <a:gd name="T32" fmla="*/ 61 w 634"/>
                <a:gd name="T33" fmla="*/ 843 h 1266"/>
                <a:gd name="T34" fmla="*/ 57 w 634"/>
                <a:gd name="T35" fmla="*/ 802 h 1266"/>
                <a:gd name="T36" fmla="*/ 1 w 634"/>
                <a:gd name="T37" fmla="*/ 653 h 1266"/>
                <a:gd name="T38" fmla="*/ 16 w 634"/>
                <a:gd name="T39" fmla="*/ 531 h 1266"/>
                <a:gd name="T40" fmla="*/ 21 w 634"/>
                <a:gd name="T41" fmla="*/ 521 h 1266"/>
                <a:gd name="T42" fmla="*/ 34 w 634"/>
                <a:gd name="T43" fmla="*/ 467 h 1266"/>
                <a:gd name="T44" fmla="*/ 31 w 634"/>
                <a:gd name="T45" fmla="*/ 375 h 1266"/>
                <a:gd name="T46" fmla="*/ 26 w 634"/>
                <a:gd name="T47" fmla="*/ 341 h 1266"/>
                <a:gd name="T48" fmla="*/ 25 w 634"/>
                <a:gd name="T49" fmla="*/ 281 h 1266"/>
                <a:gd name="T50" fmla="*/ 59 w 634"/>
                <a:gd name="T51" fmla="*/ 155 h 1266"/>
                <a:gd name="T52" fmla="*/ 83 w 634"/>
                <a:gd name="T53" fmla="*/ 115 h 1266"/>
                <a:gd name="T54" fmla="*/ 98 w 634"/>
                <a:gd name="T55" fmla="*/ 95 h 1266"/>
                <a:gd name="T56" fmla="*/ 259 w 634"/>
                <a:gd name="T57" fmla="*/ 2 h 1266"/>
                <a:gd name="T58" fmla="*/ 495 w 634"/>
                <a:gd name="T59" fmla="*/ 309 h 1266"/>
                <a:gd name="T60" fmla="*/ 532 w 634"/>
                <a:gd name="T61" fmla="*/ 414 h 1266"/>
                <a:gd name="T62" fmla="*/ 560 w 634"/>
                <a:gd name="T63" fmla="*/ 562 h 1266"/>
                <a:gd name="T64" fmla="*/ 570 w 634"/>
                <a:gd name="T65" fmla="*/ 673 h 1266"/>
                <a:gd name="T66" fmla="*/ 516 w 634"/>
                <a:gd name="T67" fmla="*/ 792 h 1266"/>
                <a:gd name="T68" fmla="*/ 542 w 634"/>
                <a:gd name="T69" fmla="*/ 860 h 1266"/>
                <a:gd name="T70" fmla="*/ 567 w 634"/>
                <a:gd name="T71" fmla="*/ 856 h 1266"/>
                <a:gd name="T72" fmla="*/ 593 w 634"/>
                <a:gd name="T73" fmla="*/ 878 h 12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634" h="1266">
                  <a:moveTo>
                    <a:pt x="634" y="897"/>
                  </a:moveTo>
                  <a:cubicBezTo>
                    <a:pt x="633" y="900"/>
                    <a:pt x="633" y="903"/>
                    <a:pt x="631" y="906"/>
                  </a:cubicBezTo>
                  <a:cubicBezTo>
                    <a:pt x="616" y="943"/>
                    <a:pt x="529" y="1045"/>
                    <a:pt x="529" y="1045"/>
                  </a:cubicBezTo>
                  <a:cubicBezTo>
                    <a:pt x="525" y="1057"/>
                    <a:pt x="520" y="1069"/>
                    <a:pt x="514" y="1080"/>
                  </a:cubicBezTo>
                  <a:cubicBezTo>
                    <a:pt x="505" y="1100"/>
                    <a:pt x="494" y="1119"/>
                    <a:pt x="482" y="1137"/>
                  </a:cubicBezTo>
                  <a:cubicBezTo>
                    <a:pt x="457" y="1175"/>
                    <a:pt x="429" y="1211"/>
                    <a:pt x="399" y="1245"/>
                  </a:cubicBezTo>
                  <a:cubicBezTo>
                    <a:pt x="398" y="1246"/>
                    <a:pt x="398" y="1246"/>
                    <a:pt x="398" y="1246"/>
                  </a:cubicBezTo>
                  <a:cubicBezTo>
                    <a:pt x="398" y="1246"/>
                    <a:pt x="394" y="1249"/>
                    <a:pt x="389" y="1252"/>
                  </a:cubicBezTo>
                  <a:cubicBezTo>
                    <a:pt x="379" y="1259"/>
                    <a:pt x="368" y="1263"/>
                    <a:pt x="356" y="1266"/>
                  </a:cubicBezTo>
                  <a:cubicBezTo>
                    <a:pt x="351" y="1264"/>
                    <a:pt x="351" y="1264"/>
                    <a:pt x="351" y="1264"/>
                  </a:cubicBezTo>
                  <a:cubicBezTo>
                    <a:pt x="344" y="1262"/>
                    <a:pt x="344" y="1262"/>
                    <a:pt x="344" y="1262"/>
                  </a:cubicBezTo>
                  <a:cubicBezTo>
                    <a:pt x="333" y="1259"/>
                    <a:pt x="322" y="1255"/>
                    <a:pt x="311" y="1251"/>
                  </a:cubicBezTo>
                  <a:cubicBezTo>
                    <a:pt x="304" y="1248"/>
                    <a:pt x="304" y="1248"/>
                    <a:pt x="304" y="1248"/>
                  </a:cubicBezTo>
                  <a:cubicBezTo>
                    <a:pt x="294" y="1244"/>
                    <a:pt x="283" y="1240"/>
                    <a:pt x="273" y="1235"/>
                  </a:cubicBezTo>
                  <a:cubicBezTo>
                    <a:pt x="266" y="1232"/>
                    <a:pt x="266" y="1232"/>
                    <a:pt x="266" y="1232"/>
                  </a:cubicBezTo>
                  <a:cubicBezTo>
                    <a:pt x="256" y="1227"/>
                    <a:pt x="245" y="1222"/>
                    <a:pt x="235" y="1216"/>
                  </a:cubicBezTo>
                  <a:cubicBezTo>
                    <a:pt x="231" y="1214"/>
                    <a:pt x="228" y="1212"/>
                    <a:pt x="224" y="1210"/>
                  </a:cubicBezTo>
                  <a:cubicBezTo>
                    <a:pt x="213" y="1204"/>
                    <a:pt x="203" y="1198"/>
                    <a:pt x="192" y="1191"/>
                  </a:cubicBezTo>
                  <a:cubicBezTo>
                    <a:pt x="181" y="1184"/>
                    <a:pt x="170" y="1177"/>
                    <a:pt x="160" y="1169"/>
                  </a:cubicBezTo>
                  <a:cubicBezTo>
                    <a:pt x="155" y="1166"/>
                    <a:pt x="150" y="1162"/>
                    <a:pt x="145" y="1158"/>
                  </a:cubicBezTo>
                  <a:cubicBezTo>
                    <a:pt x="140" y="1148"/>
                    <a:pt x="135" y="1139"/>
                    <a:pt x="133" y="1134"/>
                  </a:cubicBezTo>
                  <a:cubicBezTo>
                    <a:pt x="126" y="1121"/>
                    <a:pt x="126" y="1102"/>
                    <a:pt x="126" y="1088"/>
                  </a:cubicBezTo>
                  <a:cubicBezTo>
                    <a:pt x="126" y="1087"/>
                    <a:pt x="126" y="1086"/>
                    <a:pt x="127" y="1084"/>
                  </a:cubicBezTo>
                  <a:cubicBezTo>
                    <a:pt x="127" y="1076"/>
                    <a:pt x="128" y="1070"/>
                    <a:pt x="128" y="1070"/>
                  </a:cubicBezTo>
                  <a:cubicBezTo>
                    <a:pt x="128" y="1070"/>
                    <a:pt x="125" y="1066"/>
                    <a:pt x="121" y="1060"/>
                  </a:cubicBezTo>
                  <a:cubicBezTo>
                    <a:pt x="119" y="1056"/>
                    <a:pt x="117" y="1053"/>
                    <a:pt x="114" y="1049"/>
                  </a:cubicBezTo>
                  <a:cubicBezTo>
                    <a:pt x="110" y="1042"/>
                    <a:pt x="107" y="1035"/>
                    <a:pt x="108" y="1031"/>
                  </a:cubicBezTo>
                  <a:cubicBezTo>
                    <a:pt x="108" y="1030"/>
                    <a:pt x="108" y="1029"/>
                    <a:pt x="108" y="1028"/>
                  </a:cubicBezTo>
                  <a:cubicBezTo>
                    <a:pt x="108" y="1027"/>
                    <a:pt x="108" y="1026"/>
                    <a:pt x="107" y="1024"/>
                  </a:cubicBezTo>
                  <a:cubicBezTo>
                    <a:pt x="104" y="1012"/>
                    <a:pt x="91" y="990"/>
                    <a:pt x="79" y="976"/>
                  </a:cubicBezTo>
                  <a:cubicBezTo>
                    <a:pt x="70" y="966"/>
                    <a:pt x="69" y="929"/>
                    <a:pt x="70" y="902"/>
                  </a:cubicBezTo>
                  <a:cubicBezTo>
                    <a:pt x="70" y="901"/>
                    <a:pt x="70" y="900"/>
                    <a:pt x="70" y="898"/>
                  </a:cubicBezTo>
                  <a:cubicBezTo>
                    <a:pt x="70" y="885"/>
                    <a:pt x="71" y="875"/>
                    <a:pt x="71" y="875"/>
                  </a:cubicBezTo>
                  <a:cubicBezTo>
                    <a:pt x="67" y="873"/>
                    <a:pt x="63" y="858"/>
                    <a:pt x="61" y="843"/>
                  </a:cubicBezTo>
                  <a:cubicBezTo>
                    <a:pt x="60" y="839"/>
                    <a:pt x="60" y="839"/>
                    <a:pt x="60" y="839"/>
                  </a:cubicBezTo>
                  <a:cubicBezTo>
                    <a:pt x="58" y="820"/>
                    <a:pt x="57" y="802"/>
                    <a:pt x="57" y="802"/>
                  </a:cubicBezTo>
                  <a:cubicBezTo>
                    <a:pt x="27" y="780"/>
                    <a:pt x="13" y="747"/>
                    <a:pt x="7" y="717"/>
                  </a:cubicBezTo>
                  <a:cubicBezTo>
                    <a:pt x="2" y="696"/>
                    <a:pt x="0" y="674"/>
                    <a:pt x="1" y="653"/>
                  </a:cubicBezTo>
                  <a:cubicBezTo>
                    <a:pt x="1" y="652"/>
                    <a:pt x="1" y="652"/>
                    <a:pt x="1" y="652"/>
                  </a:cubicBezTo>
                  <a:cubicBezTo>
                    <a:pt x="1" y="652"/>
                    <a:pt x="5" y="564"/>
                    <a:pt x="16" y="531"/>
                  </a:cubicBezTo>
                  <a:cubicBezTo>
                    <a:pt x="16" y="529"/>
                    <a:pt x="17" y="528"/>
                    <a:pt x="17" y="527"/>
                  </a:cubicBezTo>
                  <a:cubicBezTo>
                    <a:pt x="18" y="524"/>
                    <a:pt x="19" y="523"/>
                    <a:pt x="21" y="521"/>
                  </a:cubicBezTo>
                  <a:cubicBezTo>
                    <a:pt x="27" y="512"/>
                    <a:pt x="31" y="492"/>
                    <a:pt x="33" y="471"/>
                  </a:cubicBezTo>
                  <a:cubicBezTo>
                    <a:pt x="34" y="467"/>
                    <a:pt x="34" y="467"/>
                    <a:pt x="34" y="467"/>
                  </a:cubicBezTo>
                  <a:cubicBezTo>
                    <a:pt x="37" y="439"/>
                    <a:pt x="38" y="411"/>
                    <a:pt x="38" y="411"/>
                  </a:cubicBezTo>
                  <a:cubicBezTo>
                    <a:pt x="31" y="375"/>
                    <a:pt x="31" y="375"/>
                    <a:pt x="31" y="375"/>
                  </a:cubicBezTo>
                  <a:cubicBezTo>
                    <a:pt x="29" y="365"/>
                    <a:pt x="27" y="355"/>
                    <a:pt x="26" y="345"/>
                  </a:cubicBezTo>
                  <a:cubicBezTo>
                    <a:pt x="26" y="344"/>
                    <a:pt x="26" y="342"/>
                    <a:pt x="26" y="341"/>
                  </a:cubicBezTo>
                  <a:cubicBezTo>
                    <a:pt x="24" y="322"/>
                    <a:pt x="23" y="304"/>
                    <a:pt x="25" y="285"/>
                  </a:cubicBezTo>
                  <a:cubicBezTo>
                    <a:pt x="25" y="284"/>
                    <a:pt x="25" y="282"/>
                    <a:pt x="25" y="281"/>
                  </a:cubicBezTo>
                  <a:cubicBezTo>
                    <a:pt x="28" y="239"/>
                    <a:pt x="39" y="197"/>
                    <a:pt x="57" y="159"/>
                  </a:cubicBezTo>
                  <a:cubicBezTo>
                    <a:pt x="58" y="158"/>
                    <a:pt x="59" y="156"/>
                    <a:pt x="59" y="155"/>
                  </a:cubicBezTo>
                  <a:cubicBezTo>
                    <a:pt x="65" y="145"/>
                    <a:pt x="70" y="135"/>
                    <a:pt x="77" y="125"/>
                  </a:cubicBezTo>
                  <a:cubicBezTo>
                    <a:pt x="79" y="122"/>
                    <a:pt x="81" y="118"/>
                    <a:pt x="83" y="115"/>
                  </a:cubicBezTo>
                  <a:cubicBezTo>
                    <a:pt x="87" y="110"/>
                    <a:pt x="91" y="104"/>
                    <a:pt x="95" y="99"/>
                  </a:cubicBezTo>
                  <a:cubicBezTo>
                    <a:pt x="98" y="95"/>
                    <a:pt x="98" y="95"/>
                    <a:pt x="98" y="95"/>
                  </a:cubicBezTo>
                  <a:cubicBezTo>
                    <a:pt x="110" y="80"/>
                    <a:pt x="124" y="66"/>
                    <a:pt x="139" y="53"/>
                  </a:cubicBezTo>
                  <a:cubicBezTo>
                    <a:pt x="183" y="15"/>
                    <a:pt x="223" y="0"/>
                    <a:pt x="259" y="2"/>
                  </a:cubicBezTo>
                  <a:cubicBezTo>
                    <a:pt x="401" y="7"/>
                    <a:pt x="480" y="258"/>
                    <a:pt x="493" y="303"/>
                  </a:cubicBezTo>
                  <a:cubicBezTo>
                    <a:pt x="495" y="307"/>
                    <a:pt x="495" y="309"/>
                    <a:pt x="495" y="309"/>
                  </a:cubicBezTo>
                  <a:cubicBezTo>
                    <a:pt x="495" y="309"/>
                    <a:pt x="555" y="369"/>
                    <a:pt x="538" y="395"/>
                  </a:cubicBezTo>
                  <a:cubicBezTo>
                    <a:pt x="534" y="401"/>
                    <a:pt x="532" y="408"/>
                    <a:pt x="532" y="414"/>
                  </a:cubicBezTo>
                  <a:cubicBezTo>
                    <a:pt x="527" y="450"/>
                    <a:pt x="541" y="508"/>
                    <a:pt x="541" y="508"/>
                  </a:cubicBezTo>
                  <a:cubicBezTo>
                    <a:pt x="541" y="508"/>
                    <a:pt x="545" y="524"/>
                    <a:pt x="560" y="562"/>
                  </a:cubicBezTo>
                  <a:cubicBezTo>
                    <a:pt x="561" y="565"/>
                    <a:pt x="562" y="569"/>
                    <a:pt x="564" y="573"/>
                  </a:cubicBezTo>
                  <a:cubicBezTo>
                    <a:pt x="573" y="597"/>
                    <a:pt x="575" y="637"/>
                    <a:pt x="570" y="673"/>
                  </a:cubicBezTo>
                  <a:cubicBezTo>
                    <a:pt x="565" y="708"/>
                    <a:pt x="553" y="739"/>
                    <a:pt x="535" y="746"/>
                  </a:cubicBezTo>
                  <a:cubicBezTo>
                    <a:pt x="497" y="762"/>
                    <a:pt x="507" y="778"/>
                    <a:pt x="516" y="792"/>
                  </a:cubicBezTo>
                  <a:cubicBezTo>
                    <a:pt x="521" y="801"/>
                    <a:pt x="525" y="811"/>
                    <a:pt x="529" y="821"/>
                  </a:cubicBezTo>
                  <a:cubicBezTo>
                    <a:pt x="535" y="840"/>
                    <a:pt x="542" y="860"/>
                    <a:pt x="542" y="860"/>
                  </a:cubicBezTo>
                  <a:cubicBezTo>
                    <a:pt x="544" y="859"/>
                    <a:pt x="547" y="858"/>
                    <a:pt x="550" y="857"/>
                  </a:cubicBezTo>
                  <a:cubicBezTo>
                    <a:pt x="555" y="856"/>
                    <a:pt x="561" y="855"/>
                    <a:pt x="567" y="856"/>
                  </a:cubicBezTo>
                  <a:cubicBezTo>
                    <a:pt x="570" y="856"/>
                    <a:pt x="573" y="858"/>
                    <a:pt x="574" y="861"/>
                  </a:cubicBezTo>
                  <a:cubicBezTo>
                    <a:pt x="575" y="866"/>
                    <a:pt x="583" y="872"/>
                    <a:pt x="593" y="878"/>
                  </a:cubicBezTo>
                  <a:cubicBezTo>
                    <a:pt x="606" y="885"/>
                    <a:pt x="620" y="891"/>
                    <a:pt x="634" y="897"/>
                  </a:cubicBezTo>
                </a:path>
              </a:pathLst>
            </a:custGeom>
            <a:solidFill>
              <a:srgbClr val="CED7E7"/>
            </a:solidFill>
            <a:ln>
              <a:noFill/>
            </a:ln>
            <a:extLst>
              <a:ext uri="{91240B29-F687-4F45-9708-019B960494DF}">
                <a14:hiddenLine xmlns:a14="http://schemas.microsoft.com/office/drawing/2010/main" w="9525">
                  <a:solidFill>
                    <a:srgbClr val="000000"/>
                  </a:solidFill>
                  <a:round/>
                  <a:headEnd/>
                  <a:tailEnd/>
                </a14:hiddenLine>
              </a:ext>
            </a:extLst>
          </p:spPr>
          <p:txBody>
            <a:bodyPr wrap="square" lIns="91440" tIns="45720" rIns="91440" bIns="45720" anchor="ctr">
              <a:normAutofit/>
            </a:bodyPr>
            <a:lstStyle/>
            <a:p>
              <a:pPr algn="ctr"/>
              <a:endParaRPr>
                <a:cs typeface="+mn-ea"/>
                <a:sym typeface="+mn-lt"/>
              </a:endParaRPr>
            </a:p>
          </p:txBody>
        </p:sp>
        <p:sp>
          <p:nvSpPr>
            <p:cNvPr id="382" name="任意多边形: 形状 381">
              <a:extLst>
                <a:ext uri="{FF2B5EF4-FFF2-40B4-BE49-F238E27FC236}">
                  <a16:creationId xmlns:a16="http://schemas.microsoft.com/office/drawing/2014/main" id="{0861F9AE-EB75-455A-BE9D-1E678A9D21EA}"/>
                </a:ext>
              </a:extLst>
            </p:cNvPr>
            <p:cNvSpPr/>
            <p:nvPr/>
          </p:nvSpPr>
          <p:spPr bwMode="auto">
            <a:xfrm>
              <a:off x="3225851" y="3756943"/>
              <a:ext cx="604513" cy="291125"/>
            </a:xfrm>
            <a:custGeom>
              <a:avLst/>
              <a:gdLst>
                <a:gd name="T0" fmla="*/ 151 w 413"/>
                <a:gd name="T1" fmla="*/ 0 h 199"/>
                <a:gd name="T2" fmla="*/ 0 w 413"/>
                <a:gd name="T3" fmla="*/ 90 h 199"/>
                <a:gd name="T4" fmla="*/ 173 w 413"/>
                <a:gd name="T5" fmla="*/ 47 h 199"/>
                <a:gd name="T6" fmla="*/ 193 w 413"/>
                <a:gd name="T7" fmla="*/ 51 h 199"/>
                <a:gd name="T8" fmla="*/ 413 w 413"/>
                <a:gd name="T9" fmla="*/ 199 h 199"/>
                <a:gd name="T10" fmla="*/ 191 w 413"/>
                <a:gd name="T11" fmla="*/ 7 h 199"/>
                <a:gd name="T12" fmla="*/ 151 w 413"/>
                <a:gd name="T13" fmla="*/ 0 h 199"/>
              </a:gdLst>
              <a:ahLst/>
              <a:cxnLst>
                <a:cxn ang="0">
                  <a:pos x="T0" y="T1"/>
                </a:cxn>
                <a:cxn ang="0">
                  <a:pos x="T2" y="T3"/>
                </a:cxn>
                <a:cxn ang="0">
                  <a:pos x="T4" y="T5"/>
                </a:cxn>
                <a:cxn ang="0">
                  <a:pos x="T6" y="T7"/>
                </a:cxn>
                <a:cxn ang="0">
                  <a:pos x="T8" y="T9"/>
                </a:cxn>
                <a:cxn ang="0">
                  <a:pos x="T10" y="T11"/>
                </a:cxn>
                <a:cxn ang="0">
                  <a:pos x="T12" y="T13"/>
                </a:cxn>
              </a:cxnLst>
              <a:rect l="0" t="0" r="r" b="b"/>
              <a:pathLst>
                <a:path w="413" h="199">
                  <a:moveTo>
                    <a:pt x="151" y="0"/>
                  </a:moveTo>
                  <a:cubicBezTo>
                    <a:pt x="66" y="0"/>
                    <a:pt x="0" y="90"/>
                    <a:pt x="0" y="90"/>
                  </a:cubicBezTo>
                  <a:cubicBezTo>
                    <a:pt x="12" y="89"/>
                    <a:pt x="122" y="47"/>
                    <a:pt x="173" y="47"/>
                  </a:cubicBezTo>
                  <a:cubicBezTo>
                    <a:pt x="182" y="47"/>
                    <a:pt x="189" y="49"/>
                    <a:pt x="193" y="51"/>
                  </a:cubicBezTo>
                  <a:cubicBezTo>
                    <a:pt x="224" y="71"/>
                    <a:pt x="413" y="199"/>
                    <a:pt x="413" y="199"/>
                  </a:cubicBezTo>
                  <a:cubicBezTo>
                    <a:pt x="413" y="199"/>
                    <a:pt x="294" y="43"/>
                    <a:pt x="191" y="7"/>
                  </a:cubicBezTo>
                  <a:cubicBezTo>
                    <a:pt x="177" y="2"/>
                    <a:pt x="164" y="0"/>
                    <a:pt x="151" y="0"/>
                  </a:cubicBezTo>
                </a:path>
              </a:pathLst>
            </a:custGeom>
            <a:solidFill>
              <a:srgbClr val="B9C1CF"/>
            </a:solidFill>
            <a:ln>
              <a:noFill/>
            </a:ln>
            <a:extLst>
              <a:ext uri="{91240B29-F687-4F45-9708-019B960494DF}">
                <a14:hiddenLine xmlns:a14="http://schemas.microsoft.com/office/drawing/2010/main" w="9525">
                  <a:solidFill>
                    <a:srgbClr val="000000"/>
                  </a:solidFill>
                  <a:round/>
                  <a:headEnd/>
                  <a:tailEnd/>
                </a14:hiddenLine>
              </a:ext>
            </a:extLst>
          </p:spPr>
          <p:txBody>
            <a:bodyPr wrap="square" lIns="91440" tIns="45720" rIns="91440" bIns="45720" anchor="ctr">
              <a:normAutofit fontScale="40000" lnSpcReduction="20000"/>
            </a:bodyPr>
            <a:lstStyle/>
            <a:p>
              <a:pPr algn="ctr"/>
              <a:endParaRPr>
                <a:cs typeface="+mn-ea"/>
                <a:sym typeface="+mn-lt"/>
              </a:endParaRPr>
            </a:p>
          </p:txBody>
        </p:sp>
        <p:sp>
          <p:nvSpPr>
            <p:cNvPr id="383" name="任意多边形: 形状 382">
              <a:extLst>
                <a:ext uri="{FF2B5EF4-FFF2-40B4-BE49-F238E27FC236}">
                  <a16:creationId xmlns:a16="http://schemas.microsoft.com/office/drawing/2014/main" id="{1DA09522-1DC3-476D-9DAE-89AB045FDA87}"/>
                </a:ext>
              </a:extLst>
            </p:cNvPr>
            <p:cNvSpPr/>
            <p:nvPr/>
          </p:nvSpPr>
          <p:spPr bwMode="auto">
            <a:xfrm>
              <a:off x="3539238" y="4233018"/>
              <a:ext cx="250025" cy="71925"/>
            </a:xfrm>
            <a:custGeom>
              <a:avLst/>
              <a:gdLst>
                <a:gd name="T0" fmla="*/ 0 w 171"/>
                <a:gd name="T1" fmla="*/ 0 h 50"/>
                <a:gd name="T2" fmla="*/ 171 w 171"/>
                <a:gd name="T3" fmla="*/ 50 h 50"/>
                <a:gd name="T4" fmla="*/ 0 w 171"/>
                <a:gd name="T5" fmla="*/ 0 h 50"/>
              </a:gdLst>
              <a:ahLst/>
              <a:cxnLst>
                <a:cxn ang="0">
                  <a:pos x="T0" y="T1"/>
                </a:cxn>
                <a:cxn ang="0">
                  <a:pos x="T2" y="T3"/>
                </a:cxn>
                <a:cxn ang="0">
                  <a:pos x="T4" y="T5"/>
                </a:cxn>
              </a:cxnLst>
              <a:rect l="0" t="0" r="r" b="b"/>
              <a:pathLst>
                <a:path w="171" h="50">
                  <a:moveTo>
                    <a:pt x="0" y="0"/>
                  </a:moveTo>
                  <a:cubicBezTo>
                    <a:pt x="171" y="50"/>
                    <a:pt x="171" y="50"/>
                    <a:pt x="171" y="50"/>
                  </a:cubicBezTo>
                  <a:cubicBezTo>
                    <a:pt x="148" y="29"/>
                    <a:pt x="0" y="0"/>
                    <a:pt x="0" y="0"/>
                  </a:cubicBezTo>
                </a:path>
              </a:pathLst>
            </a:custGeom>
            <a:solidFill>
              <a:srgbClr val="B9C1CF"/>
            </a:solidFill>
            <a:ln>
              <a:noFill/>
            </a:ln>
            <a:extLst>
              <a:ext uri="{91240B29-F687-4F45-9708-019B960494DF}">
                <a14:hiddenLine xmlns:a14="http://schemas.microsoft.com/office/drawing/2010/main" w="9525">
                  <a:solidFill>
                    <a:srgbClr val="000000"/>
                  </a:solidFill>
                  <a:round/>
                  <a:headEnd/>
                  <a:tailEnd/>
                </a14:hiddenLine>
              </a:ext>
            </a:extLst>
          </p:spPr>
          <p:txBody>
            <a:bodyPr wrap="square" lIns="91440" tIns="45720" rIns="91440" bIns="45720" anchor="ctr">
              <a:normAutofit fontScale="25000" lnSpcReduction="20000"/>
            </a:bodyPr>
            <a:lstStyle/>
            <a:p>
              <a:pPr algn="ctr"/>
              <a:endParaRPr>
                <a:cs typeface="+mn-ea"/>
                <a:sym typeface="+mn-lt"/>
              </a:endParaRPr>
            </a:p>
          </p:txBody>
        </p:sp>
        <p:sp>
          <p:nvSpPr>
            <p:cNvPr id="384" name="任意多边形: 形状 383">
              <a:extLst>
                <a:ext uri="{FF2B5EF4-FFF2-40B4-BE49-F238E27FC236}">
                  <a16:creationId xmlns:a16="http://schemas.microsoft.com/office/drawing/2014/main" id="{5F50B4E4-AD34-4FBF-A019-3F236FBA4677}"/>
                </a:ext>
              </a:extLst>
            </p:cNvPr>
            <p:cNvSpPr/>
            <p:nvPr/>
          </p:nvSpPr>
          <p:spPr bwMode="auto">
            <a:xfrm>
              <a:off x="3414226" y="4556681"/>
              <a:ext cx="82200" cy="179813"/>
            </a:xfrm>
            <a:custGeom>
              <a:avLst/>
              <a:gdLst>
                <a:gd name="T0" fmla="*/ 56 w 56"/>
                <a:gd name="T1" fmla="*/ 0 h 123"/>
                <a:gd name="T2" fmla="*/ 4 w 56"/>
                <a:gd name="T3" fmla="*/ 123 h 123"/>
                <a:gd name="T4" fmla="*/ 55 w 56"/>
                <a:gd name="T5" fmla="*/ 51 h 123"/>
                <a:gd name="T6" fmla="*/ 56 w 56"/>
                <a:gd name="T7" fmla="*/ 0 h 123"/>
              </a:gdLst>
              <a:ahLst/>
              <a:cxnLst>
                <a:cxn ang="0">
                  <a:pos x="T0" y="T1"/>
                </a:cxn>
                <a:cxn ang="0">
                  <a:pos x="T2" y="T3"/>
                </a:cxn>
                <a:cxn ang="0">
                  <a:pos x="T4" y="T5"/>
                </a:cxn>
                <a:cxn ang="0">
                  <a:pos x="T6" y="T7"/>
                </a:cxn>
              </a:cxnLst>
              <a:rect l="0" t="0" r="r" b="b"/>
              <a:pathLst>
                <a:path w="56" h="123">
                  <a:moveTo>
                    <a:pt x="56" y="0"/>
                  </a:moveTo>
                  <a:cubicBezTo>
                    <a:pt x="54" y="2"/>
                    <a:pt x="0" y="123"/>
                    <a:pt x="4" y="123"/>
                  </a:cubicBezTo>
                  <a:cubicBezTo>
                    <a:pt x="9" y="123"/>
                    <a:pt x="55" y="51"/>
                    <a:pt x="55" y="51"/>
                  </a:cubicBezTo>
                  <a:cubicBezTo>
                    <a:pt x="56" y="0"/>
                    <a:pt x="56" y="0"/>
                    <a:pt x="56" y="0"/>
                  </a:cubicBezTo>
                </a:path>
              </a:pathLst>
            </a:custGeom>
            <a:solidFill>
              <a:srgbClr val="B9C1CF"/>
            </a:solidFill>
            <a:ln>
              <a:noFill/>
            </a:ln>
            <a:extLst>
              <a:ext uri="{91240B29-F687-4F45-9708-019B960494DF}">
                <a14:hiddenLine xmlns:a14="http://schemas.microsoft.com/office/drawing/2010/main" w="9525">
                  <a:solidFill>
                    <a:srgbClr val="000000"/>
                  </a:solidFill>
                  <a:round/>
                  <a:headEnd/>
                  <a:tailEnd/>
                </a14:hiddenLine>
              </a:ext>
            </a:extLst>
          </p:spPr>
          <p:txBody>
            <a:bodyPr wrap="square" lIns="91440" tIns="45720" rIns="91440" bIns="45720" anchor="ctr">
              <a:normAutofit fontScale="25000" lnSpcReduction="20000"/>
            </a:bodyPr>
            <a:lstStyle/>
            <a:p>
              <a:pPr algn="ctr"/>
              <a:endParaRPr>
                <a:cs typeface="+mn-ea"/>
                <a:sym typeface="+mn-lt"/>
              </a:endParaRPr>
            </a:p>
          </p:txBody>
        </p:sp>
        <p:sp>
          <p:nvSpPr>
            <p:cNvPr id="385" name="任意多边形: 形状 384">
              <a:extLst>
                <a:ext uri="{FF2B5EF4-FFF2-40B4-BE49-F238E27FC236}">
                  <a16:creationId xmlns:a16="http://schemas.microsoft.com/office/drawing/2014/main" id="{9A9D06D1-A157-469E-9411-1AA849DC92AA}"/>
                </a:ext>
              </a:extLst>
            </p:cNvPr>
            <p:cNvSpPr/>
            <p:nvPr/>
          </p:nvSpPr>
          <p:spPr bwMode="auto">
            <a:xfrm>
              <a:off x="3582051" y="4344331"/>
              <a:ext cx="63363" cy="25688"/>
            </a:xfrm>
            <a:custGeom>
              <a:avLst/>
              <a:gdLst>
                <a:gd name="T0" fmla="*/ 43 w 43"/>
                <a:gd name="T1" fmla="*/ 0 h 17"/>
                <a:gd name="T2" fmla="*/ 5 w 43"/>
                <a:gd name="T3" fmla="*/ 16 h 17"/>
                <a:gd name="T4" fmla="*/ 6 w 43"/>
                <a:gd name="T5" fmla="*/ 17 h 17"/>
                <a:gd name="T6" fmla="*/ 43 w 43"/>
                <a:gd name="T7" fmla="*/ 0 h 17"/>
              </a:gdLst>
              <a:ahLst/>
              <a:cxnLst>
                <a:cxn ang="0">
                  <a:pos x="T0" y="T1"/>
                </a:cxn>
                <a:cxn ang="0">
                  <a:pos x="T2" y="T3"/>
                </a:cxn>
                <a:cxn ang="0">
                  <a:pos x="T4" y="T5"/>
                </a:cxn>
                <a:cxn ang="0">
                  <a:pos x="T6" y="T7"/>
                </a:cxn>
              </a:cxnLst>
              <a:rect l="0" t="0" r="r" b="b"/>
              <a:pathLst>
                <a:path w="43" h="17">
                  <a:moveTo>
                    <a:pt x="43" y="0"/>
                  </a:moveTo>
                  <a:cubicBezTo>
                    <a:pt x="43" y="0"/>
                    <a:pt x="0" y="15"/>
                    <a:pt x="5" y="16"/>
                  </a:cubicBezTo>
                  <a:cubicBezTo>
                    <a:pt x="5" y="17"/>
                    <a:pt x="5" y="17"/>
                    <a:pt x="6" y="17"/>
                  </a:cubicBezTo>
                  <a:cubicBezTo>
                    <a:pt x="13" y="17"/>
                    <a:pt x="42" y="6"/>
                    <a:pt x="43" y="0"/>
                  </a:cubicBezTo>
                </a:path>
              </a:pathLst>
            </a:custGeom>
            <a:solidFill>
              <a:srgbClr val="B9C1CF"/>
            </a:solidFill>
            <a:ln>
              <a:noFill/>
            </a:ln>
            <a:extLst>
              <a:ext uri="{91240B29-F687-4F45-9708-019B960494DF}">
                <a14:hiddenLine xmlns:a14="http://schemas.microsoft.com/office/drawing/2010/main" w="9525">
                  <a:solidFill>
                    <a:srgbClr val="000000"/>
                  </a:solidFill>
                  <a:round/>
                  <a:headEnd/>
                  <a:tailEnd/>
                </a14:hiddenLine>
              </a:ext>
            </a:extLst>
          </p:spPr>
          <p:txBody>
            <a:bodyPr wrap="square" lIns="91440" tIns="45720" rIns="91440" bIns="45720" anchor="ctr">
              <a:normAutofit fontScale="25000" lnSpcReduction="20000"/>
            </a:bodyPr>
            <a:lstStyle/>
            <a:p>
              <a:pPr algn="ctr"/>
              <a:endParaRPr>
                <a:cs typeface="+mn-ea"/>
                <a:sym typeface="+mn-lt"/>
              </a:endParaRPr>
            </a:p>
          </p:txBody>
        </p:sp>
        <p:sp>
          <p:nvSpPr>
            <p:cNvPr id="386" name="任意多边形: 形状 385">
              <a:extLst>
                <a:ext uri="{FF2B5EF4-FFF2-40B4-BE49-F238E27FC236}">
                  <a16:creationId xmlns:a16="http://schemas.microsoft.com/office/drawing/2014/main" id="{70957982-BEC8-430E-8D19-2A80A422DEE1}"/>
                </a:ext>
              </a:extLst>
            </p:cNvPr>
            <p:cNvSpPr/>
            <p:nvPr/>
          </p:nvSpPr>
          <p:spPr bwMode="auto">
            <a:xfrm>
              <a:off x="3582051" y="4613193"/>
              <a:ext cx="58225" cy="78775"/>
            </a:xfrm>
            <a:custGeom>
              <a:avLst/>
              <a:gdLst>
                <a:gd name="T0" fmla="*/ 0 w 40"/>
                <a:gd name="T1" fmla="*/ 0 h 54"/>
                <a:gd name="T2" fmla="*/ 34 w 40"/>
                <a:gd name="T3" fmla="*/ 54 h 54"/>
                <a:gd name="T4" fmla="*/ 35 w 40"/>
                <a:gd name="T5" fmla="*/ 53 h 54"/>
                <a:gd name="T6" fmla="*/ 0 w 40"/>
                <a:gd name="T7" fmla="*/ 0 h 54"/>
              </a:gdLst>
              <a:ahLst/>
              <a:cxnLst>
                <a:cxn ang="0">
                  <a:pos x="T0" y="T1"/>
                </a:cxn>
                <a:cxn ang="0">
                  <a:pos x="T2" y="T3"/>
                </a:cxn>
                <a:cxn ang="0">
                  <a:pos x="T4" y="T5"/>
                </a:cxn>
                <a:cxn ang="0">
                  <a:pos x="T6" y="T7"/>
                </a:cxn>
              </a:cxnLst>
              <a:rect l="0" t="0" r="r" b="b"/>
              <a:pathLst>
                <a:path w="40" h="54">
                  <a:moveTo>
                    <a:pt x="0" y="0"/>
                  </a:moveTo>
                  <a:cubicBezTo>
                    <a:pt x="6" y="14"/>
                    <a:pt x="27" y="54"/>
                    <a:pt x="34" y="54"/>
                  </a:cubicBezTo>
                  <a:cubicBezTo>
                    <a:pt x="34" y="54"/>
                    <a:pt x="35" y="54"/>
                    <a:pt x="35" y="53"/>
                  </a:cubicBezTo>
                  <a:cubicBezTo>
                    <a:pt x="40" y="46"/>
                    <a:pt x="0" y="0"/>
                    <a:pt x="0" y="0"/>
                  </a:cubicBezTo>
                </a:path>
              </a:pathLst>
            </a:custGeom>
            <a:solidFill>
              <a:srgbClr val="B9C1CF"/>
            </a:solidFill>
            <a:ln>
              <a:noFill/>
            </a:ln>
            <a:extLst>
              <a:ext uri="{91240B29-F687-4F45-9708-019B960494DF}">
                <a14:hiddenLine xmlns:a14="http://schemas.microsoft.com/office/drawing/2010/main" w="9525">
                  <a:solidFill>
                    <a:srgbClr val="000000"/>
                  </a:solidFill>
                  <a:round/>
                  <a:headEnd/>
                  <a:tailEnd/>
                </a14:hiddenLine>
              </a:ext>
            </a:extLst>
          </p:spPr>
          <p:txBody>
            <a:bodyPr wrap="square" lIns="91440" tIns="45720" rIns="91440" bIns="45720" anchor="ctr">
              <a:normAutofit fontScale="25000" lnSpcReduction="20000"/>
            </a:bodyPr>
            <a:lstStyle/>
            <a:p>
              <a:pPr algn="ctr"/>
              <a:endParaRPr>
                <a:cs typeface="+mn-ea"/>
                <a:sym typeface="+mn-lt"/>
              </a:endParaRPr>
            </a:p>
          </p:txBody>
        </p:sp>
        <p:sp>
          <p:nvSpPr>
            <p:cNvPr id="387" name="任意多边形: 形状 386">
              <a:extLst>
                <a:ext uri="{FF2B5EF4-FFF2-40B4-BE49-F238E27FC236}">
                  <a16:creationId xmlns:a16="http://schemas.microsoft.com/office/drawing/2014/main" id="{82109701-EF37-43DF-BD2F-BE644262CC6B}"/>
                </a:ext>
              </a:extLst>
            </p:cNvPr>
            <p:cNvSpPr/>
            <p:nvPr/>
          </p:nvSpPr>
          <p:spPr bwMode="auto">
            <a:xfrm>
              <a:off x="3814951" y="2667794"/>
              <a:ext cx="352775" cy="274000"/>
            </a:xfrm>
            <a:custGeom>
              <a:avLst/>
              <a:gdLst>
                <a:gd name="T0" fmla="*/ 0 w 241"/>
                <a:gd name="T1" fmla="*/ 0 h 187"/>
                <a:gd name="T2" fmla="*/ 7 w 241"/>
                <a:gd name="T3" fmla="*/ 40 h 187"/>
                <a:gd name="T4" fmla="*/ 29 w 241"/>
                <a:gd name="T5" fmla="*/ 94 h 187"/>
                <a:gd name="T6" fmla="*/ 54 w 241"/>
                <a:gd name="T7" fmla="*/ 123 h 187"/>
                <a:gd name="T8" fmla="*/ 102 w 241"/>
                <a:gd name="T9" fmla="*/ 187 h 187"/>
                <a:gd name="T10" fmla="*/ 203 w 241"/>
                <a:gd name="T11" fmla="*/ 159 h 187"/>
                <a:gd name="T12" fmla="*/ 241 w 241"/>
                <a:gd name="T13" fmla="*/ 126 h 187"/>
                <a:gd name="T14" fmla="*/ 235 w 241"/>
                <a:gd name="T15" fmla="*/ 123 h 187"/>
                <a:gd name="T16" fmla="*/ 203 w 241"/>
                <a:gd name="T17" fmla="*/ 151 h 187"/>
                <a:gd name="T18" fmla="*/ 101 w 241"/>
                <a:gd name="T19" fmla="*/ 178 h 187"/>
                <a:gd name="T20" fmla="*/ 53 w 241"/>
                <a:gd name="T21" fmla="*/ 114 h 187"/>
                <a:gd name="T22" fmla="*/ 29 w 241"/>
                <a:gd name="T23" fmla="*/ 85 h 187"/>
                <a:gd name="T24" fmla="*/ 7 w 241"/>
                <a:gd name="T25" fmla="*/ 31 h 187"/>
                <a:gd name="T26" fmla="*/ 0 w 241"/>
                <a:gd name="T27" fmla="*/ 0 h 1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41" h="187">
                  <a:moveTo>
                    <a:pt x="0" y="0"/>
                  </a:moveTo>
                  <a:cubicBezTo>
                    <a:pt x="0" y="17"/>
                    <a:pt x="2" y="34"/>
                    <a:pt x="7" y="40"/>
                  </a:cubicBezTo>
                  <a:cubicBezTo>
                    <a:pt x="19" y="55"/>
                    <a:pt x="27" y="84"/>
                    <a:pt x="29" y="94"/>
                  </a:cubicBezTo>
                  <a:cubicBezTo>
                    <a:pt x="30" y="104"/>
                    <a:pt x="55" y="109"/>
                    <a:pt x="54" y="123"/>
                  </a:cubicBezTo>
                  <a:cubicBezTo>
                    <a:pt x="52" y="137"/>
                    <a:pt x="102" y="187"/>
                    <a:pt x="102" y="187"/>
                  </a:cubicBezTo>
                  <a:cubicBezTo>
                    <a:pt x="102" y="187"/>
                    <a:pt x="166" y="181"/>
                    <a:pt x="203" y="159"/>
                  </a:cubicBezTo>
                  <a:cubicBezTo>
                    <a:pt x="215" y="152"/>
                    <a:pt x="228" y="140"/>
                    <a:pt x="241" y="126"/>
                  </a:cubicBezTo>
                  <a:cubicBezTo>
                    <a:pt x="239" y="125"/>
                    <a:pt x="237" y="124"/>
                    <a:pt x="235" y="123"/>
                  </a:cubicBezTo>
                  <a:cubicBezTo>
                    <a:pt x="224" y="135"/>
                    <a:pt x="213" y="145"/>
                    <a:pt x="203" y="151"/>
                  </a:cubicBezTo>
                  <a:cubicBezTo>
                    <a:pt x="165" y="172"/>
                    <a:pt x="101" y="178"/>
                    <a:pt x="101" y="178"/>
                  </a:cubicBezTo>
                  <a:cubicBezTo>
                    <a:pt x="101" y="178"/>
                    <a:pt x="52" y="129"/>
                    <a:pt x="53" y="114"/>
                  </a:cubicBezTo>
                  <a:cubicBezTo>
                    <a:pt x="55" y="100"/>
                    <a:pt x="30" y="95"/>
                    <a:pt x="29" y="85"/>
                  </a:cubicBezTo>
                  <a:cubicBezTo>
                    <a:pt x="27" y="75"/>
                    <a:pt x="18" y="46"/>
                    <a:pt x="7" y="31"/>
                  </a:cubicBezTo>
                  <a:cubicBezTo>
                    <a:pt x="3" y="26"/>
                    <a:pt x="1" y="14"/>
                    <a:pt x="0" y="0"/>
                  </a:cubicBezTo>
                </a:path>
              </a:pathLst>
            </a:custGeom>
            <a:solidFill>
              <a:srgbClr val="B9C1CF"/>
            </a:solidFill>
            <a:ln>
              <a:noFill/>
            </a:ln>
            <a:extLst>
              <a:ext uri="{91240B29-F687-4F45-9708-019B960494DF}">
                <a14:hiddenLine xmlns:a14="http://schemas.microsoft.com/office/drawing/2010/main" w="9525">
                  <a:solidFill>
                    <a:srgbClr val="000000"/>
                  </a:solidFill>
                  <a:round/>
                  <a:headEnd/>
                  <a:tailEnd/>
                </a14:hiddenLine>
              </a:ext>
            </a:extLst>
          </p:spPr>
          <p:txBody>
            <a:bodyPr wrap="square" lIns="91440" tIns="45720" rIns="91440" bIns="45720" anchor="ctr">
              <a:normAutofit fontScale="40000" lnSpcReduction="20000"/>
            </a:bodyPr>
            <a:lstStyle/>
            <a:p>
              <a:pPr algn="ctr"/>
              <a:endParaRPr>
                <a:cs typeface="+mn-ea"/>
                <a:sym typeface="+mn-lt"/>
              </a:endParaRPr>
            </a:p>
          </p:txBody>
        </p:sp>
        <p:sp>
          <p:nvSpPr>
            <p:cNvPr id="388" name="任意多边形: 形状 387">
              <a:extLst>
                <a:ext uri="{FF2B5EF4-FFF2-40B4-BE49-F238E27FC236}">
                  <a16:creationId xmlns:a16="http://schemas.microsoft.com/office/drawing/2014/main" id="{BA4CCAF1-E5EA-4F9B-92CA-1F9EF32939AD}"/>
                </a:ext>
              </a:extLst>
            </p:cNvPr>
            <p:cNvSpPr/>
            <p:nvPr/>
          </p:nvSpPr>
          <p:spPr bwMode="auto">
            <a:xfrm>
              <a:off x="4159163" y="2761982"/>
              <a:ext cx="200363" cy="90763"/>
            </a:xfrm>
            <a:custGeom>
              <a:avLst/>
              <a:gdLst>
                <a:gd name="T0" fmla="*/ 68 w 137"/>
                <a:gd name="T1" fmla="*/ 0 h 62"/>
                <a:gd name="T2" fmla="*/ 0 w 137"/>
                <a:gd name="T3" fmla="*/ 59 h 62"/>
                <a:gd name="T4" fmla="*/ 6 w 137"/>
                <a:gd name="T5" fmla="*/ 62 h 62"/>
                <a:gd name="T6" fmla="*/ 68 w 137"/>
                <a:gd name="T7" fmla="*/ 8 h 62"/>
                <a:gd name="T8" fmla="*/ 75 w 137"/>
                <a:gd name="T9" fmla="*/ 11 h 62"/>
                <a:gd name="T10" fmla="*/ 127 w 137"/>
                <a:gd name="T11" fmla="*/ 51 h 62"/>
                <a:gd name="T12" fmla="*/ 136 w 137"/>
                <a:gd name="T13" fmla="*/ 49 h 62"/>
                <a:gd name="T14" fmla="*/ 137 w 137"/>
                <a:gd name="T15" fmla="*/ 49 h 62"/>
                <a:gd name="T16" fmla="*/ 75 w 137"/>
                <a:gd name="T17" fmla="*/ 2 h 62"/>
                <a:gd name="T18" fmla="*/ 68 w 137"/>
                <a:gd name="T19" fmla="*/ 0 h 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37" h="62">
                  <a:moveTo>
                    <a:pt x="68" y="0"/>
                  </a:moveTo>
                  <a:cubicBezTo>
                    <a:pt x="52" y="0"/>
                    <a:pt x="26" y="33"/>
                    <a:pt x="0" y="59"/>
                  </a:cubicBezTo>
                  <a:cubicBezTo>
                    <a:pt x="2" y="60"/>
                    <a:pt x="4" y="61"/>
                    <a:pt x="6" y="62"/>
                  </a:cubicBezTo>
                  <a:cubicBezTo>
                    <a:pt x="30" y="37"/>
                    <a:pt x="53" y="8"/>
                    <a:pt x="68" y="8"/>
                  </a:cubicBezTo>
                  <a:cubicBezTo>
                    <a:pt x="71" y="8"/>
                    <a:pt x="73" y="9"/>
                    <a:pt x="75" y="11"/>
                  </a:cubicBezTo>
                  <a:cubicBezTo>
                    <a:pt x="87" y="22"/>
                    <a:pt x="111" y="39"/>
                    <a:pt x="127" y="51"/>
                  </a:cubicBezTo>
                  <a:cubicBezTo>
                    <a:pt x="130" y="50"/>
                    <a:pt x="133" y="49"/>
                    <a:pt x="136" y="49"/>
                  </a:cubicBezTo>
                  <a:cubicBezTo>
                    <a:pt x="137" y="49"/>
                    <a:pt x="137" y="49"/>
                    <a:pt x="137" y="49"/>
                  </a:cubicBezTo>
                  <a:cubicBezTo>
                    <a:pt x="123" y="39"/>
                    <a:pt x="90" y="16"/>
                    <a:pt x="75" y="2"/>
                  </a:cubicBezTo>
                  <a:cubicBezTo>
                    <a:pt x="73" y="0"/>
                    <a:pt x="70" y="0"/>
                    <a:pt x="68" y="0"/>
                  </a:cubicBezTo>
                </a:path>
              </a:pathLst>
            </a:custGeom>
            <a:solidFill>
              <a:srgbClr val="595C71"/>
            </a:solidFill>
            <a:ln>
              <a:noFill/>
            </a:ln>
            <a:extLst>
              <a:ext uri="{91240B29-F687-4F45-9708-019B960494DF}">
                <a14:hiddenLine xmlns:a14="http://schemas.microsoft.com/office/drawing/2010/main" w="9525">
                  <a:solidFill>
                    <a:srgbClr val="000000"/>
                  </a:solidFill>
                  <a:round/>
                  <a:headEnd/>
                  <a:tailEnd/>
                </a14:hiddenLine>
              </a:ext>
            </a:extLst>
          </p:spPr>
          <p:txBody>
            <a:bodyPr wrap="square" lIns="91440" tIns="45720" rIns="91440" bIns="45720" anchor="ctr">
              <a:normAutofit fontScale="25000" lnSpcReduction="20000"/>
            </a:bodyPr>
            <a:lstStyle/>
            <a:p>
              <a:pPr algn="ctr"/>
              <a:endParaRPr>
                <a:cs typeface="+mn-ea"/>
                <a:sym typeface="+mn-lt"/>
              </a:endParaRPr>
            </a:p>
          </p:txBody>
        </p:sp>
        <p:sp>
          <p:nvSpPr>
            <p:cNvPr id="389" name="任意多边形: 形状 388">
              <a:extLst>
                <a:ext uri="{FF2B5EF4-FFF2-40B4-BE49-F238E27FC236}">
                  <a16:creationId xmlns:a16="http://schemas.microsoft.com/office/drawing/2014/main" id="{5F242A22-C1B6-47DF-AC39-877040133CC7}"/>
                </a:ext>
              </a:extLst>
            </p:cNvPr>
            <p:cNvSpPr/>
            <p:nvPr/>
          </p:nvSpPr>
          <p:spPr bwMode="auto">
            <a:xfrm>
              <a:off x="3814951" y="2410919"/>
              <a:ext cx="565125" cy="517175"/>
            </a:xfrm>
            <a:custGeom>
              <a:avLst/>
              <a:gdLst>
                <a:gd name="T0" fmla="*/ 386 w 386"/>
                <a:gd name="T1" fmla="*/ 286 h 354"/>
                <a:gd name="T2" fmla="*/ 380 w 386"/>
                <a:gd name="T3" fmla="*/ 295 h 354"/>
                <a:gd name="T4" fmla="*/ 310 w 386"/>
                <a:gd name="T5" fmla="*/ 242 h 354"/>
                <a:gd name="T6" fmla="*/ 203 w 386"/>
                <a:gd name="T7" fmla="*/ 327 h 354"/>
                <a:gd name="T8" fmla="*/ 101 w 386"/>
                <a:gd name="T9" fmla="*/ 354 h 354"/>
                <a:gd name="T10" fmla="*/ 53 w 386"/>
                <a:gd name="T11" fmla="*/ 290 h 354"/>
                <a:gd name="T12" fmla="*/ 29 w 386"/>
                <a:gd name="T13" fmla="*/ 261 h 354"/>
                <a:gd name="T14" fmla="*/ 7 w 386"/>
                <a:gd name="T15" fmla="*/ 207 h 354"/>
                <a:gd name="T16" fmla="*/ 0 w 386"/>
                <a:gd name="T17" fmla="*/ 155 h 354"/>
                <a:gd name="T18" fmla="*/ 7 w 386"/>
                <a:gd name="T19" fmla="*/ 153 h 354"/>
                <a:gd name="T20" fmla="*/ 30 w 386"/>
                <a:gd name="T21" fmla="*/ 123 h 354"/>
                <a:gd name="T22" fmla="*/ 64 w 386"/>
                <a:gd name="T23" fmla="*/ 40 h 354"/>
                <a:gd name="T24" fmla="*/ 98 w 386"/>
                <a:gd name="T25" fmla="*/ 12 h 354"/>
                <a:gd name="T26" fmla="*/ 190 w 386"/>
                <a:gd name="T27" fmla="*/ 118 h 354"/>
                <a:gd name="T28" fmla="*/ 307 w 386"/>
                <a:gd name="T29" fmla="*/ 220 h 354"/>
                <a:gd name="T30" fmla="*/ 386 w 386"/>
                <a:gd name="T31" fmla="*/ 286 h 3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86" h="354">
                  <a:moveTo>
                    <a:pt x="386" y="286"/>
                  </a:moveTo>
                  <a:cubicBezTo>
                    <a:pt x="380" y="295"/>
                    <a:pt x="380" y="295"/>
                    <a:pt x="380" y="295"/>
                  </a:cubicBezTo>
                  <a:cubicBezTo>
                    <a:pt x="380" y="295"/>
                    <a:pt x="330" y="260"/>
                    <a:pt x="310" y="242"/>
                  </a:cubicBezTo>
                  <a:cubicBezTo>
                    <a:pt x="289" y="225"/>
                    <a:pt x="241" y="305"/>
                    <a:pt x="203" y="327"/>
                  </a:cubicBezTo>
                  <a:cubicBezTo>
                    <a:pt x="165" y="348"/>
                    <a:pt x="101" y="354"/>
                    <a:pt x="101" y="354"/>
                  </a:cubicBezTo>
                  <a:cubicBezTo>
                    <a:pt x="101" y="354"/>
                    <a:pt x="52" y="305"/>
                    <a:pt x="53" y="290"/>
                  </a:cubicBezTo>
                  <a:cubicBezTo>
                    <a:pt x="55" y="276"/>
                    <a:pt x="30" y="271"/>
                    <a:pt x="29" y="261"/>
                  </a:cubicBezTo>
                  <a:cubicBezTo>
                    <a:pt x="27" y="251"/>
                    <a:pt x="18" y="222"/>
                    <a:pt x="7" y="207"/>
                  </a:cubicBezTo>
                  <a:cubicBezTo>
                    <a:pt x="1" y="200"/>
                    <a:pt x="0" y="176"/>
                    <a:pt x="0" y="155"/>
                  </a:cubicBezTo>
                  <a:cubicBezTo>
                    <a:pt x="7" y="153"/>
                    <a:pt x="7" y="153"/>
                    <a:pt x="7" y="153"/>
                  </a:cubicBezTo>
                  <a:cubicBezTo>
                    <a:pt x="13" y="142"/>
                    <a:pt x="21" y="132"/>
                    <a:pt x="30" y="123"/>
                  </a:cubicBezTo>
                  <a:cubicBezTo>
                    <a:pt x="43" y="111"/>
                    <a:pt x="64" y="40"/>
                    <a:pt x="64" y="40"/>
                  </a:cubicBezTo>
                  <a:cubicBezTo>
                    <a:pt x="75" y="0"/>
                    <a:pt x="98" y="12"/>
                    <a:pt x="98" y="12"/>
                  </a:cubicBezTo>
                  <a:cubicBezTo>
                    <a:pt x="98" y="72"/>
                    <a:pt x="160" y="94"/>
                    <a:pt x="190" y="118"/>
                  </a:cubicBezTo>
                  <a:cubicBezTo>
                    <a:pt x="221" y="143"/>
                    <a:pt x="269" y="207"/>
                    <a:pt x="307" y="220"/>
                  </a:cubicBezTo>
                  <a:cubicBezTo>
                    <a:pt x="338" y="231"/>
                    <a:pt x="374" y="272"/>
                    <a:pt x="386" y="286"/>
                  </a:cubicBezTo>
                </a:path>
              </a:pathLst>
            </a:custGeom>
            <a:solidFill>
              <a:srgbClr val="CED7E7"/>
            </a:solidFill>
            <a:ln>
              <a:noFill/>
            </a:ln>
            <a:extLst>
              <a:ext uri="{91240B29-F687-4F45-9708-019B960494DF}">
                <a14:hiddenLine xmlns:a14="http://schemas.microsoft.com/office/drawing/2010/main" w="9525">
                  <a:solidFill>
                    <a:srgbClr val="000000"/>
                  </a:solidFill>
                  <a:round/>
                  <a:headEnd/>
                  <a:tailEnd/>
                </a14:hiddenLine>
              </a:ext>
            </a:extLst>
          </p:spPr>
          <p:txBody>
            <a:bodyPr wrap="square" lIns="91440" tIns="45720" rIns="91440" bIns="45720" anchor="ctr">
              <a:normAutofit fontScale="92500" lnSpcReduction="10000"/>
            </a:bodyPr>
            <a:lstStyle/>
            <a:p>
              <a:pPr algn="ctr"/>
              <a:endParaRPr>
                <a:cs typeface="+mn-ea"/>
                <a:sym typeface="+mn-lt"/>
              </a:endParaRPr>
            </a:p>
          </p:txBody>
        </p:sp>
        <p:sp>
          <p:nvSpPr>
            <p:cNvPr id="390" name="任意多边形: 形状 389">
              <a:extLst>
                <a:ext uri="{FF2B5EF4-FFF2-40B4-BE49-F238E27FC236}">
                  <a16:creationId xmlns:a16="http://schemas.microsoft.com/office/drawing/2014/main" id="{52243F4C-E335-4A0C-9F4C-1112A84C57B5}"/>
                </a:ext>
              </a:extLst>
            </p:cNvPr>
            <p:cNvSpPr/>
            <p:nvPr/>
          </p:nvSpPr>
          <p:spPr bwMode="auto">
            <a:xfrm>
              <a:off x="4253351" y="2835619"/>
              <a:ext cx="94188" cy="46238"/>
            </a:xfrm>
            <a:custGeom>
              <a:avLst/>
              <a:gdLst>
                <a:gd name="T0" fmla="*/ 62 w 64"/>
                <a:gd name="T1" fmla="*/ 0 h 31"/>
                <a:gd name="T2" fmla="*/ 0 w 64"/>
                <a:gd name="T3" fmla="*/ 31 h 31"/>
                <a:gd name="T4" fmla="*/ 64 w 64"/>
                <a:gd name="T5" fmla="*/ 1 h 31"/>
                <a:gd name="T6" fmla="*/ 62 w 64"/>
                <a:gd name="T7" fmla="*/ 0 h 31"/>
              </a:gdLst>
              <a:ahLst/>
              <a:cxnLst>
                <a:cxn ang="0">
                  <a:pos x="T0" y="T1"/>
                </a:cxn>
                <a:cxn ang="0">
                  <a:pos x="T2" y="T3"/>
                </a:cxn>
                <a:cxn ang="0">
                  <a:pos x="T4" y="T5"/>
                </a:cxn>
                <a:cxn ang="0">
                  <a:pos x="T6" y="T7"/>
                </a:cxn>
              </a:cxnLst>
              <a:rect l="0" t="0" r="r" b="b"/>
              <a:pathLst>
                <a:path w="64" h="31">
                  <a:moveTo>
                    <a:pt x="62" y="0"/>
                  </a:moveTo>
                  <a:cubicBezTo>
                    <a:pt x="31" y="8"/>
                    <a:pt x="0" y="31"/>
                    <a:pt x="0" y="31"/>
                  </a:cubicBezTo>
                  <a:cubicBezTo>
                    <a:pt x="0" y="31"/>
                    <a:pt x="34" y="11"/>
                    <a:pt x="64" y="1"/>
                  </a:cubicBezTo>
                  <a:cubicBezTo>
                    <a:pt x="63" y="1"/>
                    <a:pt x="63" y="0"/>
                    <a:pt x="62" y="0"/>
                  </a:cubicBezTo>
                </a:path>
              </a:pathLst>
            </a:custGeom>
            <a:solidFill>
              <a:srgbClr val="595C71"/>
            </a:solidFill>
            <a:ln>
              <a:noFill/>
            </a:ln>
            <a:extLst>
              <a:ext uri="{91240B29-F687-4F45-9708-019B960494DF}">
                <a14:hiddenLine xmlns:a14="http://schemas.microsoft.com/office/drawing/2010/main" w="9525">
                  <a:solidFill>
                    <a:srgbClr val="000000"/>
                  </a:solidFill>
                  <a:round/>
                  <a:headEnd/>
                  <a:tailEnd/>
                </a14:hiddenLine>
              </a:ext>
            </a:extLst>
          </p:spPr>
          <p:txBody>
            <a:bodyPr wrap="square" lIns="91440" tIns="45720" rIns="91440" bIns="45720" anchor="ctr">
              <a:normAutofit fontScale="25000" lnSpcReduction="20000"/>
            </a:bodyPr>
            <a:lstStyle/>
            <a:p>
              <a:pPr algn="ctr"/>
              <a:endParaRPr>
                <a:cs typeface="+mn-ea"/>
                <a:sym typeface="+mn-lt"/>
              </a:endParaRPr>
            </a:p>
          </p:txBody>
        </p:sp>
        <p:sp>
          <p:nvSpPr>
            <p:cNvPr id="391" name="任意多边形: 形状 390">
              <a:extLst>
                <a:ext uri="{FF2B5EF4-FFF2-40B4-BE49-F238E27FC236}">
                  <a16:creationId xmlns:a16="http://schemas.microsoft.com/office/drawing/2014/main" id="{95BA10A1-DD32-411A-A6E7-2B9B4DB2EDF6}"/>
                </a:ext>
              </a:extLst>
            </p:cNvPr>
            <p:cNvSpPr/>
            <p:nvPr/>
          </p:nvSpPr>
          <p:spPr bwMode="auto">
            <a:xfrm>
              <a:off x="4344113" y="2833907"/>
              <a:ext cx="15413" cy="3425"/>
            </a:xfrm>
            <a:custGeom>
              <a:avLst/>
              <a:gdLst>
                <a:gd name="T0" fmla="*/ 9 w 10"/>
                <a:gd name="T1" fmla="*/ 0 h 3"/>
                <a:gd name="T2" fmla="*/ 0 w 10"/>
                <a:gd name="T3" fmla="*/ 2 h 3"/>
                <a:gd name="T4" fmla="*/ 2 w 10"/>
                <a:gd name="T5" fmla="*/ 3 h 3"/>
                <a:gd name="T6" fmla="*/ 10 w 10"/>
                <a:gd name="T7" fmla="*/ 0 h 3"/>
                <a:gd name="T8" fmla="*/ 10 w 10"/>
                <a:gd name="T9" fmla="*/ 0 h 3"/>
                <a:gd name="T10" fmla="*/ 9 w 10"/>
                <a:gd name="T11" fmla="*/ 0 h 3"/>
              </a:gdLst>
              <a:ahLst/>
              <a:cxnLst>
                <a:cxn ang="0">
                  <a:pos x="T0" y="T1"/>
                </a:cxn>
                <a:cxn ang="0">
                  <a:pos x="T2" y="T3"/>
                </a:cxn>
                <a:cxn ang="0">
                  <a:pos x="T4" y="T5"/>
                </a:cxn>
                <a:cxn ang="0">
                  <a:pos x="T6" y="T7"/>
                </a:cxn>
                <a:cxn ang="0">
                  <a:pos x="T8" y="T9"/>
                </a:cxn>
                <a:cxn ang="0">
                  <a:pos x="T10" y="T11"/>
                </a:cxn>
              </a:cxnLst>
              <a:rect l="0" t="0" r="r" b="b"/>
              <a:pathLst>
                <a:path w="10" h="3">
                  <a:moveTo>
                    <a:pt x="9" y="0"/>
                  </a:moveTo>
                  <a:cubicBezTo>
                    <a:pt x="6" y="0"/>
                    <a:pt x="3" y="1"/>
                    <a:pt x="0" y="2"/>
                  </a:cubicBezTo>
                  <a:cubicBezTo>
                    <a:pt x="1" y="2"/>
                    <a:pt x="1" y="3"/>
                    <a:pt x="2" y="3"/>
                  </a:cubicBezTo>
                  <a:cubicBezTo>
                    <a:pt x="5" y="2"/>
                    <a:pt x="8" y="1"/>
                    <a:pt x="10" y="0"/>
                  </a:cubicBezTo>
                  <a:cubicBezTo>
                    <a:pt x="10" y="0"/>
                    <a:pt x="10" y="0"/>
                    <a:pt x="10" y="0"/>
                  </a:cubicBezTo>
                  <a:cubicBezTo>
                    <a:pt x="9" y="0"/>
                    <a:pt x="9" y="0"/>
                    <a:pt x="9" y="0"/>
                  </a:cubicBezTo>
                </a:path>
              </a:pathLst>
            </a:custGeom>
            <a:solidFill>
              <a:srgbClr val="505365"/>
            </a:solidFill>
            <a:ln>
              <a:noFill/>
            </a:ln>
            <a:extLst>
              <a:ext uri="{91240B29-F687-4F45-9708-019B960494DF}">
                <a14:hiddenLine xmlns:a14="http://schemas.microsoft.com/office/drawing/2010/main" w="9525">
                  <a:solidFill>
                    <a:srgbClr val="000000"/>
                  </a:solidFill>
                  <a:round/>
                  <a:headEnd/>
                  <a:tailEnd/>
                </a14:hiddenLine>
              </a:ext>
            </a:extLst>
          </p:spPr>
          <p:txBody>
            <a:bodyPr wrap="square" lIns="91440" tIns="45720" rIns="91440" bIns="45720" anchor="ctr">
              <a:normAutofit fontScale="25000" lnSpcReduction="20000"/>
            </a:bodyPr>
            <a:lstStyle/>
            <a:p>
              <a:pPr algn="ctr"/>
              <a:endParaRPr>
                <a:cs typeface="+mn-ea"/>
                <a:sym typeface="+mn-lt"/>
              </a:endParaRPr>
            </a:p>
          </p:txBody>
        </p:sp>
        <p:sp>
          <p:nvSpPr>
            <p:cNvPr id="392" name="任意多边形: 形状 391">
              <a:extLst>
                <a:ext uri="{FF2B5EF4-FFF2-40B4-BE49-F238E27FC236}">
                  <a16:creationId xmlns:a16="http://schemas.microsoft.com/office/drawing/2014/main" id="{4EBEAB3C-735C-435C-80E0-75893F738F94}"/>
                </a:ext>
              </a:extLst>
            </p:cNvPr>
            <p:cNvSpPr/>
            <p:nvPr/>
          </p:nvSpPr>
          <p:spPr bwMode="auto">
            <a:xfrm>
              <a:off x="4359526" y="2833907"/>
              <a:ext cx="1713" cy="0"/>
            </a:xfrm>
            <a:custGeom>
              <a:avLst/>
              <a:gdLst>
                <a:gd name="T0" fmla="*/ 0 w 1"/>
                <a:gd name="T1" fmla="*/ 0 w 1"/>
                <a:gd name="T2" fmla="*/ 1 w 1"/>
                <a:gd name="T3" fmla="*/ 0 w 1"/>
              </a:gdLst>
              <a:ahLst/>
              <a:cxnLst>
                <a:cxn ang="0">
                  <a:pos x="T0" y="0"/>
                </a:cxn>
                <a:cxn ang="0">
                  <a:pos x="T1" y="0"/>
                </a:cxn>
                <a:cxn ang="0">
                  <a:pos x="T2" y="0"/>
                </a:cxn>
                <a:cxn ang="0">
                  <a:pos x="T3" y="0"/>
                </a:cxn>
              </a:cxnLst>
              <a:rect l="0" t="0" r="r" b="b"/>
              <a:pathLst>
                <a:path w="1">
                  <a:moveTo>
                    <a:pt x="0" y="0"/>
                  </a:moveTo>
                  <a:cubicBezTo>
                    <a:pt x="0" y="0"/>
                    <a:pt x="0" y="0"/>
                    <a:pt x="0" y="0"/>
                  </a:cubicBezTo>
                  <a:cubicBezTo>
                    <a:pt x="0" y="0"/>
                    <a:pt x="0" y="0"/>
                    <a:pt x="1" y="0"/>
                  </a:cubicBezTo>
                  <a:cubicBezTo>
                    <a:pt x="0" y="0"/>
                    <a:pt x="0" y="0"/>
                    <a:pt x="0" y="0"/>
                  </a:cubicBezTo>
                </a:path>
              </a:pathLst>
            </a:custGeom>
            <a:solidFill>
              <a:srgbClr val="B9C1CF"/>
            </a:solidFill>
            <a:ln>
              <a:noFill/>
            </a:ln>
            <a:extLst>
              <a:ext uri="{91240B29-F687-4F45-9708-019B960494DF}">
                <a14:hiddenLine xmlns:a14="http://schemas.microsoft.com/office/drawing/2010/main" w="9525">
                  <a:solidFill>
                    <a:srgbClr val="000000"/>
                  </a:solidFill>
                  <a:round/>
                  <a:headEnd/>
                  <a:tailEnd/>
                </a14:hiddenLine>
              </a:ext>
            </a:extLst>
          </p:spPr>
          <p:txBody>
            <a:bodyPr wrap="square" lIns="91440" tIns="45720" rIns="91440" bIns="45720" anchor="ctr">
              <a:normAutofit fontScale="25000" lnSpcReduction="20000"/>
            </a:bodyPr>
            <a:lstStyle/>
            <a:p>
              <a:pPr algn="ctr"/>
              <a:endParaRPr>
                <a:cs typeface="+mn-ea"/>
                <a:sym typeface="+mn-lt"/>
              </a:endParaRPr>
            </a:p>
          </p:txBody>
        </p:sp>
        <p:sp>
          <p:nvSpPr>
            <p:cNvPr id="393" name="任意多边形: 形状 392">
              <a:extLst>
                <a:ext uri="{FF2B5EF4-FFF2-40B4-BE49-F238E27FC236}">
                  <a16:creationId xmlns:a16="http://schemas.microsoft.com/office/drawing/2014/main" id="{973C6D8A-BFBF-485C-BB95-137F9347A364}"/>
                </a:ext>
              </a:extLst>
            </p:cNvPr>
            <p:cNvSpPr/>
            <p:nvPr/>
          </p:nvSpPr>
          <p:spPr bwMode="auto">
            <a:xfrm>
              <a:off x="4511938" y="3013719"/>
              <a:ext cx="1713" cy="1713"/>
            </a:xfrm>
            <a:custGeom>
              <a:avLst/>
              <a:gdLst>
                <a:gd name="T0" fmla="*/ 0 w 1"/>
                <a:gd name="T1" fmla="*/ 0 h 2"/>
                <a:gd name="T2" fmla="*/ 0 w 1"/>
                <a:gd name="T3" fmla="*/ 0 h 2"/>
                <a:gd name="T4" fmla="*/ 1 w 1"/>
                <a:gd name="T5" fmla="*/ 1 h 2"/>
                <a:gd name="T6" fmla="*/ 1 w 1"/>
                <a:gd name="T7" fmla="*/ 2 h 2"/>
                <a:gd name="T8" fmla="*/ 1 w 1"/>
                <a:gd name="T9" fmla="*/ 1 h 2"/>
                <a:gd name="T10" fmla="*/ 1 w 1"/>
                <a:gd name="T11" fmla="*/ 0 h 2"/>
                <a:gd name="T12" fmla="*/ 0 w 1"/>
                <a:gd name="T13" fmla="*/ 0 h 2"/>
              </a:gdLst>
              <a:ahLst/>
              <a:cxnLst>
                <a:cxn ang="0">
                  <a:pos x="T0" y="T1"/>
                </a:cxn>
                <a:cxn ang="0">
                  <a:pos x="T2" y="T3"/>
                </a:cxn>
                <a:cxn ang="0">
                  <a:pos x="T4" y="T5"/>
                </a:cxn>
                <a:cxn ang="0">
                  <a:pos x="T6" y="T7"/>
                </a:cxn>
                <a:cxn ang="0">
                  <a:pos x="T8" y="T9"/>
                </a:cxn>
                <a:cxn ang="0">
                  <a:pos x="T10" y="T11"/>
                </a:cxn>
                <a:cxn ang="0">
                  <a:pos x="T12" y="T13"/>
                </a:cxn>
              </a:cxnLst>
              <a:rect l="0" t="0" r="r" b="b"/>
              <a:pathLst>
                <a:path w="1" h="2">
                  <a:moveTo>
                    <a:pt x="0" y="0"/>
                  </a:moveTo>
                  <a:cubicBezTo>
                    <a:pt x="0" y="0"/>
                    <a:pt x="0" y="0"/>
                    <a:pt x="0" y="0"/>
                  </a:cubicBezTo>
                  <a:cubicBezTo>
                    <a:pt x="1" y="1"/>
                    <a:pt x="1" y="1"/>
                    <a:pt x="1" y="1"/>
                  </a:cubicBezTo>
                  <a:cubicBezTo>
                    <a:pt x="1" y="2"/>
                    <a:pt x="1" y="2"/>
                    <a:pt x="1" y="2"/>
                  </a:cubicBezTo>
                  <a:cubicBezTo>
                    <a:pt x="1" y="2"/>
                    <a:pt x="1" y="1"/>
                    <a:pt x="1" y="1"/>
                  </a:cubicBezTo>
                  <a:cubicBezTo>
                    <a:pt x="1" y="1"/>
                    <a:pt x="1" y="0"/>
                    <a:pt x="1" y="0"/>
                  </a:cubicBezTo>
                  <a:cubicBezTo>
                    <a:pt x="0" y="0"/>
                    <a:pt x="0" y="0"/>
                    <a:pt x="0" y="0"/>
                  </a:cubicBezTo>
                </a:path>
              </a:pathLst>
            </a:custGeom>
            <a:solidFill>
              <a:srgbClr val="B9C1CF"/>
            </a:solidFill>
            <a:ln>
              <a:noFill/>
            </a:ln>
            <a:extLst>
              <a:ext uri="{91240B29-F687-4F45-9708-019B960494DF}">
                <a14:hiddenLine xmlns:a14="http://schemas.microsoft.com/office/drawing/2010/main" w="9525">
                  <a:solidFill>
                    <a:srgbClr val="000000"/>
                  </a:solidFill>
                  <a:round/>
                  <a:headEnd/>
                  <a:tailEnd/>
                </a14:hiddenLine>
              </a:ext>
            </a:extLst>
          </p:spPr>
          <p:txBody>
            <a:bodyPr wrap="square" lIns="91440" tIns="45720" rIns="91440" bIns="45720" anchor="ctr">
              <a:normAutofit fontScale="25000" lnSpcReduction="20000"/>
            </a:bodyPr>
            <a:lstStyle/>
            <a:p>
              <a:pPr algn="ctr"/>
              <a:endParaRPr>
                <a:cs typeface="+mn-ea"/>
                <a:sym typeface="+mn-lt"/>
              </a:endParaRPr>
            </a:p>
          </p:txBody>
        </p:sp>
        <p:sp>
          <p:nvSpPr>
            <p:cNvPr id="394" name="任意多边形: 形状 393">
              <a:extLst>
                <a:ext uri="{FF2B5EF4-FFF2-40B4-BE49-F238E27FC236}">
                  <a16:creationId xmlns:a16="http://schemas.microsoft.com/office/drawing/2014/main" id="{4D98811D-7019-49E1-A90C-B0A54930B936}"/>
                </a:ext>
              </a:extLst>
            </p:cNvPr>
            <p:cNvSpPr/>
            <p:nvPr/>
          </p:nvSpPr>
          <p:spPr bwMode="auto">
            <a:xfrm>
              <a:off x="4407476" y="3003444"/>
              <a:ext cx="106175" cy="30825"/>
            </a:xfrm>
            <a:custGeom>
              <a:avLst/>
              <a:gdLst>
                <a:gd name="T0" fmla="*/ 36 w 72"/>
                <a:gd name="T1" fmla="*/ 0 h 22"/>
                <a:gd name="T2" fmla="*/ 0 w 72"/>
                <a:gd name="T3" fmla="*/ 16 h 22"/>
                <a:gd name="T4" fmla="*/ 0 w 72"/>
                <a:gd name="T5" fmla="*/ 22 h 22"/>
                <a:gd name="T6" fmla="*/ 36 w 72"/>
                <a:gd name="T7" fmla="*/ 4 h 22"/>
                <a:gd name="T8" fmla="*/ 72 w 72"/>
                <a:gd name="T9" fmla="*/ 11 h 22"/>
                <a:gd name="T10" fmla="*/ 72 w 72"/>
                <a:gd name="T11" fmla="*/ 9 h 22"/>
                <a:gd name="T12" fmla="*/ 72 w 72"/>
                <a:gd name="T13" fmla="*/ 8 h 22"/>
                <a:gd name="T14" fmla="*/ 71 w 72"/>
                <a:gd name="T15" fmla="*/ 7 h 22"/>
                <a:gd name="T16" fmla="*/ 71 w 72"/>
                <a:gd name="T17" fmla="*/ 7 h 22"/>
                <a:gd name="T18" fmla="*/ 36 w 72"/>
                <a:gd name="T19" fmla="*/ 0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2" h="22">
                  <a:moveTo>
                    <a:pt x="36" y="0"/>
                  </a:moveTo>
                  <a:cubicBezTo>
                    <a:pt x="22" y="0"/>
                    <a:pt x="8" y="4"/>
                    <a:pt x="0" y="16"/>
                  </a:cubicBezTo>
                  <a:cubicBezTo>
                    <a:pt x="0" y="18"/>
                    <a:pt x="0" y="20"/>
                    <a:pt x="0" y="22"/>
                  </a:cubicBezTo>
                  <a:cubicBezTo>
                    <a:pt x="8" y="8"/>
                    <a:pt x="22" y="4"/>
                    <a:pt x="36" y="4"/>
                  </a:cubicBezTo>
                  <a:cubicBezTo>
                    <a:pt x="54" y="4"/>
                    <a:pt x="72" y="11"/>
                    <a:pt x="72" y="11"/>
                  </a:cubicBezTo>
                  <a:cubicBezTo>
                    <a:pt x="72" y="11"/>
                    <a:pt x="72" y="10"/>
                    <a:pt x="72" y="9"/>
                  </a:cubicBezTo>
                  <a:cubicBezTo>
                    <a:pt x="72" y="9"/>
                    <a:pt x="72" y="9"/>
                    <a:pt x="72" y="8"/>
                  </a:cubicBezTo>
                  <a:cubicBezTo>
                    <a:pt x="71" y="7"/>
                    <a:pt x="71" y="7"/>
                    <a:pt x="71" y="7"/>
                  </a:cubicBezTo>
                  <a:cubicBezTo>
                    <a:pt x="71" y="7"/>
                    <a:pt x="71" y="7"/>
                    <a:pt x="71" y="7"/>
                  </a:cubicBezTo>
                  <a:cubicBezTo>
                    <a:pt x="67" y="5"/>
                    <a:pt x="52" y="0"/>
                    <a:pt x="36" y="0"/>
                  </a:cubicBezTo>
                </a:path>
              </a:pathLst>
            </a:custGeom>
            <a:solidFill>
              <a:srgbClr val="595C71"/>
            </a:solidFill>
            <a:ln>
              <a:noFill/>
            </a:ln>
            <a:extLst>
              <a:ext uri="{91240B29-F687-4F45-9708-019B960494DF}">
                <a14:hiddenLine xmlns:a14="http://schemas.microsoft.com/office/drawing/2010/main" w="9525">
                  <a:solidFill>
                    <a:srgbClr val="000000"/>
                  </a:solidFill>
                  <a:round/>
                  <a:headEnd/>
                  <a:tailEnd/>
                </a14:hiddenLine>
              </a:ext>
            </a:extLst>
          </p:spPr>
          <p:txBody>
            <a:bodyPr wrap="square" lIns="91440" tIns="45720" rIns="91440" bIns="45720" anchor="ctr">
              <a:normAutofit fontScale="25000" lnSpcReduction="20000"/>
            </a:bodyPr>
            <a:lstStyle/>
            <a:p>
              <a:pPr algn="ctr"/>
              <a:endParaRPr>
                <a:cs typeface="+mn-ea"/>
                <a:sym typeface="+mn-lt"/>
              </a:endParaRPr>
            </a:p>
          </p:txBody>
        </p:sp>
        <p:sp>
          <p:nvSpPr>
            <p:cNvPr id="395" name="任意多边形: 形状 394">
              <a:extLst>
                <a:ext uri="{FF2B5EF4-FFF2-40B4-BE49-F238E27FC236}">
                  <a16:creationId xmlns:a16="http://schemas.microsoft.com/office/drawing/2014/main" id="{1F43E8D4-6968-4B01-A298-DD58ACA7A255}"/>
                </a:ext>
              </a:extLst>
            </p:cNvPr>
            <p:cNvSpPr/>
            <p:nvPr/>
          </p:nvSpPr>
          <p:spPr bwMode="auto">
            <a:xfrm>
              <a:off x="4253351" y="2823632"/>
              <a:ext cx="280850" cy="220913"/>
            </a:xfrm>
            <a:custGeom>
              <a:avLst/>
              <a:gdLst>
                <a:gd name="T0" fmla="*/ 0 w 192"/>
                <a:gd name="T1" fmla="*/ 39 h 151"/>
                <a:gd name="T2" fmla="*/ 96 w 192"/>
                <a:gd name="T3" fmla="*/ 4 h 151"/>
                <a:gd name="T4" fmla="*/ 192 w 192"/>
                <a:gd name="T5" fmla="*/ 9 h 151"/>
                <a:gd name="T6" fmla="*/ 173 w 192"/>
                <a:gd name="T7" fmla="*/ 69 h 151"/>
                <a:gd name="T8" fmla="*/ 177 w 192"/>
                <a:gd name="T9" fmla="*/ 129 h 151"/>
                <a:gd name="T10" fmla="*/ 100 w 192"/>
                <a:gd name="T11" fmla="*/ 151 h 151"/>
                <a:gd name="T12" fmla="*/ 41 w 192"/>
                <a:gd name="T13" fmla="*/ 81 h 151"/>
                <a:gd name="T14" fmla="*/ 0 w 192"/>
                <a:gd name="T15" fmla="*/ 39 h 15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92" h="151">
                  <a:moveTo>
                    <a:pt x="0" y="39"/>
                  </a:moveTo>
                  <a:cubicBezTo>
                    <a:pt x="0" y="39"/>
                    <a:pt x="65" y="0"/>
                    <a:pt x="96" y="4"/>
                  </a:cubicBezTo>
                  <a:cubicBezTo>
                    <a:pt x="129" y="7"/>
                    <a:pt x="192" y="9"/>
                    <a:pt x="192" y="9"/>
                  </a:cubicBezTo>
                  <a:cubicBezTo>
                    <a:pt x="192" y="9"/>
                    <a:pt x="170" y="59"/>
                    <a:pt x="173" y="69"/>
                  </a:cubicBezTo>
                  <a:cubicBezTo>
                    <a:pt x="176" y="79"/>
                    <a:pt x="177" y="129"/>
                    <a:pt x="177" y="129"/>
                  </a:cubicBezTo>
                  <a:cubicBezTo>
                    <a:pt x="177" y="129"/>
                    <a:pt x="111" y="103"/>
                    <a:pt x="100" y="151"/>
                  </a:cubicBezTo>
                  <a:cubicBezTo>
                    <a:pt x="100" y="151"/>
                    <a:pt x="65" y="97"/>
                    <a:pt x="41" y="81"/>
                  </a:cubicBezTo>
                  <a:cubicBezTo>
                    <a:pt x="25" y="70"/>
                    <a:pt x="11" y="56"/>
                    <a:pt x="0" y="39"/>
                  </a:cubicBezTo>
                </a:path>
              </a:pathLst>
            </a:custGeom>
            <a:solidFill>
              <a:srgbClr val="63667E"/>
            </a:solidFill>
            <a:ln>
              <a:noFill/>
            </a:ln>
            <a:extLst>
              <a:ext uri="{91240B29-F687-4F45-9708-019B960494DF}">
                <a14:hiddenLine xmlns:a14="http://schemas.microsoft.com/office/drawing/2010/main" w="9525">
                  <a:solidFill>
                    <a:srgbClr val="000000"/>
                  </a:solidFill>
                  <a:round/>
                  <a:headEnd/>
                  <a:tailEnd/>
                </a14:hiddenLine>
              </a:ext>
            </a:extLst>
          </p:spPr>
          <p:txBody>
            <a:bodyPr wrap="square" lIns="91440" tIns="45720" rIns="91440" bIns="45720" anchor="ctr">
              <a:normAutofit fontScale="25000" lnSpcReduction="20000"/>
            </a:bodyPr>
            <a:lstStyle/>
            <a:p>
              <a:pPr algn="ctr"/>
              <a:endParaRPr>
                <a:cs typeface="+mn-ea"/>
                <a:sym typeface="+mn-lt"/>
              </a:endParaRPr>
            </a:p>
          </p:txBody>
        </p:sp>
        <p:sp>
          <p:nvSpPr>
            <p:cNvPr id="396" name="任意多边形: 形状 395">
              <a:extLst>
                <a:ext uri="{FF2B5EF4-FFF2-40B4-BE49-F238E27FC236}">
                  <a16:creationId xmlns:a16="http://schemas.microsoft.com/office/drawing/2014/main" id="{FF877702-F836-4289-8696-8EEC74166A21}"/>
                </a:ext>
              </a:extLst>
            </p:cNvPr>
            <p:cNvSpPr/>
            <p:nvPr/>
          </p:nvSpPr>
          <p:spPr bwMode="auto">
            <a:xfrm>
              <a:off x="4446863" y="2595869"/>
              <a:ext cx="354488" cy="351063"/>
            </a:xfrm>
            <a:custGeom>
              <a:avLst/>
              <a:gdLst>
                <a:gd name="T0" fmla="*/ 71 w 242"/>
                <a:gd name="T1" fmla="*/ 0 h 240"/>
                <a:gd name="T2" fmla="*/ 65 w 242"/>
                <a:gd name="T3" fmla="*/ 2 h 240"/>
                <a:gd name="T4" fmla="*/ 45 w 242"/>
                <a:gd name="T5" fmla="*/ 127 h 240"/>
                <a:gd name="T6" fmla="*/ 0 w 242"/>
                <a:gd name="T7" fmla="*/ 162 h 240"/>
                <a:gd name="T8" fmla="*/ 60 w 242"/>
                <a:gd name="T9" fmla="*/ 165 h 240"/>
                <a:gd name="T10" fmla="*/ 53 w 242"/>
                <a:gd name="T11" fmla="*/ 183 h 240"/>
                <a:gd name="T12" fmla="*/ 70 w 242"/>
                <a:gd name="T13" fmla="*/ 185 h 240"/>
                <a:gd name="T14" fmla="*/ 80 w 242"/>
                <a:gd name="T15" fmla="*/ 184 h 240"/>
                <a:gd name="T16" fmla="*/ 120 w 242"/>
                <a:gd name="T17" fmla="*/ 159 h 240"/>
                <a:gd name="T18" fmla="*/ 134 w 242"/>
                <a:gd name="T19" fmla="*/ 170 h 240"/>
                <a:gd name="T20" fmla="*/ 234 w 242"/>
                <a:gd name="T21" fmla="*/ 240 h 240"/>
                <a:gd name="T22" fmla="*/ 229 w 242"/>
                <a:gd name="T23" fmla="*/ 204 h 240"/>
                <a:gd name="T24" fmla="*/ 215 w 242"/>
                <a:gd name="T25" fmla="*/ 189 h 240"/>
                <a:gd name="T26" fmla="*/ 141 w 242"/>
                <a:gd name="T27" fmla="*/ 154 h 240"/>
                <a:gd name="T28" fmla="*/ 71 w 242"/>
                <a:gd name="T29" fmla="*/ 0 h 2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42" h="240">
                  <a:moveTo>
                    <a:pt x="71" y="0"/>
                  </a:moveTo>
                  <a:cubicBezTo>
                    <a:pt x="69" y="0"/>
                    <a:pt x="67" y="1"/>
                    <a:pt x="65" y="2"/>
                  </a:cubicBezTo>
                  <a:cubicBezTo>
                    <a:pt x="65" y="2"/>
                    <a:pt x="55" y="119"/>
                    <a:pt x="45" y="127"/>
                  </a:cubicBezTo>
                  <a:cubicBezTo>
                    <a:pt x="38" y="132"/>
                    <a:pt x="15" y="152"/>
                    <a:pt x="0" y="162"/>
                  </a:cubicBezTo>
                  <a:cubicBezTo>
                    <a:pt x="30" y="164"/>
                    <a:pt x="60" y="165"/>
                    <a:pt x="60" y="165"/>
                  </a:cubicBezTo>
                  <a:cubicBezTo>
                    <a:pt x="60" y="165"/>
                    <a:pt x="57" y="173"/>
                    <a:pt x="53" y="183"/>
                  </a:cubicBezTo>
                  <a:cubicBezTo>
                    <a:pt x="59" y="185"/>
                    <a:pt x="65" y="185"/>
                    <a:pt x="70" y="185"/>
                  </a:cubicBezTo>
                  <a:cubicBezTo>
                    <a:pt x="74" y="185"/>
                    <a:pt x="78" y="185"/>
                    <a:pt x="80" y="184"/>
                  </a:cubicBezTo>
                  <a:cubicBezTo>
                    <a:pt x="93" y="176"/>
                    <a:pt x="107" y="159"/>
                    <a:pt x="120" y="159"/>
                  </a:cubicBezTo>
                  <a:cubicBezTo>
                    <a:pt x="125" y="159"/>
                    <a:pt x="130" y="162"/>
                    <a:pt x="134" y="170"/>
                  </a:cubicBezTo>
                  <a:cubicBezTo>
                    <a:pt x="148" y="198"/>
                    <a:pt x="215" y="240"/>
                    <a:pt x="234" y="240"/>
                  </a:cubicBezTo>
                  <a:cubicBezTo>
                    <a:pt x="242" y="240"/>
                    <a:pt x="237" y="224"/>
                    <a:pt x="229" y="204"/>
                  </a:cubicBezTo>
                  <a:cubicBezTo>
                    <a:pt x="222" y="197"/>
                    <a:pt x="217" y="192"/>
                    <a:pt x="215" y="189"/>
                  </a:cubicBezTo>
                  <a:cubicBezTo>
                    <a:pt x="210" y="175"/>
                    <a:pt x="141" y="154"/>
                    <a:pt x="141" y="154"/>
                  </a:cubicBezTo>
                  <a:cubicBezTo>
                    <a:pt x="141" y="154"/>
                    <a:pt x="106" y="0"/>
                    <a:pt x="71" y="0"/>
                  </a:cubicBezTo>
                </a:path>
              </a:pathLst>
            </a:custGeom>
            <a:solidFill>
              <a:srgbClr val="B9C1CF"/>
            </a:solidFill>
            <a:ln>
              <a:noFill/>
            </a:ln>
            <a:extLst>
              <a:ext uri="{91240B29-F687-4F45-9708-019B960494DF}">
                <a14:hiddenLine xmlns:a14="http://schemas.microsoft.com/office/drawing/2010/main" w="9525">
                  <a:solidFill>
                    <a:srgbClr val="000000"/>
                  </a:solidFill>
                  <a:round/>
                  <a:headEnd/>
                  <a:tailEnd/>
                </a14:hiddenLine>
              </a:ext>
            </a:extLst>
          </p:spPr>
          <p:txBody>
            <a:bodyPr wrap="square" lIns="91440" tIns="45720" rIns="91440" bIns="45720" anchor="ctr">
              <a:normAutofit fontScale="62500" lnSpcReduction="20000"/>
            </a:bodyPr>
            <a:lstStyle/>
            <a:p>
              <a:pPr algn="ctr"/>
              <a:endParaRPr>
                <a:cs typeface="+mn-ea"/>
                <a:sym typeface="+mn-lt"/>
              </a:endParaRPr>
            </a:p>
          </p:txBody>
        </p:sp>
        <p:sp>
          <p:nvSpPr>
            <p:cNvPr id="397" name="任意多边形: 形状 396">
              <a:extLst>
                <a:ext uri="{FF2B5EF4-FFF2-40B4-BE49-F238E27FC236}">
                  <a16:creationId xmlns:a16="http://schemas.microsoft.com/office/drawing/2014/main" id="{C14A2E79-8540-4F0F-B038-E82B4089ECA1}"/>
                </a:ext>
              </a:extLst>
            </p:cNvPr>
            <p:cNvSpPr/>
            <p:nvPr/>
          </p:nvSpPr>
          <p:spPr bwMode="auto">
            <a:xfrm>
              <a:off x="4440013" y="2833907"/>
              <a:ext cx="94188" cy="29113"/>
            </a:xfrm>
            <a:custGeom>
              <a:avLst/>
              <a:gdLst>
                <a:gd name="T0" fmla="*/ 5 w 65"/>
                <a:gd name="T1" fmla="*/ 0 h 21"/>
                <a:gd name="T2" fmla="*/ 0 w 65"/>
                <a:gd name="T3" fmla="*/ 4 h 21"/>
                <a:gd name="T4" fmla="*/ 58 w 65"/>
                <a:gd name="T5" fmla="*/ 21 h 21"/>
                <a:gd name="T6" fmla="*/ 65 w 65"/>
                <a:gd name="T7" fmla="*/ 3 h 21"/>
                <a:gd name="T8" fmla="*/ 5 w 65"/>
                <a:gd name="T9" fmla="*/ 0 h 21"/>
              </a:gdLst>
              <a:ahLst/>
              <a:cxnLst>
                <a:cxn ang="0">
                  <a:pos x="T0" y="T1"/>
                </a:cxn>
                <a:cxn ang="0">
                  <a:pos x="T2" y="T3"/>
                </a:cxn>
                <a:cxn ang="0">
                  <a:pos x="T4" y="T5"/>
                </a:cxn>
                <a:cxn ang="0">
                  <a:pos x="T6" y="T7"/>
                </a:cxn>
                <a:cxn ang="0">
                  <a:pos x="T8" y="T9"/>
                </a:cxn>
              </a:cxnLst>
              <a:rect l="0" t="0" r="r" b="b"/>
              <a:pathLst>
                <a:path w="65" h="21">
                  <a:moveTo>
                    <a:pt x="5" y="0"/>
                  </a:moveTo>
                  <a:cubicBezTo>
                    <a:pt x="3" y="2"/>
                    <a:pt x="1" y="3"/>
                    <a:pt x="0" y="4"/>
                  </a:cubicBezTo>
                  <a:cubicBezTo>
                    <a:pt x="15" y="10"/>
                    <a:pt x="39" y="18"/>
                    <a:pt x="58" y="21"/>
                  </a:cubicBezTo>
                  <a:cubicBezTo>
                    <a:pt x="62" y="11"/>
                    <a:pt x="65" y="3"/>
                    <a:pt x="65" y="3"/>
                  </a:cubicBezTo>
                  <a:cubicBezTo>
                    <a:pt x="65" y="3"/>
                    <a:pt x="35" y="2"/>
                    <a:pt x="5" y="0"/>
                  </a:cubicBezTo>
                </a:path>
              </a:pathLst>
            </a:custGeom>
            <a:solidFill>
              <a:srgbClr val="595C71"/>
            </a:solidFill>
            <a:ln>
              <a:noFill/>
            </a:ln>
            <a:extLst>
              <a:ext uri="{91240B29-F687-4F45-9708-019B960494DF}">
                <a14:hiddenLine xmlns:a14="http://schemas.microsoft.com/office/drawing/2010/main" w="9525">
                  <a:solidFill>
                    <a:srgbClr val="000000"/>
                  </a:solidFill>
                  <a:round/>
                  <a:headEnd/>
                  <a:tailEnd/>
                </a14:hiddenLine>
              </a:ext>
            </a:extLst>
          </p:spPr>
          <p:txBody>
            <a:bodyPr wrap="square" lIns="91440" tIns="45720" rIns="91440" bIns="45720" anchor="ctr">
              <a:normAutofit fontScale="25000" lnSpcReduction="20000"/>
            </a:bodyPr>
            <a:lstStyle/>
            <a:p>
              <a:pPr algn="ctr"/>
              <a:endParaRPr>
                <a:cs typeface="+mn-ea"/>
                <a:sym typeface="+mn-lt"/>
              </a:endParaRPr>
            </a:p>
          </p:txBody>
        </p:sp>
        <p:sp>
          <p:nvSpPr>
            <p:cNvPr id="398" name="任意多边形: 形状 397">
              <a:extLst>
                <a:ext uri="{FF2B5EF4-FFF2-40B4-BE49-F238E27FC236}">
                  <a16:creationId xmlns:a16="http://schemas.microsoft.com/office/drawing/2014/main" id="{1AF6145B-EB7A-4D85-9F90-0C468A9A031E}"/>
                </a:ext>
              </a:extLst>
            </p:cNvPr>
            <p:cNvSpPr/>
            <p:nvPr/>
          </p:nvSpPr>
          <p:spPr bwMode="auto">
            <a:xfrm>
              <a:off x="4452001" y="2558194"/>
              <a:ext cx="349350" cy="376750"/>
            </a:xfrm>
            <a:custGeom>
              <a:avLst/>
              <a:gdLst>
                <a:gd name="T0" fmla="*/ 230 w 238"/>
                <a:gd name="T1" fmla="*/ 258 h 258"/>
                <a:gd name="T2" fmla="*/ 130 w 238"/>
                <a:gd name="T3" fmla="*/ 188 h 258"/>
                <a:gd name="T4" fmla="*/ 76 w 238"/>
                <a:gd name="T5" fmla="*/ 201 h 258"/>
                <a:gd name="T6" fmla="*/ 0 w 238"/>
                <a:gd name="T7" fmla="*/ 185 h 258"/>
                <a:gd name="T8" fmla="*/ 41 w 238"/>
                <a:gd name="T9" fmla="*/ 144 h 258"/>
                <a:gd name="T10" fmla="*/ 61 w 238"/>
                <a:gd name="T11" fmla="*/ 19 h 258"/>
                <a:gd name="T12" fmla="*/ 137 w 238"/>
                <a:gd name="T13" fmla="*/ 172 h 258"/>
                <a:gd name="T14" fmla="*/ 211 w 238"/>
                <a:gd name="T15" fmla="*/ 207 h 258"/>
                <a:gd name="T16" fmla="*/ 225 w 238"/>
                <a:gd name="T17" fmla="*/ 221 h 258"/>
                <a:gd name="T18" fmla="*/ 230 w 238"/>
                <a:gd name="T19" fmla="*/ 258 h 2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38" h="258">
                  <a:moveTo>
                    <a:pt x="230" y="258"/>
                  </a:moveTo>
                  <a:cubicBezTo>
                    <a:pt x="211" y="258"/>
                    <a:pt x="144" y="215"/>
                    <a:pt x="130" y="188"/>
                  </a:cubicBezTo>
                  <a:cubicBezTo>
                    <a:pt x="115" y="160"/>
                    <a:pt x="95" y="191"/>
                    <a:pt x="76" y="201"/>
                  </a:cubicBezTo>
                  <a:cubicBezTo>
                    <a:pt x="64" y="207"/>
                    <a:pt x="26" y="195"/>
                    <a:pt x="0" y="185"/>
                  </a:cubicBezTo>
                  <a:cubicBezTo>
                    <a:pt x="13" y="176"/>
                    <a:pt x="33" y="150"/>
                    <a:pt x="41" y="144"/>
                  </a:cubicBezTo>
                  <a:cubicBezTo>
                    <a:pt x="51" y="137"/>
                    <a:pt x="61" y="19"/>
                    <a:pt x="61" y="19"/>
                  </a:cubicBezTo>
                  <a:cubicBezTo>
                    <a:pt x="98" y="0"/>
                    <a:pt x="137" y="172"/>
                    <a:pt x="137" y="172"/>
                  </a:cubicBezTo>
                  <a:cubicBezTo>
                    <a:pt x="137" y="172"/>
                    <a:pt x="206" y="192"/>
                    <a:pt x="211" y="207"/>
                  </a:cubicBezTo>
                  <a:cubicBezTo>
                    <a:pt x="213" y="210"/>
                    <a:pt x="218" y="215"/>
                    <a:pt x="225" y="221"/>
                  </a:cubicBezTo>
                  <a:cubicBezTo>
                    <a:pt x="233" y="241"/>
                    <a:pt x="238" y="258"/>
                    <a:pt x="230" y="258"/>
                  </a:cubicBezTo>
                  <a:close/>
                </a:path>
              </a:pathLst>
            </a:custGeom>
            <a:solidFill>
              <a:srgbClr val="CED7E7"/>
            </a:solidFill>
            <a:ln>
              <a:noFill/>
            </a:ln>
            <a:extLst>
              <a:ext uri="{91240B29-F687-4F45-9708-019B960494DF}">
                <a14:hiddenLine xmlns:a14="http://schemas.microsoft.com/office/drawing/2010/main" w="9525">
                  <a:solidFill>
                    <a:srgbClr val="000000"/>
                  </a:solidFill>
                  <a:round/>
                  <a:headEnd/>
                  <a:tailEnd/>
                </a14:hiddenLine>
              </a:ext>
            </a:extLst>
          </p:spPr>
          <p:txBody>
            <a:bodyPr wrap="square" lIns="91440" tIns="45720" rIns="91440" bIns="45720" anchor="ctr">
              <a:normAutofit fontScale="70000" lnSpcReduction="20000"/>
            </a:bodyPr>
            <a:lstStyle/>
            <a:p>
              <a:pPr algn="ctr"/>
              <a:endParaRPr>
                <a:cs typeface="+mn-ea"/>
                <a:sym typeface="+mn-lt"/>
              </a:endParaRPr>
            </a:p>
          </p:txBody>
        </p:sp>
        <p:sp>
          <p:nvSpPr>
            <p:cNvPr id="399" name="任意多边形: 形状 398">
              <a:extLst>
                <a:ext uri="{FF2B5EF4-FFF2-40B4-BE49-F238E27FC236}">
                  <a16:creationId xmlns:a16="http://schemas.microsoft.com/office/drawing/2014/main" id="{B83DDBA7-E27F-4E5E-9647-D8BD62478A71}"/>
                </a:ext>
              </a:extLst>
            </p:cNvPr>
            <p:cNvSpPr/>
            <p:nvPr/>
          </p:nvSpPr>
          <p:spPr bwMode="auto">
            <a:xfrm>
              <a:off x="5164401" y="4015531"/>
              <a:ext cx="1335750" cy="808300"/>
            </a:xfrm>
            <a:custGeom>
              <a:avLst/>
              <a:gdLst>
                <a:gd name="T0" fmla="*/ 3 w 912"/>
                <a:gd name="T1" fmla="*/ 537 h 552"/>
                <a:gd name="T2" fmla="*/ 636 w 912"/>
                <a:gd name="T3" fmla="*/ 9 h 552"/>
                <a:gd name="T4" fmla="*/ 659 w 912"/>
                <a:gd name="T5" fmla="*/ 1 h 552"/>
                <a:gd name="T6" fmla="*/ 895 w 912"/>
                <a:gd name="T7" fmla="*/ 7 h 552"/>
                <a:gd name="T8" fmla="*/ 888 w 912"/>
                <a:gd name="T9" fmla="*/ 45 h 552"/>
                <a:gd name="T10" fmla="*/ 290 w 912"/>
                <a:gd name="T11" fmla="*/ 535 h 552"/>
                <a:gd name="T12" fmla="*/ 267 w 912"/>
                <a:gd name="T13" fmla="*/ 544 h 552"/>
                <a:gd name="T14" fmla="*/ 9 w 912"/>
                <a:gd name="T15" fmla="*/ 552 h 552"/>
                <a:gd name="T16" fmla="*/ 0 w 912"/>
                <a:gd name="T17" fmla="*/ 544 h 552"/>
                <a:gd name="T18" fmla="*/ 3 w 912"/>
                <a:gd name="T19" fmla="*/ 537 h 5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12" h="552">
                  <a:moveTo>
                    <a:pt x="3" y="537"/>
                  </a:moveTo>
                  <a:cubicBezTo>
                    <a:pt x="636" y="9"/>
                    <a:pt x="636" y="9"/>
                    <a:pt x="636" y="9"/>
                  </a:cubicBezTo>
                  <a:cubicBezTo>
                    <a:pt x="643" y="3"/>
                    <a:pt x="651" y="0"/>
                    <a:pt x="659" y="1"/>
                  </a:cubicBezTo>
                  <a:cubicBezTo>
                    <a:pt x="895" y="7"/>
                    <a:pt x="895" y="7"/>
                    <a:pt x="895" y="7"/>
                  </a:cubicBezTo>
                  <a:cubicBezTo>
                    <a:pt x="895" y="7"/>
                    <a:pt x="912" y="19"/>
                    <a:pt x="888" y="45"/>
                  </a:cubicBezTo>
                  <a:cubicBezTo>
                    <a:pt x="290" y="535"/>
                    <a:pt x="290" y="535"/>
                    <a:pt x="290" y="535"/>
                  </a:cubicBezTo>
                  <a:cubicBezTo>
                    <a:pt x="284" y="540"/>
                    <a:pt x="276" y="543"/>
                    <a:pt x="267" y="544"/>
                  </a:cubicBezTo>
                  <a:cubicBezTo>
                    <a:pt x="9" y="552"/>
                    <a:pt x="9" y="552"/>
                    <a:pt x="9" y="552"/>
                  </a:cubicBezTo>
                  <a:cubicBezTo>
                    <a:pt x="4" y="552"/>
                    <a:pt x="0" y="549"/>
                    <a:pt x="0" y="544"/>
                  </a:cubicBezTo>
                  <a:cubicBezTo>
                    <a:pt x="0" y="541"/>
                    <a:pt x="1" y="538"/>
                    <a:pt x="3" y="537"/>
                  </a:cubicBezTo>
                  <a:close/>
                </a:path>
              </a:pathLst>
            </a:custGeom>
            <a:solidFill>
              <a:srgbClr val="4285F4"/>
            </a:solidFill>
            <a:ln>
              <a:noFill/>
            </a:ln>
            <a:extLst>
              <a:ext uri="{91240B29-F687-4F45-9708-019B960494DF}">
                <a14:hiddenLine xmlns:a14="http://schemas.microsoft.com/office/drawing/2010/main" w="9525">
                  <a:solidFill>
                    <a:srgbClr val="000000"/>
                  </a:solidFill>
                  <a:round/>
                  <a:headEnd/>
                  <a:tailEnd/>
                </a14:hiddenLine>
              </a:ext>
            </a:extLst>
          </p:spPr>
          <p:txBody>
            <a:bodyPr wrap="square" lIns="91440" tIns="45720" rIns="91440" bIns="45720" anchor="ctr">
              <a:normAutofit/>
            </a:bodyPr>
            <a:lstStyle/>
            <a:p>
              <a:pPr algn="ctr"/>
              <a:endParaRPr>
                <a:cs typeface="+mn-ea"/>
                <a:sym typeface="+mn-lt"/>
              </a:endParaRPr>
            </a:p>
          </p:txBody>
        </p:sp>
        <p:sp>
          <p:nvSpPr>
            <p:cNvPr id="400" name="任意多边形: 形状 399">
              <a:extLst>
                <a:ext uri="{FF2B5EF4-FFF2-40B4-BE49-F238E27FC236}">
                  <a16:creationId xmlns:a16="http://schemas.microsoft.com/office/drawing/2014/main" id="{51F685AF-9250-437F-A375-B726F855C58D}"/>
                </a:ext>
              </a:extLst>
            </p:cNvPr>
            <p:cNvSpPr/>
            <p:nvPr/>
          </p:nvSpPr>
          <p:spPr bwMode="auto">
            <a:xfrm>
              <a:off x="5616501" y="4299806"/>
              <a:ext cx="654175" cy="695275"/>
            </a:xfrm>
            <a:custGeom>
              <a:avLst/>
              <a:gdLst>
                <a:gd name="T0" fmla="*/ 0 w 446"/>
                <a:gd name="T1" fmla="*/ 278 h 476"/>
                <a:gd name="T2" fmla="*/ 292 w 446"/>
                <a:gd name="T3" fmla="*/ 291 h 476"/>
                <a:gd name="T4" fmla="*/ 355 w 446"/>
                <a:gd name="T5" fmla="*/ 5 h 476"/>
                <a:gd name="T6" fmla="*/ 0 w 446"/>
                <a:gd name="T7" fmla="*/ 278 h 476"/>
              </a:gdLst>
              <a:ahLst/>
              <a:cxnLst>
                <a:cxn ang="0">
                  <a:pos x="T0" y="T1"/>
                </a:cxn>
                <a:cxn ang="0">
                  <a:pos x="T2" y="T3"/>
                </a:cxn>
                <a:cxn ang="0">
                  <a:pos x="T4" y="T5"/>
                </a:cxn>
                <a:cxn ang="0">
                  <a:pos x="T6" y="T7"/>
                </a:cxn>
              </a:cxnLst>
              <a:rect l="0" t="0" r="r" b="b"/>
              <a:pathLst>
                <a:path w="446" h="476">
                  <a:moveTo>
                    <a:pt x="0" y="278"/>
                  </a:moveTo>
                  <a:cubicBezTo>
                    <a:pt x="0" y="278"/>
                    <a:pt x="139" y="476"/>
                    <a:pt x="292" y="291"/>
                  </a:cubicBezTo>
                  <a:cubicBezTo>
                    <a:pt x="446" y="107"/>
                    <a:pt x="402" y="10"/>
                    <a:pt x="355" y="5"/>
                  </a:cubicBezTo>
                  <a:cubicBezTo>
                    <a:pt x="308" y="0"/>
                    <a:pt x="46" y="202"/>
                    <a:pt x="0" y="278"/>
                  </a:cubicBezTo>
                  <a:close/>
                </a:path>
              </a:pathLst>
            </a:custGeom>
            <a:solidFill>
              <a:srgbClr val="FFA2A2"/>
            </a:solidFill>
            <a:ln>
              <a:noFill/>
            </a:ln>
            <a:extLst>
              <a:ext uri="{91240B29-F687-4F45-9708-019B960494DF}">
                <a14:hiddenLine xmlns:a14="http://schemas.microsoft.com/office/drawing/2010/main" w="9525">
                  <a:solidFill>
                    <a:srgbClr val="000000"/>
                  </a:solidFill>
                  <a:round/>
                  <a:headEnd/>
                  <a:tailEnd/>
                </a14:hiddenLine>
              </a:ext>
            </a:extLst>
          </p:spPr>
          <p:txBody>
            <a:bodyPr wrap="square" lIns="91440" tIns="45720" rIns="91440" bIns="45720" anchor="ctr">
              <a:normAutofit/>
            </a:bodyPr>
            <a:lstStyle/>
            <a:p>
              <a:pPr algn="ctr"/>
              <a:endParaRPr>
                <a:cs typeface="+mn-ea"/>
                <a:sym typeface="+mn-lt"/>
              </a:endParaRPr>
            </a:p>
          </p:txBody>
        </p:sp>
        <p:sp>
          <p:nvSpPr>
            <p:cNvPr id="401" name="任意多边形: 形状 400">
              <a:extLst>
                <a:ext uri="{FF2B5EF4-FFF2-40B4-BE49-F238E27FC236}">
                  <a16:creationId xmlns:a16="http://schemas.microsoft.com/office/drawing/2014/main" id="{706EA2EE-57F1-4639-AED5-002785471A55}"/>
                </a:ext>
              </a:extLst>
            </p:cNvPr>
            <p:cNvSpPr/>
            <p:nvPr/>
          </p:nvSpPr>
          <p:spPr bwMode="auto">
            <a:xfrm>
              <a:off x="6983075" y="1145382"/>
              <a:ext cx="637050" cy="368188"/>
            </a:xfrm>
            <a:custGeom>
              <a:avLst/>
              <a:gdLst>
                <a:gd name="T0" fmla="*/ 265 w 435"/>
                <a:gd name="T1" fmla="*/ 0 h 252"/>
                <a:gd name="T2" fmla="*/ 0 w 435"/>
                <a:gd name="T3" fmla="*/ 219 h 252"/>
                <a:gd name="T4" fmla="*/ 1 w 435"/>
                <a:gd name="T5" fmla="*/ 219 h 252"/>
                <a:gd name="T6" fmla="*/ 60 w 435"/>
                <a:gd name="T7" fmla="*/ 177 h 252"/>
                <a:gd name="T8" fmla="*/ 98 w 435"/>
                <a:gd name="T9" fmla="*/ 94 h 252"/>
                <a:gd name="T10" fmla="*/ 95 w 435"/>
                <a:gd name="T11" fmla="*/ 109 h 252"/>
                <a:gd name="T12" fmla="*/ 73 w 435"/>
                <a:gd name="T13" fmla="*/ 169 h 252"/>
                <a:gd name="T14" fmla="*/ 101 w 435"/>
                <a:gd name="T15" fmla="*/ 148 h 252"/>
                <a:gd name="T16" fmla="*/ 160 w 435"/>
                <a:gd name="T17" fmla="*/ 45 h 252"/>
                <a:gd name="T18" fmla="*/ 114 w 435"/>
                <a:gd name="T19" fmla="*/ 141 h 252"/>
                <a:gd name="T20" fmla="*/ 160 w 435"/>
                <a:gd name="T21" fmla="*/ 116 h 252"/>
                <a:gd name="T22" fmla="*/ 230 w 435"/>
                <a:gd name="T23" fmla="*/ 16 h 252"/>
                <a:gd name="T24" fmla="*/ 173 w 435"/>
                <a:gd name="T25" fmla="*/ 110 h 252"/>
                <a:gd name="T26" fmla="*/ 223 w 435"/>
                <a:gd name="T27" fmla="*/ 92 h 252"/>
                <a:gd name="T28" fmla="*/ 294 w 435"/>
                <a:gd name="T29" fmla="*/ 11 h 252"/>
                <a:gd name="T30" fmla="*/ 236 w 435"/>
                <a:gd name="T31" fmla="*/ 87 h 252"/>
                <a:gd name="T32" fmla="*/ 293 w 435"/>
                <a:gd name="T33" fmla="*/ 77 h 252"/>
                <a:gd name="T34" fmla="*/ 349 w 435"/>
                <a:gd name="T35" fmla="*/ 40 h 252"/>
                <a:gd name="T36" fmla="*/ 363 w 435"/>
                <a:gd name="T37" fmla="*/ 42 h 252"/>
                <a:gd name="T38" fmla="*/ 309 w 435"/>
                <a:gd name="T39" fmla="*/ 76 h 252"/>
                <a:gd name="T40" fmla="*/ 321 w 435"/>
                <a:gd name="T41" fmla="*/ 75 h 252"/>
                <a:gd name="T42" fmla="*/ 409 w 435"/>
                <a:gd name="T43" fmla="*/ 98 h 252"/>
                <a:gd name="T44" fmla="*/ 324 w 435"/>
                <a:gd name="T45" fmla="*/ 86 h 252"/>
                <a:gd name="T46" fmla="*/ 309 w 435"/>
                <a:gd name="T47" fmla="*/ 86 h 252"/>
                <a:gd name="T48" fmla="*/ 370 w 435"/>
                <a:gd name="T49" fmla="*/ 146 h 252"/>
                <a:gd name="T50" fmla="*/ 296 w 435"/>
                <a:gd name="T51" fmla="*/ 89 h 252"/>
                <a:gd name="T52" fmla="*/ 293 w 435"/>
                <a:gd name="T53" fmla="*/ 88 h 252"/>
                <a:gd name="T54" fmla="*/ 235 w 435"/>
                <a:gd name="T55" fmla="*/ 102 h 252"/>
                <a:gd name="T56" fmla="*/ 337 w 435"/>
                <a:gd name="T57" fmla="*/ 192 h 252"/>
                <a:gd name="T58" fmla="*/ 224 w 435"/>
                <a:gd name="T59" fmla="*/ 105 h 252"/>
                <a:gd name="T60" fmla="*/ 174 w 435"/>
                <a:gd name="T61" fmla="*/ 125 h 252"/>
                <a:gd name="T62" fmla="*/ 289 w 435"/>
                <a:gd name="T63" fmla="*/ 221 h 252"/>
                <a:gd name="T64" fmla="*/ 164 w 435"/>
                <a:gd name="T65" fmla="*/ 130 h 252"/>
                <a:gd name="T66" fmla="*/ 117 w 435"/>
                <a:gd name="T67" fmla="*/ 156 h 252"/>
                <a:gd name="T68" fmla="*/ 223 w 435"/>
                <a:gd name="T69" fmla="*/ 244 h 252"/>
                <a:gd name="T70" fmla="*/ 106 w 435"/>
                <a:gd name="T71" fmla="*/ 163 h 252"/>
                <a:gd name="T72" fmla="*/ 74 w 435"/>
                <a:gd name="T73" fmla="*/ 184 h 252"/>
                <a:gd name="T74" fmla="*/ 138 w 435"/>
                <a:gd name="T75" fmla="*/ 239 h 252"/>
                <a:gd name="T76" fmla="*/ 66 w 435"/>
                <a:gd name="T77" fmla="*/ 190 h 252"/>
                <a:gd name="T78" fmla="*/ 8 w 435"/>
                <a:gd name="T79" fmla="*/ 232 h 252"/>
                <a:gd name="T80" fmla="*/ 25 w 435"/>
                <a:gd name="T81" fmla="*/ 235 h 252"/>
                <a:gd name="T82" fmla="*/ 66 w 435"/>
                <a:gd name="T83" fmla="*/ 231 h 252"/>
                <a:gd name="T84" fmla="*/ 193 w 435"/>
                <a:gd name="T85" fmla="*/ 252 h 252"/>
                <a:gd name="T86" fmla="*/ 336 w 435"/>
                <a:gd name="T87" fmla="*/ 215 h 252"/>
                <a:gd name="T88" fmla="*/ 380 w 435"/>
                <a:gd name="T89" fmla="*/ 182 h 252"/>
                <a:gd name="T90" fmla="*/ 400 w 435"/>
                <a:gd name="T91" fmla="*/ 144 h 252"/>
                <a:gd name="T92" fmla="*/ 426 w 435"/>
                <a:gd name="T93" fmla="*/ 116 h 252"/>
                <a:gd name="T94" fmla="*/ 432 w 435"/>
                <a:gd name="T95" fmla="*/ 117 h 252"/>
                <a:gd name="T96" fmla="*/ 389 w 435"/>
                <a:gd name="T97" fmla="*/ 52 h 252"/>
                <a:gd name="T98" fmla="*/ 265 w 435"/>
                <a:gd name="T99" fmla="*/ 0 h 2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435" h="252">
                  <a:moveTo>
                    <a:pt x="265" y="0"/>
                  </a:moveTo>
                  <a:cubicBezTo>
                    <a:pt x="113" y="0"/>
                    <a:pt x="0" y="219"/>
                    <a:pt x="0" y="219"/>
                  </a:cubicBezTo>
                  <a:cubicBezTo>
                    <a:pt x="0" y="219"/>
                    <a:pt x="1" y="219"/>
                    <a:pt x="1" y="219"/>
                  </a:cubicBezTo>
                  <a:cubicBezTo>
                    <a:pt x="7" y="219"/>
                    <a:pt x="60" y="177"/>
                    <a:pt x="60" y="177"/>
                  </a:cubicBezTo>
                  <a:cubicBezTo>
                    <a:pt x="65" y="146"/>
                    <a:pt x="78" y="117"/>
                    <a:pt x="98" y="94"/>
                  </a:cubicBezTo>
                  <a:cubicBezTo>
                    <a:pt x="98" y="94"/>
                    <a:pt x="101" y="96"/>
                    <a:pt x="95" y="109"/>
                  </a:cubicBezTo>
                  <a:cubicBezTo>
                    <a:pt x="89" y="122"/>
                    <a:pt x="73" y="169"/>
                    <a:pt x="73" y="169"/>
                  </a:cubicBezTo>
                  <a:cubicBezTo>
                    <a:pt x="101" y="148"/>
                    <a:pt x="101" y="148"/>
                    <a:pt x="101" y="148"/>
                  </a:cubicBezTo>
                  <a:cubicBezTo>
                    <a:pt x="120" y="70"/>
                    <a:pt x="160" y="45"/>
                    <a:pt x="160" y="45"/>
                  </a:cubicBezTo>
                  <a:cubicBezTo>
                    <a:pt x="136" y="77"/>
                    <a:pt x="114" y="141"/>
                    <a:pt x="114" y="141"/>
                  </a:cubicBezTo>
                  <a:cubicBezTo>
                    <a:pt x="160" y="116"/>
                    <a:pt x="160" y="116"/>
                    <a:pt x="160" y="116"/>
                  </a:cubicBezTo>
                  <a:cubicBezTo>
                    <a:pt x="183" y="32"/>
                    <a:pt x="230" y="16"/>
                    <a:pt x="230" y="16"/>
                  </a:cubicBezTo>
                  <a:cubicBezTo>
                    <a:pt x="203" y="38"/>
                    <a:pt x="173" y="110"/>
                    <a:pt x="173" y="110"/>
                  </a:cubicBezTo>
                  <a:cubicBezTo>
                    <a:pt x="223" y="92"/>
                    <a:pt x="223" y="92"/>
                    <a:pt x="223" y="92"/>
                  </a:cubicBezTo>
                  <a:cubicBezTo>
                    <a:pt x="246" y="20"/>
                    <a:pt x="294" y="11"/>
                    <a:pt x="294" y="11"/>
                  </a:cubicBezTo>
                  <a:cubicBezTo>
                    <a:pt x="262" y="34"/>
                    <a:pt x="236" y="87"/>
                    <a:pt x="236" y="87"/>
                  </a:cubicBezTo>
                  <a:cubicBezTo>
                    <a:pt x="242" y="81"/>
                    <a:pt x="293" y="77"/>
                    <a:pt x="293" y="77"/>
                  </a:cubicBezTo>
                  <a:cubicBezTo>
                    <a:pt x="314" y="46"/>
                    <a:pt x="336" y="40"/>
                    <a:pt x="349" y="40"/>
                  </a:cubicBezTo>
                  <a:cubicBezTo>
                    <a:pt x="357" y="40"/>
                    <a:pt x="363" y="42"/>
                    <a:pt x="363" y="42"/>
                  </a:cubicBezTo>
                  <a:cubicBezTo>
                    <a:pt x="332" y="48"/>
                    <a:pt x="309" y="76"/>
                    <a:pt x="309" y="76"/>
                  </a:cubicBezTo>
                  <a:cubicBezTo>
                    <a:pt x="313" y="75"/>
                    <a:pt x="317" y="75"/>
                    <a:pt x="321" y="75"/>
                  </a:cubicBezTo>
                  <a:cubicBezTo>
                    <a:pt x="367" y="75"/>
                    <a:pt x="409" y="98"/>
                    <a:pt x="409" y="98"/>
                  </a:cubicBezTo>
                  <a:cubicBezTo>
                    <a:pt x="385" y="87"/>
                    <a:pt x="346" y="86"/>
                    <a:pt x="324" y="86"/>
                  </a:cubicBezTo>
                  <a:cubicBezTo>
                    <a:pt x="315" y="86"/>
                    <a:pt x="309" y="86"/>
                    <a:pt x="309" y="86"/>
                  </a:cubicBezTo>
                  <a:cubicBezTo>
                    <a:pt x="305" y="94"/>
                    <a:pt x="370" y="146"/>
                    <a:pt x="370" y="146"/>
                  </a:cubicBezTo>
                  <a:cubicBezTo>
                    <a:pt x="334" y="145"/>
                    <a:pt x="296" y="89"/>
                    <a:pt x="296" y="89"/>
                  </a:cubicBezTo>
                  <a:cubicBezTo>
                    <a:pt x="295" y="88"/>
                    <a:pt x="294" y="88"/>
                    <a:pt x="293" y="88"/>
                  </a:cubicBezTo>
                  <a:cubicBezTo>
                    <a:pt x="276" y="88"/>
                    <a:pt x="235" y="102"/>
                    <a:pt x="235" y="102"/>
                  </a:cubicBezTo>
                  <a:cubicBezTo>
                    <a:pt x="232" y="125"/>
                    <a:pt x="337" y="192"/>
                    <a:pt x="337" y="192"/>
                  </a:cubicBezTo>
                  <a:cubicBezTo>
                    <a:pt x="274" y="184"/>
                    <a:pt x="224" y="105"/>
                    <a:pt x="224" y="105"/>
                  </a:cubicBezTo>
                  <a:cubicBezTo>
                    <a:pt x="174" y="125"/>
                    <a:pt x="174" y="125"/>
                    <a:pt x="174" y="125"/>
                  </a:cubicBezTo>
                  <a:cubicBezTo>
                    <a:pt x="194" y="173"/>
                    <a:pt x="289" y="221"/>
                    <a:pt x="289" y="221"/>
                  </a:cubicBezTo>
                  <a:cubicBezTo>
                    <a:pt x="214" y="212"/>
                    <a:pt x="164" y="130"/>
                    <a:pt x="164" y="130"/>
                  </a:cubicBezTo>
                  <a:cubicBezTo>
                    <a:pt x="117" y="156"/>
                    <a:pt x="117" y="156"/>
                    <a:pt x="117" y="156"/>
                  </a:cubicBezTo>
                  <a:cubicBezTo>
                    <a:pt x="130" y="201"/>
                    <a:pt x="223" y="244"/>
                    <a:pt x="223" y="244"/>
                  </a:cubicBezTo>
                  <a:cubicBezTo>
                    <a:pt x="157" y="238"/>
                    <a:pt x="106" y="163"/>
                    <a:pt x="106" y="163"/>
                  </a:cubicBezTo>
                  <a:cubicBezTo>
                    <a:pt x="106" y="163"/>
                    <a:pt x="76" y="182"/>
                    <a:pt x="74" y="184"/>
                  </a:cubicBezTo>
                  <a:cubicBezTo>
                    <a:pt x="66" y="193"/>
                    <a:pt x="138" y="239"/>
                    <a:pt x="138" y="239"/>
                  </a:cubicBezTo>
                  <a:cubicBezTo>
                    <a:pt x="95" y="234"/>
                    <a:pt x="66" y="190"/>
                    <a:pt x="66" y="190"/>
                  </a:cubicBezTo>
                  <a:cubicBezTo>
                    <a:pt x="8" y="232"/>
                    <a:pt x="8" y="232"/>
                    <a:pt x="8" y="232"/>
                  </a:cubicBezTo>
                  <a:cubicBezTo>
                    <a:pt x="11" y="234"/>
                    <a:pt x="17" y="235"/>
                    <a:pt x="25" y="235"/>
                  </a:cubicBezTo>
                  <a:cubicBezTo>
                    <a:pt x="42" y="235"/>
                    <a:pt x="66" y="231"/>
                    <a:pt x="66" y="231"/>
                  </a:cubicBezTo>
                  <a:cubicBezTo>
                    <a:pt x="115" y="247"/>
                    <a:pt x="157" y="252"/>
                    <a:pt x="193" y="252"/>
                  </a:cubicBezTo>
                  <a:cubicBezTo>
                    <a:pt x="286" y="252"/>
                    <a:pt x="336" y="215"/>
                    <a:pt x="336" y="215"/>
                  </a:cubicBezTo>
                  <a:cubicBezTo>
                    <a:pt x="354" y="209"/>
                    <a:pt x="369" y="197"/>
                    <a:pt x="380" y="182"/>
                  </a:cubicBezTo>
                  <a:cubicBezTo>
                    <a:pt x="388" y="170"/>
                    <a:pt x="395" y="158"/>
                    <a:pt x="400" y="144"/>
                  </a:cubicBezTo>
                  <a:cubicBezTo>
                    <a:pt x="409" y="120"/>
                    <a:pt x="420" y="116"/>
                    <a:pt x="426" y="116"/>
                  </a:cubicBezTo>
                  <a:cubicBezTo>
                    <a:pt x="430" y="116"/>
                    <a:pt x="432" y="117"/>
                    <a:pt x="432" y="117"/>
                  </a:cubicBezTo>
                  <a:cubicBezTo>
                    <a:pt x="435" y="68"/>
                    <a:pt x="389" y="52"/>
                    <a:pt x="389" y="52"/>
                  </a:cubicBezTo>
                  <a:cubicBezTo>
                    <a:pt x="346" y="15"/>
                    <a:pt x="304" y="0"/>
                    <a:pt x="265" y="0"/>
                  </a:cubicBezTo>
                </a:path>
              </a:pathLst>
            </a:custGeom>
            <a:solidFill>
              <a:srgbClr val="4285F4">
                <a:alpha val="20000"/>
              </a:srgbClr>
            </a:solidFill>
            <a:ln>
              <a:noFill/>
            </a:ln>
          </p:spPr>
          <p:txBody>
            <a:bodyPr wrap="square" lIns="91440" tIns="45720" rIns="91440" bIns="45720" anchor="ctr">
              <a:normAutofit fontScale="62500" lnSpcReduction="20000"/>
            </a:bodyPr>
            <a:lstStyle/>
            <a:p>
              <a:pPr algn="ctr"/>
              <a:endParaRPr>
                <a:cs typeface="+mn-ea"/>
                <a:sym typeface="+mn-lt"/>
              </a:endParaRPr>
            </a:p>
          </p:txBody>
        </p:sp>
        <p:sp>
          <p:nvSpPr>
            <p:cNvPr id="402" name="任意多边形: 形状 401">
              <a:extLst>
                <a:ext uri="{FF2B5EF4-FFF2-40B4-BE49-F238E27FC236}">
                  <a16:creationId xmlns:a16="http://schemas.microsoft.com/office/drawing/2014/main" id="{60A4554A-A107-4E96-8501-D8EB271FC502}"/>
                </a:ext>
              </a:extLst>
            </p:cNvPr>
            <p:cNvSpPr/>
            <p:nvPr/>
          </p:nvSpPr>
          <p:spPr bwMode="auto">
            <a:xfrm>
              <a:off x="8063662" y="1592344"/>
              <a:ext cx="285988" cy="166113"/>
            </a:xfrm>
            <a:custGeom>
              <a:avLst/>
              <a:gdLst>
                <a:gd name="T0" fmla="*/ 119 w 196"/>
                <a:gd name="T1" fmla="*/ 0 h 114"/>
                <a:gd name="T2" fmla="*/ 0 w 196"/>
                <a:gd name="T3" fmla="*/ 99 h 114"/>
                <a:gd name="T4" fmla="*/ 0 w 196"/>
                <a:gd name="T5" fmla="*/ 99 h 114"/>
                <a:gd name="T6" fmla="*/ 27 w 196"/>
                <a:gd name="T7" fmla="*/ 80 h 114"/>
                <a:gd name="T8" fmla="*/ 44 w 196"/>
                <a:gd name="T9" fmla="*/ 42 h 114"/>
                <a:gd name="T10" fmla="*/ 43 w 196"/>
                <a:gd name="T11" fmla="*/ 49 h 114"/>
                <a:gd name="T12" fmla="*/ 32 w 196"/>
                <a:gd name="T13" fmla="*/ 76 h 114"/>
                <a:gd name="T14" fmla="*/ 45 w 196"/>
                <a:gd name="T15" fmla="*/ 67 h 114"/>
                <a:gd name="T16" fmla="*/ 72 w 196"/>
                <a:gd name="T17" fmla="*/ 21 h 114"/>
                <a:gd name="T18" fmla="*/ 51 w 196"/>
                <a:gd name="T19" fmla="*/ 64 h 114"/>
                <a:gd name="T20" fmla="*/ 72 w 196"/>
                <a:gd name="T21" fmla="*/ 52 h 114"/>
                <a:gd name="T22" fmla="*/ 104 w 196"/>
                <a:gd name="T23" fmla="*/ 7 h 114"/>
                <a:gd name="T24" fmla="*/ 78 w 196"/>
                <a:gd name="T25" fmla="*/ 50 h 114"/>
                <a:gd name="T26" fmla="*/ 100 w 196"/>
                <a:gd name="T27" fmla="*/ 41 h 114"/>
                <a:gd name="T28" fmla="*/ 132 w 196"/>
                <a:gd name="T29" fmla="*/ 5 h 114"/>
                <a:gd name="T30" fmla="*/ 106 w 196"/>
                <a:gd name="T31" fmla="*/ 39 h 114"/>
                <a:gd name="T32" fmla="*/ 132 w 196"/>
                <a:gd name="T33" fmla="*/ 35 h 114"/>
                <a:gd name="T34" fmla="*/ 157 w 196"/>
                <a:gd name="T35" fmla="*/ 18 h 114"/>
                <a:gd name="T36" fmla="*/ 163 w 196"/>
                <a:gd name="T37" fmla="*/ 19 h 114"/>
                <a:gd name="T38" fmla="*/ 139 w 196"/>
                <a:gd name="T39" fmla="*/ 34 h 114"/>
                <a:gd name="T40" fmla="*/ 144 w 196"/>
                <a:gd name="T41" fmla="*/ 34 h 114"/>
                <a:gd name="T42" fmla="*/ 184 w 196"/>
                <a:gd name="T43" fmla="*/ 44 h 114"/>
                <a:gd name="T44" fmla="*/ 146 w 196"/>
                <a:gd name="T45" fmla="*/ 39 h 114"/>
                <a:gd name="T46" fmla="*/ 139 w 196"/>
                <a:gd name="T47" fmla="*/ 39 h 114"/>
                <a:gd name="T48" fmla="*/ 167 w 196"/>
                <a:gd name="T49" fmla="*/ 66 h 114"/>
                <a:gd name="T50" fmla="*/ 133 w 196"/>
                <a:gd name="T51" fmla="*/ 40 h 114"/>
                <a:gd name="T52" fmla="*/ 132 w 196"/>
                <a:gd name="T53" fmla="*/ 40 h 114"/>
                <a:gd name="T54" fmla="*/ 106 w 196"/>
                <a:gd name="T55" fmla="*/ 46 h 114"/>
                <a:gd name="T56" fmla="*/ 152 w 196"/>
                <a:gd name="T57" fmla="*/ 87 h 114"/>
                <a:gd name="T58" fmla="*/ 101 w 196"/>
                <a:gd name="T59" fmla="*/ 48 h 114"/>
                <a:gd name="T60" fmla="*/ 78 w 196"/>
                <a:gd name="T61" fmla="*/ 56 h 114"/>
                <a:gd name="T62" fmla="*/ 130 w 196"/>
                <a:gd name="T63" fmla="*/ 100 h 114"/>
                <a:gd name="T64" fmla="*/ 74 w 196"/>
                <a:gd name="T65" fmla="*/ 58 h 114"/>
                <a:gd name="T66" fmla="*/ 53 w 196"/>
                <a:gd name="T67" fmla="*/ 70 h 114"/>
                <a:gd name="T68" fmla="*/ 101 w 196"/>
                <a:gd name="T69" fmla="*/ 110 h 114"/>
                <a:gd name="T70" fmla="*/ 47 w 196"/>
                <a:gd name="T71" fmla="*/ 74 h 114"/>
                <a:gd name="T72" fmla="*/ 33 w 196"/>
                <a:gd name="T73" fmla="*/ 83 h 114"/>
                <a:gd name="T74" fmla="*/ 62 w 196"/>
                <a:gd name="T75" fmla="*/ 108 h 114"/>
                <a:gd name="T76" fmla="*/ 29 w 196"/>
                <a:gd name="T77" fmla="*/ 86 h 114"/>
                <a:gd name="T78" fmla="*/ 3 w 196"/>
                <a:gd name="T79" fmla="*/ 105 h 114"/>
                <a:gd name="T80" fmla="*/ 11 w 196"/>
                <a:gd name="T81" fmla="*/ 106 h 114"/>
                <a:gd name="T82" fmla="*/ 29 w 196"/>
                <a:gd name="T83" fmla="*/ 105 h 114"/>
                <a:gd name="T84" fmla="*/ 87 w 196"/>
                <a:gd name="T85" fmla="*/ 114 h 114"/>
                <a:gd name="T86" fmla="*/ 151 w 196"/>
                <a:gd name="T87" fmla="*/ 97 h 114"/>
                <a:gd name="T88" fmla="*/ 171 w 196"/>
                <a:gd name="T89" fmla="*/ 82 h 114"/>
                <a:gd name="T90" fmla="*/ 180 w 196"/>
                <a:gd name="T91" fmla="*/ 65 h 114"/>
                <a:gd name="T92" fmla="*/ 192 w 196"/>
                <a:gd name="T93" fmla="*/ 52 h 114"/>
                <a:gd name="T94" fmla="*/ 195 w 196"/>
                <a:gd name="T95" fmla="*/ 53 h 114"/>
                <a:gd name="T96" fmla="*/ 175 w 196"/>
                <a:gd name="T97" fmla="*/ 23 h 114"/>
                <a:gd name="T98" fmla="*/ 119 w 196"/>
                <a:gd name="T99"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96" h="114">
                  <a:moveTo>
                    <a:pt x="119" y="0"/>
                  </a:moveTo>
                  <a:cubicBezTo>
                    <a:pt x="51" y="0"/>
                    <a:pt x="0" y="99"/>
                    <a:pt x="0" y="99"/>
                  </a:cubicBezTo>
                  <a:cubicBezTo>
                    <a:pt x="0" y="99"/>
                    <a:pt x="0" y="99"/>
                    <a:pt x="0" y="99"/>
                  </a:cubicBezTo>
                  <a:cubicBezTo>
                    <a:pt x="3" y="99"/>
                    <a:pt x="27" y="80"/>
                    <a:pt x="27" y="80"/>
                  </a:cubicBezTo>
                  <a:cubicBezTo>
                    <a:pt x="29" y="66"/>
                    <a:pt x="35" y="53"/>
                    <a:pt x="44" y="42"/>
                  </a:cubicBezTo>
                  <a:cubicBezTo>
                    <a:pt x="44" y="42"/>
                    <a:pt x="45" y="44"/>
                    <a:pt x="43" y="49"/>
                  </a:cubicBezTo>
                  <a:cubicBezTo>
                    <a:pt x="40" y="55"/>
                    <a:pt x="32" y="76"/>
                    <a:pt x="32" y="76"/>
                  </a:cubicBezTo>
                  <a:cubicBezTo>
                    <a:pt x="45" y="67"/>
                    <a:pt x="45" y="67"/>
                    <a:pt x="45" y="67"/>
                  </a:cubicBezTo>
                  <a:cubicBezTo>
                    <a:pt x="54" y="32"/>
                    <a:pt x="72" y="21"/>
                    <a:pt x="72" y="21"/>
                  </a:cubicBezTo>
                  <a:cubicBezTo>
                    <a:pt x="61" y="35"/>
                    <a:pt x="51" y="64"/>
                    <a:pt x="51" y="64"/>
                  </a:cubicBezTo>
                  <a:cubicBezTo>
                    <a:pt x="72" y="52"/>
                    <a:pt x="72" y="52"/>
                    <a:pt x="72" y="52"/>
                  </a:cubicBezTo>
                  <a:cubicBezTo>
                    <a:pt x="82" y="14"/>
                    <a:pt x="104" y="7"/>
                    <a:pt x="104" y="7"/>
                  </a:cubicBezTo>
                  <a:cubicBezTo>
                    <a:pt x="91" y="17"/>
                    <a:pt x="78" y="50"/>
                    <a:pt x="78" y="50"/>
                  </a:cubicBezTo>
                  <a:cubicBezTo>
                    <a:pt x="100" y="41"/>
                    <a:pt x="100" y="41"/>
                    <a:pt x="100" y="41"/>
                  </a:cubicBezTo>
                  <a:cubicBezTo>
                    <a:pt x="111" y="9"/>
                    <a:pt x="132" y="5"/>
                    <a:pt x="132" y="5"/>
                  </a:cubicBezTo>
                  <a:cubicBezTo>
                    <a:pt x="118" y="15"/>
                    <a:pt x="106" y="39"/>
                    <a:pt x="106" y="39"/>
                  </a:cubicBezTo>
                  <a:cubicBezTo>
                    <a:pt x="109" y="37"/>
                    <a:pt x="132" y="35"/>
                    <a:pt x="132" y="35"/>
                  </a:cubicBezTo>
                  <a:cubicBezTo>
                    <a:pt x="141" y="21"/>
                    <a:pt x="151" y="18"/>
                    <a:pt x="157" y="18"/>
                  </a:cubicBezTo>
                  <a:cubicBezTo>
                    <a:pt x="161" y="18"/>
                    <a:pt x="163" y="19"/>
                    <a:pt x="163" y="19"/>
                  </a:cubicBezTo>
                  <a:cubicBezTo>
                    <a:pt x="154" y="22"/>
                    <a:pt x="146" y="27"/>
                    <a:pt x="139" y="34"/>
                  </a:cubicBezTo>
                  <a:cubicBezTo>
                    <a:pt x="141" y="34"/>
                    <a:pt x="143" y="34"/>
                    <a:pt x="144" y="34"/>
                  </a:cubicBezTo>
                  <a:cubicBezTo>
                    <a:pt x="166" y="34"/>
                    <a:pt x="184" y="44"/>
                    <a:pt x="184" y="44"/>
                  </a:cubicBezTo>
                  <a:cubicBezTo>
                    <a:pt x="174" y="39"/>
                    <a:pt x="156" y="39"/>
                    <a:pt x="146" y="39"/>
                  </a:cubicBezTo>
                  <a:cubicBezTo>
                    <a:pt x="142" y="39"/>
                    <a:pt x="139" y="39"/>
                    <a:pt x="139" y="39"/>
                  </a:cubicBezTo>
                  <a:cubicBezTo>
                    <a:pt x="137" y="42"/>
                    <a:pt x="167" y="66"/>
                    <a:pt x="167" y="66"/>
                  </a:cubicBezTo>
                  <a:cubicBezTo>
                    <a:pt x="150" y="65"/>
                    <a:pt x="133" y="40"/>
                    <a:pt x="133" y="40"/>
                  </a:cubicBezTo>
                  <a:cubicBezTo>
                    <a:pt x="133" y="40"/>
                    <a:pt x="132" y="40"/>
                    <a:pt x="132" y="40"/>
                  </a:cubicBezTo>
                  <a:cubicBezTo>
                    <a:pt x="124" y="40"/>
                    <a:pt x="106" y="46"/>
                    <a:pt x="106" y="46"/>
                  </a:cubicBezTo>
                  <a:cubicBezTo>
                    <a:pt x="104" y="57"/>
                    <a:pt x="152" y="87"/>
                    <a:pt x="152" y="87"/>
                  </a:cubicBezTo>
                  <a:cubicBezTo>
                    <a:pt x="123" y="83"/>
                    <a:pt x="101" y="48"/>
                    <a:pt x="101" y="48"/>
                  </a:cubicBezTo>
                  <a:cubicBezTo>
                    <a:pt x="78" y="56"/>
                    <a:pt x="78" y="56"/>
                    <a:pt x="78" y="56"/>
                  </a:cubicBezTo>
                  <a:cubicBezTo>
                    <a:pt x="87" y="78"/>
                    <a:pt x="130" y="100"/>
                    <a:pt x="130" y="100"/>
                  </a:cubicBezTo>
                  <a:cubicBezTo>
                    <a:pt x="96" y="96"/>
                    <a:pt x="74" y="58"/>
                    <a:pt x="74" y="58"/>
                  </a:cubicBezTo>
                  <a:cubicBezTo>
                    <a:pt x="53" y="70"/>
                    <a:pt x="53" y="70"/>
                    <a:pt x="53" y="70"/>
                  </a:cubicBezTo>
                  <a:cubicBezTo>
                    <a:pt x="59" y="91"/>
                    <a:pt x="101" y="110"/>
                    <a:pt x="101" y="110"/>
                  </a:cubicBezTo>
                  <a:cubicBezTo>
                    <a:pt x="71" y="108"/>
                    <a:pt x="47" y="74"/>
                    <a:pt x="47" y="74"/>
                  </a:cubicBezTo>
                  <a:cubicBezTo>
                    <a:pt x="47" y="74"/>
                    <a:pt x="34" y="82"/>
                    <a:pt x="33" y="83"/>
                  </a:cubicBezTo>
                  <a:cubicBezTo>
                    <a:pt x="30" y="88"/>
                    <a:pt x="62" y="108"/>
                    <a:pt x="62" y="108"/>
                  </a:cubicBezTo>
                  <a:cubicBezTo>
                    <a:pt x="43" y="106"/>
                    <a:pt x="29" y="86"/>
                    <a:pt x="29" y="86"/>
                  </a:cubicBezTo>
                  <a:cubicBezTo>
                    <a:pt x="3" y="105"/>
                    <a:pt x="3" y="105"/>
                    <a:pt x="3" y="105"/>
                  </a:cubicBezTo>
                  <a:cubicBezTo>
                    <a:pt x="5" y="106"/>
                    <a:pt x="7" y="106"/>
                    <a:pt x="11" y="106"/>
                  </a:cubicBezTo>
                  <a:cubicBezTo>
                    <a:pt x="18" y="106"/>
                    <a:pt x="29" y="105"/>
                    <a:pt x="29" y="105"/>
                  </a:cubicBezTo>
                  <a:cubicBezTo>
                    <a:pt x="51" y="112"/>
                    <a:pt x="71" y="114"/>
                    <a:pt x="87" y="114"/>
                  </a:cubicBezTo>
                  <a:cubicBezTo>
                    <a:pt x="129" y="114"/>
                    <a:pt x="151" y="97"/>
                    <a:pt x="151" y="97"/>
                  </a:cubicBezTo>
                  <a:cubicBezTo>
                    <a:pt x="159" y="95"/>
                    <a:pt x="166" y="89"/>
                    <a:pt x="171" y="82"/>
                  </a:cubicBezTo>
                  <a:cubicBezTo>
                    <a:pt x="175" y="77"/>
                    <a:pt x="178" y="71"/>
                    <a:pt x="180" y="65"/>
                  </a:cubicBezTo>
                  <a:cubicBezTo>
                    <a:pt x="184" y="54"/>
                    <a:pt x="189" y="52"/>
                    <a:pt x="192" y="52"/>
                  </a:cubicBezTo>
                  <a:cubicBezTo>
                    <a:pt x="194" y="52"/>
                    <a:pt x="195" y="53"/>
                    <a:pt x="195" y="53"/>
                  </a:cubicBezTo>
                  <a:cubicBezTo>
                    <a:pt x="196" y="31"/>
                    <a:pt x="175" y="23"/>
                    <a:pt x="175" y="23"/>
                  </a:cubicBezTo>
                  <a:cubicBezTo>
                    <a:pt x="156" y="7"/>
                    <a:pt x="137" y="0"/>
                    <a:pt x="119" y="0"/>
                  </a:cubicBezTo>
                </a:path>
              </a:pathLst>
            </a:custGeom>
            <a:solidFill>
              <a:srgbClr val="4285F4">
                <a:alpha val="20000"/>
              </a:srgbClr>
            </a:solidFill>
            <a:ln>
              <a:noFill/>
            </a:ln>
          </p:spPr>
          <p:txBody>
            <a:bodyPr wrap="square" lIns="91440" tIns="45720" rIns="91440" bIns="45720" anchor="ctr">
              <a:normAutofit fontScale="25000" lnSpcReduction="20000"/>
            </a:bodyPr>
            <a:lstStyle/>
            <a:p>
              <a:pPr algn="ctr"/>
              <a:endParaRPr>
                <a:cs typeface="+mn-ea"/>
                <a:sym typeface="+mn-lt"/>
              </a:endParaRPr>
            </a:p>
          </p:txBody>
        </p:sp>
        <p:sp>
          <p:nvSpPr>
            <p:cNvPr id="403" name="任意多边形: 形状 402">
              <a:extLst>
                <a:ext uri="{FF2B5EF4-FFF2-40B4-BE49-F238E27FC236}">
                  <a16:creationId xmlns:a16="http://schemas.microsoft.com/office/drawing/2014/main" id="{F4C0C2BD-1283-4782-91A4-0AD0F652B662}"/>
                </a:ext>
              </a:extLst>
            </p:cNvPr>
            <p:cNvSpPr/>
            <p:nvPr/>
          </p:nvSpPr>
          <p:spPr bwMode="auto">
            <a:xfrm>
              <a:off x="6784425" y="1857782"/>
              <a:ext cx="289413" cy="166113"/>
            </a:xfrm>
            <a:custGeom>
              <a:avLst/>
              <a:gdLst>
                <a:gd name="T0" fmla="*/ 120 w 197"/>
                <a:gd name="T1" fmla="*/ 0 h 114"/>
                <a:gd name="T2" fmla="*/ 0 w 197"/>
                <a:gd name="T3" fmla="*/ 99 h 114"/>
                <a:gd name="T4" fmla="*/ 0 w 197"/>
                <a:gd name="T5" fmla="*/ 99 h 114"/>
                <a:gd name="T6" fmla="*/ 27 w 197"/>
                <a:gd name="T7" fmla="*/ 80 h 114"/>
                <a:gd name="T8" fmla="*/ 44 w 197"/>
                <a:gd name="T9" fmla="*/ 42 h 114"/>
                <a:gd name="T10" fmla="*/ 43 w 197"/>
                <a:gd name="T11" fmla="*/ 49 h 114"/>
                <a:gd name="T12" fmla="*/ 32 w 197"/>
                <a:gd name="T13" fmla="*/ 76 h 114"/>
                <a:gd name="T14" fmla="*/ 45 w 197"/>
                <a:gd name="T15" fmla="*/ 67 h 114"/>
                <a:gd name="T16" fmla="*/ 72 w 197"/>
                <a:gd name="T17" fmla="*/ 21 h 114"/>
                <a:gd name="T18" fmla="*/ 51 w 197"/>
                <a:gd name="T19" fmla="*/ 64 h 114"/>
                <a:gd name="T20" fmla="*/ 72 w 197"/>
                <a:gd name="T21" fmla="*/ 52 h 114"/>
                <a:gd name="T22" fmla="*/ 103 w 197"/>
                <a:gd name="T23" fmla="*/ 7 h 114"/>
                <a:gd name="T24" fmla="*/ 78 w 197"/>
                <a:gd name="T25" fmla="*/ 50 h 114"/>
                <a:gd name="T26" fmla="*/ 100 w 197"/>
                <a:gd name="T27" fmla="*/ 41 h 114"/>
                <a:gd name="T28" fmla="*/ 132 w 197"/>
                <a:gd name="T29" fmla="*/ 5 h 114"/>
                <a:gd name="T30" fmla="*/ 106 w 197"/>
                <a:gd name="T31" fmla="*/ 39 h 114"/>
                <a:gd name="T32" fmla="*/ 132 w 197"/>
                <a:gd name="T33" fmla="*/ 35 h 114"/>
                <a:gd name="T34" fmla="*/ 157 w 197"/>
                <a:gd name="T35" fmla="*/ 18 h 114"/>
                <a:gd name="T36" fmla="*/ 163 w 197"/>
                <a:gd name="T37" fmla="*/ 19 h 114"/>
                <a:gd name="T38" fmla="*/ 139 w 197"/>
                <a:gd name="T39" fmla="*/ 34 h 114"/>
                <a:gd name="T40" fmla="*/ 145 w 197"/>
                <a:gd name="T41" fmla="*/ 34 h 114"/>
                <a:gd name="T42" fmla="*/ 185 w 197"/>
                <a:gd name="T43" fmla="*/ 44 h 114"/>
                <a:gd name="T44" fmla="*/ 146 w 197"/>
                <a:gd name="T45" fmla="*/ 39 h 114"/>
                <a:gd name="T46" fmla="*/ 139 w 197"/>
                <a:gd name="T47" fmla="*/ 39 h 114"/>
                <a:gd name="T48" fmla="*/ 167 w 197"/>
                <a:gd name="T49" fmla="*/ 66 h 114"/>
                <a:gd name="T50" fmla="*/ 133 w 197"/>
                <a:gd name="T51" fmla="*/ 40 h 114"/>
                <a:gd name="T52" fmla="*/ 132 w 197"/>
                <a:gd name="T53" fmla="*/ 40 h 114"/>
                <a:gd name="T54" fmla="*/ 106 w 197"/>
                <a:gd name="T55" fmla="*/ 46 h 114"/>
                <a:gd name="T56" fmla="*/ 152 w 197"/>
                <a:gd name="T57" fmla="*/ 87 h 114"/>
                <a:gd name="T58" fmla="*/ 101 w 197"/>
                <a:gd name="T59" fmla="*/ 47 h 114"/>
                <a:gd name="T60" fmla="*/ 78 w 197"/>
                <a:gd name="T61" fmla="*/ 56 h 114"/>
                <a:gd name="T62" fmla="*/ 130 w 197"/>
                <a:gd name="T63" fmla="*/ 100 h 114"/>
                <a:gd name="T64" fmla="*/ 74 w 197"/>
                <a:gd name="T65" fmla="*/ 58 h 114"/>
                <a:gd name="T66" fmla="*/ 53 w 197"/>
                <a:gd name="T67" fmla="*/ 70 h 114"/>
                <a:gd name="T68" fmla="*/ 101 w 197"/>
                <a:gd name="T69" fmla="*/ 110 h 114"/>
                <a:gd name="T70" fmla="*/ 48 w 197"/>
                <a:gd name="T71" fmla="*/ 74 h 114"/>
                <a:gd name="T72" fmla="*/ 33 w 197"/>
                <a:gd name="T73" fmla="*/ 83 h 114"/>
                <a:gd name="T74" fmla="*/ 62 w 197"/>
                <a:gd name="T75" fmla="*/ 108 h 114"/>
                <a:gd name="T76" fmla="*/ 30 w 197"/>
                <a:gd name="T77" fmla="*/ 86 h 114"/>
                <a:gd name="T78" fmla="*/ 4 w 197"/>
                <a:gd name="T79" fmla="*/ 105 h 114"/>
                <a:gd name="T80" fmla="*/ 11 w 197"/>
                <a:gd name="T81" fmla="*/ 106 h 114"/>
                <a:gd name="T82" fmla="*/ 30 w 197"/>
                <a:gd name="T83" fmla="*/ 105 h 114"/>
                <a:gd name="T84" fmla="*/ 87 w 197"/>
                <a:gd name="T85" fmla="*/ 114 h 114"/>
                <a:gd name="T86" fmla="*/ 151 w 197"/>
                <a:gd name="T87" fmla="*/ 97 h 114"/>
                <a:gd name="T88" fmla="*/ 172 w 197"/>
                <a:gd name="T89" fmla="*/ 82 h 114"/>
                <a:gd name="T90" fmla="*/ 181 w 197"/>
                <a:gd name="T91" fmla="*/ 65 h 114"/>
                <a:gd name="T92" fmla="*/ 193 w 197"/>
                <a:gd name="T93" fmla="*/ 52 h 114"/>
                <a:gd name="T94" fmla="*/ 195 w 197"/>
                <a:gd name="T95" fmla="*/ 53 h 114"/>
                <a:gd name="T96" fmla="*/ 176 w 197"/>
                <a:gd name="T97" fmla="*/ 23 h 114"/>
                <a:gd name="T98" fmla="*/ 120 w 197"/>
                <a:gd name="T99"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97" h="114">
                  <a:moveTo>
                    <a:pt x="120" y="0"/>
                  </a:moveTo>
                  <a:cubicBezTo>
                    <a:pt x="51" y="0"/>
                    <a:pt x="0" y="99"/>
                    <a:pt x="0" y="99"/>
                  </a:cubicBezTo>
                  <a:cubicBezTo>
                    <a:pt x="0" y="99"/>
                    <a:pt x="0" y="99"/>
                    <a:pt x="0" y="99"/>
                  </a:cubicBezTo>
                  <a:cubicBezTo>
                    <a:pt x="3" y="99"/>
                    <a:pt x="27" y="80"/>
                    <a:pt x="27" y="80"/>
                  </a:cubicBezTo>
                  <a:cubicBezTo>
                    <a:pt x="29" y="66"/>
                    <a:pt x="35" y="53"/>
                    <a:pt x="44" y="42"/>
                  </a:cubicBezTo>
                  <a:cubicBezTo>
                    <a:pt x="44" y="42"/>
                    <a:pt x="45" y="43"/>
                    <a:pt x="43" y="49"/>
                  </a:cubicBezTo>
                  <a:cubicBezTo>
                    <a:pt x="40" y="55"/>
                    <a:pt x="32" y="76"/>
                    <a:pt x="32" y="76"/>
                  </a:cubicBezTo>
                  <a:cubicBezTo>
                    <a:pt x="45" y="67"/>
                    <a:pt x="45" y="67"/>
                    <a:pt x="45" y="67"/>
                  </a:cubicBezTo>
                  <a:cubicBezTo>
                    <a:pt x="54" y="31"/>
                    <a:pt x="72" y="21"/>
                    <a:pt x="72" y="21"/>
                  </a:cubicBezTo>
                  <a:cubicBezTo>
                    <a:pt x="61" y="35"/>
                    <a:pt x="51" y="64"/>
                    <a:pt x="51" y="64"/>
                  </a:cubicBezTo>
                  <a:cubicBezTo>
                    <a:pt x="72" y="52"/>
                    <a:pt x="72" y="52"/>
                    <a:pt x="72" y="52"/>
                  </a:cubicBezTo>
                  <a:cubicBezTo>
                    <a:pt x="82" y="14"/>
                    <a:pt x="103" y="7"/>
                    <a:pt x="103" y="7"/>
                  </a:cubicBezTo>
                  <a:cubicBezTo>
                    <a:pt x="91" y="17"/>
                    <a:pt x="78" y="50"/>
                    <a:pt x="78" y="50"/>
                  </a:cubicBezTo>
                  <a:cubicBezTo>
                    <a:pt x="100" y="41"/>
                    <a:pt x="100" y="41"/>
                    <a:pt x="100" y="41"/>
                  </a:cubicBezTo>
                  <a:cubicBezTo>
                    <a:pt x="111" y="9"/>
                    <a:pt x="132" y="5"/>
                    <a:pt x="132" y="5"/>
                  </a:cubicBezTo>
                  <a:cubicBezTo>
                    <a:pt x="118" y="15"/>
                    <a:pt x="106" y="39"/>
                    <a:pt x="106" y="39"/>
                  </a:cubicBezTo>
                  <a:cubicBezTo>
                    <a:pt x="109" y="37"/>
                    <a:pt x="132" y="35"/>
                    <a:pt x="132" y="35"/>
                  </a:cubicBezTo>
                  <a:cubicBezTo>
                    <a:pt x="141" y="21"/>
                    <a:pt x="151" y="18"/>
                    <a:pt x="157" y="18"/>
                  </a:cubicBezTo>
                  <a:cubicBezTo>
                    <a:pt x="161" y="18"/>
                    <a:pt x="163" y="19"/>
                    <a:pt x="163" y="19"/>
                  </a:cubicBezTo>
                  <a:cubicBezTo>
                    <a:pt x="154" y="22"/>
                    <a:pt x="146" y="27"/>
                    <a:pt x="139" y="34"/>
                  </a:cubicBezTo>
                  <a:cubicBezTo>
                    <a:pt x="141" y="34"/>
                    <a:pt x="143" y="34"/>
                    <a:pt x="145" y="34"/>
                  </a:cubicBezTo>
                  <a:cubicBezTo>
                    <a:pt x="166" y="34"/>
                    <a:pt x="185" y="44"/>
                    <a:pt x="185" y="44"/>
                  </a:cubicBezTo>
                  <a:cubicBezTo>
                    <a:pt x="174" y="39"/>
                    <a:pt x="156" y="39"/>
                    <a:pt x="146" y="39"/>
                  </a:cubicBezTo>
                  <a:cubicBezTo>
                    <a:pt x="142" y="39"/>
                    <a:pt x="139" y="39"/>
                    <a:pt x="139" y="39"/>
                  </a:cubicBezTo>
                  <a:cubicBezTo>
                    <a:pt x="138" y="42"/>
                    <a:pt x="167" y="66"/>
                    <a:pt x="167" y="66"/>
                  </a:cubicBezTo>
                  <a:cubicBezTo>
                    <a:pt x="150" y="65"/>
                    <a:pt x="133" y="40"/>
                    <a:pt x="133" y="40"/>
                  </a:cubicBezTo>
                  <a:cubicBezTo>
                    <a:pt x="133" y="40"/>
                    <a:pt x="133" y="40"/>
                    <a:pt x="132" y="40"/>
                  </a:cubicBezTo>
                  <a:cubicBezTo>
                    <a:pt x="125" y="40"/>
                    <a:pt x="106" y="46"/>
                    <a:pt x="106" y="46"/>
                  </a:cubicBezTo>
                  <a:cubicBezTo>
                    <a:pt x="105" y="57"/>
                    <a:pt x="152" y="87"/>
                    <a:pt x="152" y="87"/>
                  </a:cubicBezTo>
                  <a:cubicBezTo>
                    <a:pt x="124" y="83"/>
                    <a:pt x="101" y="47"/>
                    <a:pt x="101" y="47"/>
                  </a:cubicBezTo>
                  <a:cubicBezTo>
                    <a:pt x="78" y="56"/>
                    <a:pt x="78" y="56"/>
                    <a:pt x="78" y="56"/>
                  </a:cubicBezTo>
                  <a:cubicBezTo>
                    <a:pt x="87" y="78"/>
                    <a:pt x="130" y="100"/>
                    <a:pt x="130" y="100"/>
                  </a:cubicBezTo>
                  <a:cubicBezTo>
                    <a:pt x="96" y="96"/>
                    <a:pt x="74" y="58"/>
                    <a:pt x="74" y="58"/>
                  </a:cubicBezTo>
                  <a:cubicBezTo>
                    <a:pt x="53" y="70"/>
                    <a:pt x="53" y="70"/>
                    <a:pt x="53" y="70"/>
                  </a:cubicBezTo>
                  <a:cubicBezTo>
                    <a:pt x="59" y="91"/>
                    <a:pt x="101" y="110"/>
                    <a:pt x="101" y="110"/>
                  </a:cubicBezTo>
                  <a:cubicBezTo>
                    <a:pt x="71" y="108"/>
                    <a:pt x="48" y="74"/>
                    <a:pt x="48" y="74"/>
                  </a:cubicBezTo>
                  <a:cubicBezTo>
                    <a:pt x="48" y="74"/>
                    <a:pt x="34" y="82"/>
                    <a:pt x="33" y="83"/>
                  </a:cubicBezTo>
                  <a:cubicBezTo>
                    <a:pt x="30" y="87"/>
                    <a:pt x="62" y="108"/>
                    <a:pt x="62" y="108"/>
                  </a:cubicBezTo>
                  <a:cubicBezTo>
                    <a:pt x="43" y="106"/>
                    <a:pt x="30" y="86"/>
                    <a:pt x="30" y="86"/>
                  </a:cubicBezTo>
                  <a:cubicBezTo>
                    <a:pt x="4" y="105"/>
                    <a:pt x="4" y="105"/>
                    <a:pt x="4" y="105"/>
                  </a:cubicBezTo>
                  <a:cubicBezTo>
                    <a:pt x="5" y="106"/>
                    <a:pt x="7" y="106"/>
                    <a:pt x="11" y="106"/>
                  </a:cubicBezTo>
                  <a:cubicBezTo>
                    <a:pt x="19" y="106"/>
                    <a:pt x="30" y="105"/>
                    <a:pt x="30" y="105"/>
                  </a:cubicBezTo>
                  <a:cubicBezTo>
                    <a:pt x="52" y="112"/>
                    <a:pt x="71" y="114"/>
                    <a:pt x="87" y="114"/>
                  </a:cubicBezTo>
                  <a:cubicBezTo>
                    <a:pt x="129" y="114"/>
                    <a:pt x="151" y="97"/>
                    <a:pt x="151" y="97"/>
                  </a:cubicBezTo>
                  <a:cubicBezTo>
                    <a:pt x="160" y="95"/>
                    <a:pt x="167" y="89"/>
                    <a:pt x="172" y="82"/>
                  </a:cubicBezTo>
                  <a:cubicBezTo>
                    <a:pt x="175" y="77"/>
                    <a:pt x="178" y="71"/>
                    <a:pt x="181" y="65"/>
                  </a:cubicBezTo>
                  <a:cubicBezTo>
                    <a:pt x="185" y="54"/>
                    <a:pt x="190" y="52"/>
                    <a:pt x="193" y="52"/>
                  </a:cubicBezTo>
                  <a:cubicBezTo>
                    <a:pt x="194" y="52"/>
                    <a:pt x="195" y="53"/>
                    <a:pt x="195" y="53"/>
                  </a:cubicBezTo>
                  <a:cubicBezTo>
                    <a:pt x="197" y="31"/>
                    <a:pt x="176" y="23"/>
                    <a:pt x="176" y="23"/>
                  </a:cubicBezTo>
                  <a:cubicBezTo>
                    <a:pt x="156" y="7"/>
                    <a:pt x="137" y="0"/>
                    <a:pt x="120" y="0"/>
                  </a:cubicBezTo>
                </a:path>
              </a:pathLst>
            </a:custGeom>
            <a:solidFill>
              <a:srgbClr val="4285F4">
                <a:alpha val="20000"/>
              </a:srgbClr>
            </a:solidFill>
            <a:ln>
              <a:noFill/>
            </a:ln>
          </p:spPr>
          <p:txBody>
            <a:bodyPr wrap="square" lIns="91440" tIns="45720" rIns="91440" bIns="45720" anchor="ctr">
              <a:normAutofit fontScale="25000" lnSpcReduction="20000"/>
            </a:bodyPr>
            <a:lstStyle/>
            <a:p>
              <a:pPr algn="ctr"/>
              <a:endParaRPr>
                <a:cs typeface="+mn-ea"/>
                <a:sym typeface="+mn-lt"/>
              </a:endParaRPr>
            </a:p>
          </p:txBody>
        </p:sp>
      </p:grpSp>
      <p:pic>
        <p:nvPicPr>
          <p:cNvPr id="5" name="图片 4">
            <a:extLst>
              <a:ext uri="{FF2B5EF4-FFF2-40B4-BE49-F238E27FC236}">
                <a16:creationId xmlns:a16="http://schemas.microsoft.com/office/drawing/2014/main" id="{30ECE1A8-C7D7-0A22-19EF-963AF4AC4734}"/>
              </a:ext>
            </a:extLst>
          </p:cNvPr>
          <p:cNvPicPr>
            <a:picLocks noChangeAspect="1"/>
          </p:cNvPicPr>
          <p:nvPr/>
        </p:nvPicPr>
        <p:blipFill>
          <a:blip r:embed="rId2"/>
          <a:stretch>
            <a:fillRect/>
          </a:stretch>
        </p:blipFill>
        <p:spPr>
          <a:xfrm>
            <a:off x="4775846" y="1368578"/>
            <a:ext cx="6744641" cy="4772691"/>
          </a:xfrm>
          <a:prstGeom prst="rect">
            <a:avLst/>
          </a:prstGeom>
        </p:spPr>
      </p:pic>
    </p:spTree>
    <p:extLst>
      <p:ext uri="{BB962C8B-B14F-4D97-AF65-F5344CB8AC3E}">
        <p14:creationId xmlns:p14="http://schemas.microsoft.com/office/powerpoint/2010/main" val="34955428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351287A-E8B7-471A-B580-E71299A84FF0}"/>
              </a:ext>
            </a:extLst>
          </p:cNvPr>
          <p:cNvSpPr>
            <a:spLocks noGrp="1"/>
          </p:cNvSpPr>
          <p:nvPr>
            <p:ph type="title"/>
          </p:nvPr>
        </p:nvSpPr>
        <p:spPr/>
        <p:txBody>
          <a:bodyPr/>
          <a:lstStyle/>
          <a:p>
            <a:pPr marL="171450" indent="-171450"/>
            <a:r>
              <a:rPr lang="zh-CN" altLang="en-US" dirty="0">
                <a:latin typeface="+mn-lt"/>
                <a:ea typeface="+mn-ea"/>
                <a:cs typeface="+mn-ea"/>
                <a:sym typeface="+mn-lt"/>
              </a:rPr>
              <a:t>技术选型</a:t>
            </a:r>
            <a:endParaRPr lang="en-US" altLang="zh-CN" dirty="0">
              <a:latin typeface="+mn-lt"/>
              <a:ea typeface="+mn-ea"/>
              <a:cs typeface="+mn-ea"/>
              <a:sym typeface="+mn-lt"/>
            </a:endParaRPr>
          </a:p>
        </p:txBody>
      </p:sp>
      <p:sp>
        <p:nvSpPr>
          <p:cNvPr id="3" name="页脚占位符 2">
            <a:extLst>
              <a:ext uri="{FF2B5EF4-FFF2-40B4-BE49-F238E27FC236}">
                <a16:creationId xmlns:a16="http://schemas.microsoft.com/office/drawing/2014/main" id="{7105AA52-DB3B-4370-9AC0-800413D6CEA4}"/>
              </a:ext>
            </a:extLst>
          </p:cNvPr>
          <p:cNvSpPr>
            <a:spLocks noGrp="1"/>
          </p:cNvSpPr>
          <p:nvPr>
            <p:ph type="ftr" sz="quarter" idx="11"/>
          </p:nvPr>
        </p:nvSpPr>
        <p:spPr/>
        <p:txBody>
          <a:bodyPr/>
          <a:lstStyle/>
          <a:p>
            <a:r>
              <a:rPr lang="en-US" altLang="zh-CN">
                <a:cs typeface="+mn-ea"/>
                <a:sym typeface="+mn-lt"/>
              </a:rPr>
              <a:t>OfficePLUS</a:t>
            </a:r>
            <a:endParaRPr lang="zh-CN" altLang="en-US" dirty="0">
              <a:cs typeface="+mn-ea"/>
              <a:sym typeface="+mn-lt"/>
            </a:endParaRPr>
          </a:p>
        </p:txBody>
      </p:sp>
      <p:sp>
        <p:nvSpPr>
          <p:cNvPr id="4" name="灯片编号占位符 3">
            <a:extLst>
              <a:ext uri="{FF2B5EF4-FFF2-40B4-BE49-F238E27FC236}">
                <a16:creationId xmlns:a16="http://schemas.microsoft.com/office/drawing/2014/main" id="{1F5C8ED9-5F5E-4C39-A502-0730C3140717}"/>
              </a:ext>
            </a:extLst>
          </p:cNvPr>
          <p:cNvSpPr>
            <a:spLocks noGrp="1"/>
          </p:cNvSpPr>
          <p:nvPr>
            <p:ph type="sldNum" sz="quarter" idx="12"/>
          </p:nvPr>
        </p:nvSpPr>
        <p:spPr/>
        <p:txBody>
          <a:bodyPr/>
          <a:lstStyle/>
          <a:p>
            <a:fld id="{5DD3DB80-B894-403A-B48E-6FDC1A72010E}" type="slidenum">
              <a:rPr lang="zh-CN" altLang="en-US" smtClean="0">
                <a:cs typeface="+mn-ea"/>
                <a:sym typeface="+mn-lt"/>
              </a:rPr>
              <a:pPr/>
              <a:t>7</a:t>
            </a:fld>
            <a:endParaRPr lang="zh-CN" altLang="en-US">
              <a:cs typeface="+mn-ea"/>
              <a:sym typeface="+mn-lt"/>
            </a:endParaRPr>
          </a:p>
        </p:txBody>
      </p:sp>
      <p:grpSp>
        <p:nvGrpSpPr>
          <p:cNvPr id="5" name="组合 4"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title="iSlide™ 版权声明  COPYRIGHT NOTICE">
            <a:extLst>
              <a:ext uri="{FF2B5EF4-FFF2-40B4-BE49-F238E27FC236}">
                <a16:creationId xmlns:a16="http://schemas.microsoft.com/office/drawing/2014/main" id="{B8FA60AF-BDDD-440E-ACDB-C0EE19F1C2E6}"/>
              </a:ext>
            </a:extLst>
          </p:cNvPr>
          <p:cNvGrpSpPr>
            <a:grpSpLocks noChangeAspect="1"/>
          </p:cNvGrpSpPr>
          <p:nvPr/>
        </p:nvGrpSpPr>
        <p:grpSpPr>
          <a:xfrm>
            <a:off x="751436" y="1451762"/>
            <a:ext cx="11089045" cy="4349990"/>
            <a:chOff x="-3114394" y="1139549"/>
            <a:chExt cx="11089045" cy="4349990"/>
          </a:xfrm>
        </p:grpSpPr>
        <p:sp>
          <p:nvSpPr>
            <p:cNvPr id="6" name="弧形 5">
              <a:extLst>
                <a:ext uri="{FF2B5EF4-FFF2-40B4-BE49-F238E27FC236}">
                  <a16:creationId xmlns:a16="http://schemas.microsoft.com/office/drawing/2014/main" id="{978B731A-E4E7-47A6-B643-483AC59C2545}"/>
                </a:ext>
              </a:extLst>
            </p:cNvPr>
            <p:cNvSpPr/>
            <p:nvPr/>
          </p:nvSpPr>
          <p:spPr>
            <a:xfrm>
              <a:off x="4509449" y="2051998"/>
              <a:ext cx="3160403" cy="3160403"/>
            </a:xfrm>
            <a:prstGeom prst="arc">
              <a:avLst>
                <a:gd name="adj1" fmla="val 5414636"/>
                <a:gd name="adj2" fmla="val 2242487"/>
              </a:avLst>
            </a:prstGeom>
            <a:ln w="152400">
              <a:solidFill>
                <a:schemeClr val="bg1">
                  <a:lumMod val="95000"/>
                </a:schemeClr>
              </a:solidFill>
              <a:tailEnd type="triangle"/>
            </a:ln>
          </p:spPr>
          <p:style>
            <a:lnRef idx="1">
              <a:schemeClr val="accent1"/>
            </a:lnRef>
            <a:fillRef idx="0">
              <a:schemeClr val="accent1"/>
            </a:fillRef>
            <a:effectRef idx="0">
              <a:schemeClr val="accent1"/>
            </a:effectRef>
            <a:fontRef idx="minor">
              <a:schemeClr val="tx1"/>
            </a:fontRef>
          </p:style>
          <p:txBody>
            <a:bodyPr wrap="square" lIns="91440" tIns="45720" rIns="91440" bIns="45720" rtlCol="0" anchor="ctr">
              <a:normAutofit/>
            </a:bodyPr>
            <a:lstStyle>
              <a:defPPr>
                <a:defRPr lang="en-US"/>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a:endParaRPr lang="en-US">
                <a:cs typeface="+mn-ea"/>
                <a:sym typeface="+mn-lt"/>
              </a:endParaRPr>
            </a:p>
          </p:txBody>
        </p:sp>
        <p:grpSp>
          <p:nvGrpSpPr>
            <p:cNvPr id="7" name="组合 6">
              <a:extLst>
                <a:ext uri="{FF2B5EF4-FFF2-40B4-BE49-F238E27FC236}">
                  <a16:creationId xmlns:a16="http://schemas.microsoft.com/office/drawing/2014/main" id="{68AC5C64-30D6-4D65-85F6-A221B7F1221D}"/>
                </a:ext>
              </a:extLst>
            </p:cNvPr>
            <p:cNvGrpSpPr/>
            <p:nvPr/>
          </p:nvGrpSpPr>
          <p:grpSpPr>
            <a:xfrm>
              <a:off x="5784849" y="1774861"/>
              <a:ext cx="609600" cy="609600"/>
              <a:chOff x="5784849" y="1774861"/>
              <a:chExt cx="609600" cy="609600"/>
            </a:xfrm>
          </p:grpSpPr>
          <p:sp>
            <p:nvSpPr>
              <p:cNvPr id="30" name="椭圆 29">
                <a:extLst>
                  <a:ext uri="{FF2B5EF4-FFF2-40B4-BE49-F238E27FC236}">
                    <a16:creationId xmlns:a16="http://schemas.microsoft.com/office/drawing/2014/main" id="{CD47EED5-FE9B-4FE5-92E5-0321738BDEF5}"/>
                  </a:ext>
                </a:extLst>
              </p:cNvPr>
              <p:cNvSpPr/>
              <p:nvPr/>
            </p:nvSpPr>
            <p:spPr>
              <a:xfrm>
                <a:off x="5784849" y="1774861"/>
                <a:ext cx="609600" cy="609600"/>
              </a:xfrm>
              <a:prstGeom prst="ellipse">
                <a:avLst/>
              </a:prstGeom>
              <a:solidFill>
                <a:schemeClr val="bg1"/>
              </a:solidFill>
              <a:ln w="12700" cap="rnd">
                <a:solidFill>
                  <a:schemeClr val="accent1"/>
                </a:solidFill>
                <a:prstDash val="solid"/>
                <a:round/>
                <a:headEnd/>
                <a:tailE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rmAutofit/>
              </a:bodyPr>
              <a:lstStyle/>
              <a:p>
                <a:pPr algn="ctr" defTabSz="914354"/>
                <a:endParaRPr lang="zh-CN" altLang="en-US" sz="2000" b="1" dirty="0">
                  <a:solidFill>
                    <a:schemeClr val="bg1"/>
                  </a:solidFill>
                  <a:cs typeface="+mn-ea"/>
                  <a:sym typeface="+mn-lt"/>
                </a:endParaRPr>
              </a:p>
            </p:txBody>
          </p:sp>
          <p:sp>
            <p:nvSpPr>
              <p:cNvPr id="31" name="任意多边形: 形状 30">
                <a:extLst>
                  <a:ext uri="{FF2B5EF4-FFF2-40B4-BE49-F238E27FC236}">
                    <a16:creationId xmlns:a16="http://schemas.microsoft.com/office/drawing/2014/main" id="{571D9117-ECD0-4964-BFBF-1BB61A79FF50}"/>
                  </a:ext>
                </a:extLst>
              </p:cNvPr>
              <p:cNvSpPr/>
              <p:nvPr/>
            </p:nvSpPr>
            <p:spPr>
              <a:xfrm>
                <a:off x="5940196" y="1930435"/>
                <a:ext cx="298906" cy="298454"/>
              </a:xfrm>
              <a:custGeom>
                <a:avLst/>
                <a:gdLst>
                  <a:gd name="T0" fmla="*/ 6894 w 7804"/>
                  <a:gd name="T1" fmla="*/ 3038 h 7804"/>
                  <a:gd name="T2" fmla="*/ 6614 w 7804"/>
                  <a:gd name="T3" fmla="*/ 2704 h 7804"/>
                  <a:gd name="T4" fmla="*/ 6826 w 7804"/>
                  <a:gd name="T5" fmla="*/ 2200 h 7804"/>
                  <a:gd name="T6" fmla="*/ 6496 w 7804"/>
                  <a:gd name="T7" fmla="*/ 978 h 7804"/>
                  <a:gd name="T8" fmla="*/ 5604 w 7804"/>
                  <a:gd name="T9" fmla="*/ 978 h 7804"/>
                  <a:gd name="T10" fmla="*/ 5254 w 7804"/>
                  <a:gd name="T11" fmla="*/ 1222 h 7804"/>
                  <a:gd name="T12" fmla="*/ 4973 w 7804"/>
                  <a:gd name="T13" fmla="*/ 1137 h 7804"/>
                  <a:gd name="T14" fmla="*/ 4766 w 7804"/>
                  <a:gd name="T15" fmla="*/ 631 h 7804"/>
                  <a:gd name="T16" fmla="*/ 3668 w 7804"/>
                  <a:gd name="T17" fmla="*/ 0 h 7804"/>
                  <a:gd name="T18" fmla="*/ 3038 w 7804"/>
                  <a:gd name="T19" fmla="*/ 910 h 7804"/>
                  <a:gd name="T20" fmla="*/ 2704 w 7804"/>
                  <a:gd name="T21" fmla="*/ 1190 h 7804"/>
                  <a:gd name="T22" fmla="*/ 2398 w 7804"/>
                  <a:gd name="T23" fmla="*/ 1175 h 7804"/>
                  <a:gd name="T24" fmla="*/ 1754 w 7804"/>
                  <a:gd name="T25" fmla="*/ 793 h 7804"/>
                  <a:gd name="T26" fmla="*/ 978 w 7804"/>
                  <a:gd name="T27" fmla="*/ 1308 h 7804"/>
                  <a:gd name="T28" fmla="*/ 1175 w 7804"/>
                  <a:gd name="T29" fmla="*/ 2398 h 7804"/>
                  <a:gd name="T30" fmla="*/ 1137 w 7804"/>
                  <a:gd name="T31" fmla="*/ 2831 h 7804"/>
                  <a:gd name="T32" fmla="*/ 631 w 7804"/>
                  <a:gd name="T33" fmla="*/ 3038 h 7804"/>
                  <a:gd name="T34" fmla="*/ 0 w 7804"/>
                  <a:gd name="T35" fmla="*/ 4136 h 7804"/>
                  <a:gd name="T36" fmla="*/ 910 w 7804"/>
                  <a:gd name="T37" fmla="*/ 4766 h 7804"/>
                  <a:gd name="T38" fmla="*/ 1190 w 7804"/>
                  <a:gd name="T39" fmla="*/ 5100 h 7804"/>
                  <a:gd name="T40" fmla="*/ 978 w 7804"/>
                  <a:gd name="T41" fmla="*/ 5604 h 7804"/>
                  <a:gd name="T42" fmla="*/ 1308 w 7804"/>
                  <a:gd name="T43" fmla="*/ 6826 h 7804"/>
                  <a:gd name="T44" fmla="*/ 2200 w 7804"/>
                  <a:gd name="T45" fmla="*/ 6826 h 7804"/>
                  <a:gd name="T46" fmla="*/ 2550 w 7804"/>
                  <a:gd name="T47" fmla="*/ 6582 h 7804"/>
                  <a:gd name="T48" fmla="*/ 2831 w 7804"/>
                  <a:gd name="T49" fmla="*/ 6667 h 7804"/>
                  <a:gd name="T50" fmla="*/ 3038 w 7804"/>
                  <a:gd name="T51" fmla="*/ 7173 h 7804"/>
                  <a:gd name="T52" fmla="*/ 4136 w 7804"/>
                  <a:gd name="T53" fmla="*/ 7804 h 7804"/>
                  <a:gd name="T54" fmla="*/ 4766 w 7804"/>
                  <a:gd name="T55" fmla="*/ 6894 h 7804"/>
                  <a:gd name="T56" fmla="*/ 5100 w 7804"/>
                  <a:gd name="T57" fmla="*/ 6614 h 7804"/>
                  <a:gd name="T58" fmla="*/ 5406 w 7804"/>
                  <a:gd name="T59" fmla="*/ 6629 h 7804"/>
                  <a:gd name="T60" fmla="*/ 6050 w 7804"/>
                  <a:gd name="T61" fmla="*/ 7011 h 7804"/>
                  <a:gd name="T62" fmla="*/ 6647 w 7804"/>
                  <a:gd name="T63" fmla="*/ 6675 h 7804"/>
                  <a:gd name="T64" fmla="*/ 6826 w 7804"/>
                  <a:gd name="T65" fmla="*/ 6496 h 7804"/>
                  <a:gd name="T66" fmla="*/ 6629 w 7804"/>
                  <a:gd name="T67" fmla="*/ 5406 h 7804"/>
                  <a:gd name="T68" fmla="*/ 6667 w 7804"/>
                  <a:gd name="T69" fmla="*/ 4972 h 7804"/>
                  <a:gd name="T70" fmla="*/ 7173 w 7804"/>
                  <a:gd name="T71" fmla="*/ 4766 h 7804"/>
                  <a:gd name="T72" fmla="*/ 7804 w 7804"/>
                  <a:gd name="T73" fmla="*/ 3668 h 7804"/>
                  <a:gd name="T74" fmla="*/ 5608 w 7804"/>
                  <a:gd name="T75" fmla="*/ 3902 h 7804"/>
                  <a:gd name="T76" fmla="*/ 2196 w 7804"/>
                  <a:gd name="T77" fmla="*/ 3902 h 7804"/>
                  <a:gd name="T78" fmla="*/ 5608 w 7804"/>
                  <a:gd name="T79" fmla="*/ 3902 h 78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7804" h="7804">
                    <a:moveTo>
                      <a:pt x="7173" y="3038"/>
                    </a:moveTo>
                    <a:lnTo>
                      <a:pt x="6894" y="3038"/>
                    </a:lnTo>
                    <a:cubicBezTo>
                      <a:pt x="6824" y="3038"/>
                      <a:pt x="6714" y="2953"/>
                      <a:pt x="6667" y="2831"/>
                    </a:cubicBezTo>
                    <a:cubicBezTo>
                      <a:pt x="6650" y="2789"/>
                      <a:pt x="6632" y="2746"/>
                      <a:pt x="6614" y="2704"/>
                    </a:cubicBezTo>
                    <a:cubicBezTo>
                      <a:pt x="6561" y="2585"/>
                      <a:pt x="6579" y="2447"/>
                      <a:pt x="6629" y="2398"/>
                    </a:cubicBezTo>
                    <a:lnTo>
                      <a:pt x="6826" y="2200"/>
                    </a:lnTo>
                    <a:cubicBezTo>
                      <a:pt x="7072" y="1954"/>
                      <a:pt x="7072" y="1554"/>
                      <a:pt x="6826" y="1308"/>
                    </a:cubicBezTo>
                    <a:lnTo>
                      <a:pt x="6496" y="978"/>
                    </a:lnTo>
                    <a:cubicBezTo>
                      <a:pt x="6377" y="859"/>
                      <a:pt x="6218" y="793"/>
                      <a:pt x="6050" y="793"/>
                    </a:cubicBezTo>
                    <a:cubicBezTo>
                      <a:pt x="5882" y="793"/>
                      <a:pt x="5723" y="859"/>
                      <a:pt x="5604" y="978"/>
                    </a:cubicBezTo>
                    <a:lnTo>
                      <a:pt x="5406" y="1176"/>
                    </a:lnTo>
                    <a:cubicBezTo>
                      <a:pt x="5378" y="1204"/>
                      <a:pt x="5319" y="1222"/>
                      <a:pt x="5254" y="1222"/>
                    </a:cubicBezTo>
                    <a:cubicBezTo>
                      <a:pt x="5201" y="1222"/>
                      <a:pt x="5147" y="1211"/>
                      <a:pt x="5100" y="1190"/>
                    </a:cubicBezTo>
                    <a:cubicBezTo>
                      <a:pt x="5058" y="1172"/>
                      <a:pt x="5015" y="1154"/>
                      <a:pt x="4973" y="1137"/>
                    </a:cubicBezTo>
                    <a:cubicBezTo>
                      <a:pt x="4851" y="1090"/>
                      <a:pt x="4766" y="980"/>
                      <a:pt x="4766" y="910"/>
                    </a:cubicBezTo>
                    <a:lnTo>
                      <a:pt x="4766" y="631"/>
                    </a:lnTo>
                    <a:cubicBezTo>
                      <a:pt x="4766" y="283"/>
                      <a:pt x="4483" y="0"/>
                      <a:pt x="4136" y="0"/>
                    </a:cubicBezTo>
                    <a:lnTo>
                      <a:pt x="3668" y="0"/>
                    </a:lnTo>
                    <a:cubicBezTo>
                      <a:pt x="3321" y="0"/>
                      <a:pt x="3038" y="283"/>
                      <a:pt x="3038" y="631"/>
                    </a:cubicBezTo>
                    <a:lnTo>
                      <a:pt x="3038" y="910"/>
                    </a:lnTo>
                    <a:cubicBezTo>
                      <a:pt x="3038" y="980"/>
                      <a:pt x="2953" y="1090"/>
                      <a:pt x="2831" y="1137"/>
                    </a:cubicBezTo>
                    <a:cubicBezTo>
                      <a:pt x="2789" y="1154"/>
                      <a:pt x="2746" y="1172"/>
                      <a:pt x="2704" y="1190"/>
                    </a:cubicBezTo>
                    <a:cubicBezTo>
                      <a:pt x="2657" y="1211"/>
                      <a:pt x="2603" y="1222"/>
                      <a:pt x="2550" y="1222"/>
                    </a:cubicBezTo>
                    <a:cubicBezTo>
                      <a:pt x="2485" y="1222"/>
                      <a:pt x="2426" y="1204"/>
                      <a:pt x="2398" y="1175"/>
                    </a:cubicBezTo>
                    <a:lnTo>
                      <a:pt x="2200" y="978"/>
                    </a:lnTo>
                    <a:cubicBezTo>
                      <a:pt x="2081" y="859"/>
                      <a:pt x="1922" y="793"/>
                      <a:pt x="1754" y="793"/>
                    </a:cubicBezTo>
                    <a:cubicBezTo>
                      <a:pt x="1585" y="793"/>
                      <a:pt x="1427" y="859"/>
                      <a:pt x="1308" y="978"/>
                    </a:cubicBezTo>
                    <a:lnTo>
                      <a:pt x="978" y="1308"/>
                    </a:lnTo>
                    <a:cubicBezTo>
                      <a:pt x="732" y="1554"/>
                      <a:pt x="732" y="1954"/>
                      <a:pt x="978" y="2200"/>
                    </a:cubicBezTo>
                    <a:lnTo>
                      <a:pt x="1175" y="2398"/>
                    </a:lnTo>
                    <a:cubicBezTo>
                      <a:pt x="1225" y="2447"/>
                      <a:pt x="1243" y="2585"/>
                      <a:pt x="1190" y="2704"/>
                    </a:cubicBezTo>
                    <a:cubicBezTo>
                      <a:pt x="1172" y="2746"/>
                      <a:pt x="1154" y="2789"/>
                      <a:pt x="1137" y="2831"/>
                    </a:cubicBezTo>
                    <a:cubicBezTo>
                      <a:pt x="1090" y="2953"/>
                      <a:pt x="980" y="3038"/>
                      <a:pt x="910" y="3038"/>
                    </a:cubicBezTo>
                    <a:lnTo>
                      <a:pt x="631" y="3038"/>
                    </a:lnTo>
                    <a:cubicBezTo>
                      <a:pt x="283" y="3038"/>
                      <a:pt x="0" y="3321"/>
                      <a:pt x="0" y="3668"/>
                    </a:cubicBezTo>
                    <a:lnTo>
                      <a:pt x="0" y="4136"/>
                    </a:lnTo>
                    <a:cubicBezTo>
                      <a:pt x="0" y="4483"/>
                      <a:pt x="283" y="4766"/>
                      <a:pt x="631" y="4766"/>
                    </a:cubicBezTo>
                    <a:lnTo>
                      <a:pt x="910" y="4766"/>
                    </a:lnTo>
                    <a:cubicBezTo>
                      <a:pt x="980" y="4766"/>
                      <a:pt x="1090" y="4851"/>
                      <a:pt x="1137" y="4972"/>
                    </a:cubicBezTo>
                    <a:cubicBezTo>
                      <a:pt x="1154" y="5015"/>
                      <a:pt x="1172" y="5058"/>
                      <a:pt x="1190" y="5100"/>
                    </a:cubicBezTo>
                    <a:cubicBezTo>
                      <a:pt x="1243" y="5219"/>
                      <a:pt x="1225" y="5357"/>
                      <a:pt x="1175" y="5406"/>
                    </a:cubicBezTo>
                    <a:lnTo>
                      <a:pt x="978" y="5604"/>
                    </a:lnTo>
                    <a:cubicBezTo>
                      <a:pt x="732" y="5850"/>
                      <a:pt x="732" y="6250"/>
                      <a:pt x="978" y="6496"/>
                    </a:cubicBezTo>
                    <a:lnTo>
                      <a:pt x="1308" y="6826"/>
                    </a:lnTo>
                    <a:cubicBezTo>
                      <a:pt x="1427" y="6945"/>
                      <a:pt x="1586" y="7011"/>
                      <a:pt x="1754" y="7011"/>
                    </a:cubicBezTo>
                    <a:cubicBezTo>
                      <a:pt x="1922" y="7011"/>
                      <a:pt x="2081" y="6945"/>
                      <a:pt x="2200" y="6826"/>
                    </a:cubicBezTo>
                    <a:lnTo>
                      <a:pt x="2398" y="6628"/>
                    </a:lnTo>
                    <a:cubicBezTo>
                      <a:pt x="2427" y="6599"/>
                      <a:pt x="2484" y="6582"/>
                      <a:pt x="2550" y="6582"/>
                    </a:cubicBezTo>
                    <a:cubicBezTo>
                      <a:pt x="2602" y="6582"/>
                      <a:pt x="2657" y="6593"/>
                      <a:pt x="2704" y="6614"/>
                    </a:cubicBezTo>
                    <a:cubicBezTo>
                      <a:pt x="2745" y="6632"/>
                      <a:pt x="2788" y="6650"/>
                      <a:pt x="2831" y="6667"/>
                    </a:cubicBezTo>
                    <a:cubicBezTo>
                      <a:pt x="2953" y="6714"/>
                      <a:pt x="3038" y="6824"/>
                      <a:pt x="3038" y="6894"/>
                    </a:cubicBezTo>
                    <a:lnTo>
                      <a:pt x="3038" y="7173"/>
                    </a:lnTo>
                    <a:cubicBezTo>
                      <a:pt x="3038" y="7521"/>
                      <a:pt x="3321" y="7804"/>
                      <a:pt x="3668" y="7804"/>
                    </a:cubicBezTo>
                    <a:lnTo>
                      <a:pt x="4136" y="7804"/>
                    </a:lnTo>
                    <a:cubicBezTo>
                      <a:pt x="4483" y="7804"/>
                      <a:pt x="4766" y="7521"/>
                      <a:pt x="4766" y="7173"/>
                    </a:cubicBezTo>
                    <a:lnTo>
                      <a:pt x="4766" y="6894"/>
                    </a:lnTo>
                    <a:cubicBezTo>
                      <a:pt x="4766" y="6824"/>
                      <a:pt x="4851" y="6714"/>
                      <a:pt x="4972" y="6667"/>
                    </a:cubicBezTo>
                    <a:cubicBezTo>
                      <a:pt x="5015" y="6650"/>
                      <a:pt x="5058" y="6632"/>
                      <a:pt x="5100" y="6614"/>
                    </a:cubicBezTo>
                    <a:cubicBezTo>
                      <a:pt x="5146" y="6593"/>
                      <a:pt x="5201" y="6582"/>
                      <a:pt x="5254" y="6582"/>
                    </a:cubicBezTo>
                    <a:cubicBezTo>
                      <a:pt x="5319" y="6582"/>
                      <a:pt x="5377" y="6600"/>
                      <a:pt x="5406" y="6629"/>
                    </a:cubicBezTo>
                    <a:lnTo>
                      <a:pt x="5604" y="6826"/>
                    </a:lnTo>
                    <a:cubicBezTo>
                      <a:pt x="5723" y="6945"/>
                      <a:pt x="5882" y="7011"/>
                      <a:pt x="6050" y="7011"/>
                    </a:cubicBezTo>
                    <a:cubicBezTo>
                      <a:pt x="6068" y="7011"/>
                      <a:pt x="6087" y="7010"/>
                      <a:pt x="6105" y="7009"/>
                    </a:cubicBezTo>
                    <a:cubicBezTo>
                      <a:pt x="6335" y="6989"/>
                      <a:pt x="6538" y="6785"/>
                      <a:pt x="6647" y="6675"/>
                    </a:cubicBezTo>
                    <a:lnTo>
                      <a:pt x="6661" y="6661"/>
                    </a:lnTo>
                    <a:lnTo>
                      <a:pt x="6826" y="6496"/>
                    </a:lnTo>
                    <a:cubicBezTo>
                      <a:pt x="7072" y="6250"/>
                      <a:pt x="7072" y="5850"/>
                      <a:pt x="6826" y="5604"/>
                    </a:cubicBezTo>
                    <a:lnTo>
                      <a:pt x="6629" y="5406"/>
                    </a:lnTo>
                    <a:cubicBezTo>
                      <a:pt x="6579" y="5357"/>
                      <a:pt x="6561" y="5219"/>
                      <a:pt x="6614" y="5100"/>
                    </a:cubicBezTo>
                    <a:cubicBezTo>
                      <a:pt x="6632" y="5058"/>
                      <a:pt x="6650" y="5015"/>
                      <a:pt x="6667" y="4972"/>
                    </a:cubicBezTo>
                    <a:cubicBezTo>
                      <a:pt x="6714" y="4851"/>
                      <a:pt x="6824" y="4766"/>
                      <a:pt x="6894" y="4766"/>
                    </a:cubicBezTo>
                    <a:lnTo>
                      <a:pt x="7173" y="4766"/>
                    </a:lnTo>
                    <a:cubicBezTo>
                      <a:pt x="7521" y="4766"/>
                      <a:pt x="7804" y="4483"/>
                      <a:pt x="7804" y="4135"/>
                    </a:cubicBezTo>
                    <a:lnTo>
                      <a:pt x="7804" y="3668"/>
                    </a:lnTo>
                    <a:cubicBezTo>
                      <a:pt x="7804" y="3321"/>
                      <a:pt x="7521" y="3038"/>
                      <a:pt x="7173" y="3038"/>
                    </a:cubicBezTo>
                    <a:close/>
                    <a:moveTo>
                      <a:pt x="5608" y="3902"/>
                    </a:moveTo>
                    <a:cubicBezTo>
                      <a:pt x="5608" y="4843"/>
                      <a:pt x="4843" y="5608"/>
                      <a:pt x="3902" y="5608"/>
                    </a:cubicBezTo>
                    <a:cubicBezTo>
                      <a:pt x="2961" y="5608"/>
                      <a:pt x="2196" y="4843"/>
                      <a:pt x="2196" y="3902"/>
                    </a:cubicBezTo>
                    <a:cubicBezTo>
                      <a:pt x="2196" y="2961"/>
                      <a:pt x="2961" y="2196"/>
                      <a:pt x="3902" y="2196"/>
                    </a:cubicBezTo>
                    <a:cubicBezTo>
                      <a:pt x="4843" y="2196"/>
                      <a:pt x="5608" y="2961"/>
                      <a:pt x="5608" y="3902"/>
                    </a:cubicBezTo>
                    <a:close/>
                  </a:path>
                </a:pathLst>
              </a:custGeom>
              <a:solidFill>
                <a:schemeClr val="accent1"/>
              </a:solidFill>
              <a:ln w="12700" cap="rnd">
                <a:noFill/>
                <a:prstDash val="solid"/>
                <a:round/>
                <a:headEnd/>
                <a:tailE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rmAutofit fontScale="77500" lnSpcReduction="20000"/>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354"/>
                <a:endParaRPr lang="zh-CN" altLang="en-US" sz="2000" b="1" dirty="0">
                  <a:solidFill>
                    <a:schemeClr val="bg1"/>
                  </a:solidFill>
                  <a:cs typeface="+mn-ea"/>
                  <a:sym typeface="+mn-lt"/>
                </a:endParaRPr>
              </a:p>
            </p:txBody>
          </p:sp>
        </p:grpSp>
        <p:grpSp>
          <p:nvGrpSpPr>
            <p:cNvPr id="8" name="组合 7">
              <a:extLst>
                <a:ext uri="{FF2B5EF4-FFF2-40B4-BE49-F238E27FC236}">
                  <a16:creationId xmlns:a16="http://schemas.microsoft.com/office/drawing/2014/main" id="{BC666F5F-AAE9-4A37-A1D1-E7EFBE889536}"/>
                </a:ext>
              </a:extLst>
            </p:cNvPr>
            <p:cNvGrpSpPr/>
            <p:nvPr/>
          </p:nvGrpSpPr>
          <p:grpSpPr>
            <a:xfrm>
              <a:off x="7365051" y="3327399"/>
              <a:ext cx="609600" cy="609600"/>
              <a:chOff x="7365051" y="3327399"/>
              <a:chExt cx="609600" cy="609600"/>
            </a:xfrm>
          </p:grpSpPr>
          <p:sp>
            <p:nvSpPr>
              <p:cNvPr id="28" name="椭圆 27">
                <a:extLst>
                  <a:ext uri="{FF2B5EF4-FFF2-40B4-BE49-F238E27FC236}">
                    <a16:creationId xmlns:a16="http://schemas.microsoft.com/office/drawing/2014/main" id="{5FE01AA8-12BF-4984-A995-A3837DC14F6A}"/>
                  </a:ext>
                </a:extLst>
              </p:cNvPr>
              <p:cNvSpPr/>
              <p:nvPr/>
            </p:nvSpPr>
            <p:spPr>
              <a:xfrm>
                <a:off x="7365051" y="3327399"/>
                <a:ext cx="609600" cy="609600"/>
              </a:xfrm>
              <a:prstGeom prst="ellipse">
                <a:avLst/>
              </a:prstGeom>
              <a:solidFill>
                <a:schemeClr val="bg1"/>
              </a:solidFill>
              <a:ln w="12700" cap="rnd">
                <a:solidFill>
                  <a:schemeClr val="accent1"/>
                </a:solidFill>
                <a:prstDash val="solid"/>
                <a:round/>
                <a:headEnd/>
                <a:tailE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rmAutofit/>
              </a:bodyPr>
              <a:lstStyle/>
              <a:p>
                <a:pPr algn="ctr" defTabSz="914354"/>
                <a:endParaRPr lang="zh-CN" altLang="en-US" sz="2000" b="1" dirty="0">
                  <a:solidFill>
                    <a:schemeClr val="bg1"/>
                  </a:solidFill>
                  <a:cs typeface="+mn-ea"/>
                  <a:sym typeface="+mn-lt"/>
                </a:endParaRPr>
              </a:p>
            </p:txBody>
          </p:sp>
          <p:sp>
            <p:nvSpPr>
              <p:cNvPr id="29" name="任意多边形: 形状 28">
                <a:extLst>
                  <a:ext uri="{FF2B5EF4-FFF2-40B4-BE49-F238E27FC236}">
                    <a16:creationId xmlns:a16="http://schemas.microsoft.com/office/drawing/2014/main" id="{B7DC98E0-D9D2-46AA-A27E-F4483DBDF521}"/>
                  </a:ext>
                </a:extLst>
              </p:cNvPr>
              <p:cNvSpPr/>
              <p:nvPr/>
            </p:nvSpPr>
            <p:spPr>
              <a:xfrm>
                <a:off x="7520398" y="3482972"/>
                <a:ext cx="298906" cy="298454"/>
              </a:xfrm>
              <a:custGeom>
                <a:avLst/>
                <a:gdLst>
                  <a:gd name="T0" fmla="*/ 6894 w 7804"/>
                  <a:gd name="T1" fmla="*/ 3038 h 7804"/>
                  <a:gd name="T2" fmla="*/ 6614 w 7804"/>
                  <a:gd name="T3" fmla="*/ 2704 h 7804"/>
                  <a:gd name="T4" fmla="*/ 6826 w 7804"/>
                  <a:gd name="T5" fmla="*/ 2200 h 7804"/>
                  <a:gd name="T6" fmla="*/ 6496 w 7804"/>
                  <a:gd name="T7" fmla="*/ 978 h 7804"/>
                  <a:gd name="T8" fmla="*/ 5604 w 7804"/>
                  <a:gd name="T9" fmla="*/ 978 h 7804"/>
                  <a:gd name="T10" fmla="*/ 5254 w 7804"/>
                  <a:gd name="T11" fmla="*/ 1222 h 7804"/>
                  <a:gd name="T12" fmla="*/ 4973 w 7804"/>
                  <a:gd name="T13" fmla="*/ 1137 h 7804"/>
                  <a:gd name="T14" fmla="*/ 4766 w 7804"/>
                  <a:gd name="T15" fmla="*/ 631 h 7804"/>
                  <a:gd name="T16" fmla="*/ 3668 w 7804"/>
                  <a:gd name="T17" fmla="*/ 0 h 7804"/>
                  <a:gd name="T18" fmla="*/ 3038 w 7804"/>
                  <a:gd name="T19" fmla="*/ 910 h 7804"/>
                  <a:gd name="T20" fmla="*/ 2704 w 7804"/>
                  <a:gd name="T21" fmla="*/ 1190 h 7804"/>
                  <a:gd name="T22" fmla="*/ 2398 w 7804"/>
                  <a:gd name="T23" fmla="*/ 1175 h 7804"/>
                  <a:gd name="T24" fmla="*/ 1754 w 7804"/>
                  <a:gd name="T25" fmla="*/ 793 h 7804"/>
                  <a:gd name="T26" fmla="*/ 978 w 7804"/>
                  <a:gd name="T27" fmla="*/ 1308 h 7804"/>
                  <a:gd name="T28" fmla="*/ 1175 w 7804"/>
                  <a:gd name="T29" fmla="*/ 2398 h 7804"/>
                  <a:gd name="T30" fmla="*/ 1137 w 7804"/>
                  <a:gd name="T31" fmla="*/ 2831 h 7804"/>
                  <a:gd name="T32" fmla="*/ 631 w 7804"/>
                  <a:gd name="T33" fmla="*/ 3038 h 7804"/>
                  <a:gd name="T34" fmla="*/ 0 w 7804"/>
                  <a:gd name="T35" fmla="*/ 4136 h 7804"/>
                  <a:gd name="T36" fmla="*/ 910 w 7804"/>
                  <a:gd name="T37" fmla="*/ 4766 h 7804"/>
                  <a:gd name="T38" fmla="*/ 1190 w 7804"/>
                  <a:gd name="T39" fmla="*/ 5100 h 7804"/>
                  <a:gd name="T40" fmla="*/ 978 w 7804"/>
                  <a:gd name="T41" fmla="*/ 5604 h 7804"/>
                  <a:gd name="T42" fmla="*/ 1308 w 7804"/>
                  <a:gd name="T43" fmla="*/ 6826 h 7804"/>
                  <a:gd name="T44" fmla="*/ 2200 w 7804"/>
                  <a:gd name="T45" fmla="*/ 6826 h 7804"/>
                  <a:gd name="T46" fmla="*/ 2550 w 7804"/>
                  <a:gd name="T47" fmla="*/ 6582 h 7804"/>
                  <a:gd name="T48" fmla="*/ 2831 w 7804"/>
                  <a:gd name="T49" fmla="*/ 6667 h 7804"/>
                  <a:gd name="T50" fmla="*/ 3038 w 7804"/>
                  <a:gd name="T51" fmla="*/ 7173 h 7804"/>
                  <a:gd name="T52" fmla="*/ 4136 w 7804"/>
                  <a:gd name="T53" fmla="*/ 7804 h 7804"/>
                  <a:gd name="T54" fmla="*/ 4766 w 7804"/>
                  <a:gd name="T55" fmla="*/ 6894 h 7804"/>
                  <a:gd name="T56" fmla="*/ 5100 w 7804"/>
                  <a:gd name="T57" fmla="*/ 6614 h 7804"/>
                  <a:gd name="T58" fmla="*/ 5406 w 7804"/>
                  <a:gd name="T59" fmla="*/ 6629 h 7804"/>
                  <a:gd name="T60" fmla="*/ 6050 w 7804"/>
                  <a:gd name="T61" fmla="*/ 7011 h 7804"/>
                  <a:gd name="T62" fmla="*/ 6647 w 7804"/>
                  <a:gd name="T63" fmla="*/ 6675 h 7804"/>
                  <a:gd name="T64" fmla="*/ 6826 w 7804"/>
                  <a:gd name="T65" fmla="*/ 6496 h 7804"/>
                  <a:gd name="T66" fmla="*/ 6629 w 7804"/>
                  <a:gd name="T67" fmla="*/ 5406 h 7804"/>
                  <a:gd name="T68" fmla="*/ 6667 w 7804"/>
                  <a:gd name="T69" fmla="*/ 4972 h 7804"/>
                  <a:gd name="T70" fmla="*/ 7173 w 7804"/>
                  <a:gd name="T71" fmla="*/ 4766 h 7804"/>
                  <a:gd name="T72" fmla="*/ 7804 w 7804"/>
                  <a:gd name="T73" fmla="*/ 3668 h 7804"/>
                  <a:gd name="T74" fmla="*/ 5608 w 7804"/>
                  <a:gd name="T75" fmla="*/ 3902 h 7804"/>
                  <a:gd name="T76" fmla="*/ 2196 w 7804"/>
                  <a:gd name="T77" fmla="*/ 3902 h 7804"/>
                  <a:gd name="T78" fmla="*/ 5608 w 7804"/>
                  <a:gd name="T79" fmla="*/ 3902 h 78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7804" h="7804">
                    <a:moveTo>
                      <a:pt x="7173" y="3038"/>
                    </a:moveTo>
                    <a:lnTo>
                      <a:pt x="6894" y="3038"/>
                    </a:lnTo>
                    <a:cubicBezTo>
                      <a:pt x="6824" y="3038"/>
                      <a:pt x="6714" y="2953"/>
                      <a:pt x="6667" y="2831"/>
                    </a:cubicBezTo>
                    <a:cubicBezTo>
                      <a:pt x="6650" y="2789"/>
                      <a:pt x="6632" y="2746"/>
                      <a:pt x="6614" y="2704"/>
                    </a:cubicBezTo>
                    <a:cubicBezTo>
                      <a:pt x="6561" y="2585"/>
                      <a:pt x="6579" y="2447"/>
                      <a:pt x="6629" y="2398"/>
                    </a:cubicBezTo>
                    <a:lnTo>
                      <a:pt x="6826" y="2200"/>
                    </a:lnTo>
                    <a:cubicBezTo>
                      <a:pt x="7072" y="1954"/>
                      <a:pt x="7072" y="1554"/>
                      <a:pt x="6826" y="1308"/>
                    </a:cubicBezTo>
                    <a:lnTo>
                      <a:pt x="6496" y="978"/>
                    </a:lnTo>
                    <a:cubicBezTo>
                      <a:pt x="6377" y="859"/>
                      <a:pt x="6218" y="793"/>
                      <a:pt x="6050" y="793"/>
                    </a:cubicBezTo>
                    <a:cubicBezTo>
                      <a:pt x="5882" y="793"/>
                      <a:pt x="5723" y="859"/>
                      <a:pt x="5604" y="978"/>
                    </a:cubicBezTo>
                    <a:lnTo>
                      <a:pt x="5406" y="1176"/>
                    </a:lnTo>
                    <a:cubicBezTo>
                      <a:pt x="5378" y="1204"/>
                      <a:pt x="5319" y="1222"/>
                      <a:pt x="5254" y="1222"/>
                    </a:cubicBezTo>
                    <a:cubicBezTo>
                      <a:pt x="5201" y="1222"/>
                      <a:pt x="5147" y="1211"/>
                      <a:pt x="5100" y="1190"/>
                    </a:cubicBezTo>
                    <a:cubicBezTo>
                      <a:pt x="5058" y="1172"/>
                      <a:pt x="5015" y="1154"/>
                      <a:pt x="4973" y="1137"/>
                    </a:cubicBezTo>
                    <a:cubicBezTo>
                      <a:pt x="4851" y="1090"/>
                      <a:pt x="4766" y="980"/>
                      <a:pt x="4766" y="910"/>
                    </a:cubicBezTo>
                    <a:lnTo>
                      <a:pt x="4766" y="631"/>
                    </a:lnTo>
                    <a:cubicBezTo>
                      <a:pt x="4766" y="283"/>
                      <a:pt x="4483" y="0"/>
                      <a:pt x="4136" y="0"/>
                    </a:cubicBezTo>
                    <a:lnTo>
                      <a:pt x="3668" y="0"/>
                    </a:lnTo>
                    <a:cubicBezTo>
                      <a:pt x="3321" y="0"/>
                      <a:pt x="3038" y="283"/>
                      <a:pt x="3038" y="631"/>
                    </a:cubicBezTo>
                    <a:lnTo>
                      <a:pt x="3038" y="910"/>
                    </a:lnTo>
                    <a:cubicBezTo>
                      <a:pt x="3038" y="980"/>
                      <a:pt x="2953" y="1090"/>
                      <a:pt x="2831" y="1137"/>
                    </a:cubicBezTo>
                    <a:cubicBezTo>
                      <a:pt x="2789" y="1154"/>
                      <a:pt x="2746" y="1172"/>
                      <a:pt x="2704" y="1190"/>
                    </a:cubicBezTo>
                    <a:cubicBezTo>
                      <a:pt x="2657" y="1211"/>
                      <a:pt x="2603" y="1222"/>
                      <a:pt x="2550" y="1222"/>
                    </a:cubicBezTo>
                    <a:cubicBezTo>
                      <a:pt x="2485" y="1222"/>
                      <a:pt x="2426" y="1204"/>
                      <a:pt x="2398" y="1175"/>
                    </a:cubicBezTo>
                    <a:lnTo>
                      <a:pt x="2200" y="978"/>
                    </a:lnTo>
                    <a:cubicBezTo>
                      <a:pt x="2081" y="859"/>
                      <a:pt x="1922" y="793"/>
                      <a:pt x="1754" y="793"/>
                    </a:cubicBezTo>
                    <a:cubicBezTo>
                      <a:pt x="1585" y="793"/>
                      <a:pt x="1427" y="859"/>
                      <a:pt x="1308" y="978"/>
                    </a:cubicBezTo>
                    <a:lnTo>
                      <a:pt x="978" y="1308"/>
                    </a:lnTo>
                    <a:cubicBezTo>
                      <a:pt x="732" y="1554"/>
                      <a:pt x="732" y="1954"/>
                      <a:pt x="978" y="2200"/>
                    </a:cubicBezTo>
                    <a:lnTo>
                      <a:pt x="1175" y="2398"/>
                    </a:lnTo>
                    <a:cubicBezTo>
                      <a:pt x="1225" y="2447"/>
                      <a:pt x="1243" y="2585"/>
                      <a:pt x="1190" y="2704"/>
                    </a:cubicBezTo>
                    <a:cubicBezTo>
                      <a:pt x="1172" y="2746"/>
                      <a:pt x="1154" y="2789"/>
                      <a:pt x="1137" y="2831"/>
                    </a:cubicBezTo>
                    <a:cubicBezTo>
                      <a:pt x="1090" y="2953"/>
                      <a:pt x="980" y="3038"/>
                      <a:pt x="910" y="3038"/>
                    </a:cubicBezTo>
                    <a:lnTo>
                      <a:pt x="631" y="3038"/>
                    </a:lnTo>
                    <a:cubicBezTo>
                      <a:pt x="283" y="3038"/>
                      <a:pt x="0" y="3321"/>
                      <a:pt x="0" y="3668"/>
                    </a:cubicBezTo>
                    <a:lnTo>
                      <a:pt x="0" y="4136"/>
                    </a:lnTo>
                    <a:cubicBezTo>
                      <a:pt x="0" y="4483"/>
                      <a:pt x="283" y="4766"/>
                      <a:pt x="631" y="4766"/>
                    </a:cubicBezTo>
                    <a:lnTo>
                      <a:pt x="910" y="4766"/>
                    </a:lnTo>
                    <a:cubicBezTo>
                      <a:pt x="980" y="4766"/>
                      <a:pt x="1090" y="4851"/>
                      <a:pt x="1137" y="4972"/>
                    </a:cubicBezTo>
                    <a:cubicBezTo>
                      <a:pt x="1154" y="5015"/>
                      <a:pt x="1172" y="5058"/>
                      <a:pt x="1190" y="5100"/>
                    </a:cubicBezTo>
                    <a:cubicBezTo>
                      <a:pt x="1243" y="5219"/>
                      <a:pt x="1225" y="5357"/>
                      <a:pt x="1175" y="5406"/>
                    </a:cubicBezTo>
                    <a:lnTo>
                      <a:pt x="978" y="5604"/>
                    </a:lnTo>
                    <a:cubicBezTo>
                      <a:pt x="732" y="5850"/>
                      <a:pt x="732" y="6250"/>
                      <a:pt x="978" y="6496"/>
                    </a:cubicBezTo>
                    <a:lnTo>
                      <a:pt x="1308" y="6826"/>
                    </a:lnTo>
                    <a:cubicBezTo>
                      <a:pt x="1427" y="6945"/>
                      <a:pt x="1586" y="7011"/>
                      <a:pt x="1754" y="7011"/>
                    </a:cubicBezTo>
                    <a:cubicBezTo>
                      <a:pt x="1922" y="7011"/>
                      <a:pt x="2081" y="6945"/>
                      <a:pt x="2200" y="6826"/>
                    </a:cubicBezTo>
                    <a:lnTo>
                      <a:pt x="2398" y="6628"/>
                    </a:lnTo>
                    <a:cubicBezTo>
                      <a:pt x="2427" y="6599"/>
                      <a:pt x="2484" y="6582"/>
                      <a:pt x="2550" y="6582"/>
                    </a:cubicBezTo>
                    <a:cubicBezTo>
                      <a:pt x="2602" y="6582"/>
                      <a:pt x="2657" y="6593"/>
                      <a:pt x="2704" y="6614"/>
                    </a:cubicBezTo>
                    <a:cubicBezTo>
                      <a:pt x="2745" y="6632"/>
                      <a:pt x="2788" y="6650"/>
                      <a:pt x="2831" y="6667"/>
                    </a:cubicBezTo>
                    <a:cubicBezTo>
                      <a:pt x="2953" y="6714"/>
                      <a:pt x="3038" y="6824"/>
                      <a:pt x="3038" y="6894"/>
                    </a:cubicBezTo>
                    <a:lnTo>
                      <a:pt x="3038" y="7173"/>
                    </a:lnTo>
                    <a:cubicBezTo>
                      <a:pt x="3038" y="7521"/>
                      <a:pt x="3321" y="7804"/>
                      <a:pt x="3668" y="7804"/>
                    </a:cubicBezTo>
                    <a:lnTo>
                      <a:pt x="4136" y="7804"/>
                    </a:lnTo>
                    <a:cubicBezTo>
                      <a:pt x="4483" y="7804"/>
                      <a:pt x="4766" y="7521"/>
                      <a:pt x="4766" y="7173"/>
                    </a:cubicBezTo>
                    <a:lnTo>
                      <a:pt x="4766" y="6894"/>
                    </a:lnTo>
                    <a:cubicBezTo>
                      <a:pt x="4766" y="6824"/>
                      <a:pt x="4851" y="6714"/>
                      <a:pt x="4972" y="6667"/>
                    </a:cubicBezTo>
                    <a:cubicBezTo>
                      <a:pt x="5015" y="6650"/>
                      <a:pt x="5058" y="6632"/>
                      <a:pt x="5100" y="6614"/>
                    </a:cubicBezTo>
                    <a:cubicBezTo>
                      <a:pt x="5146" y="6593"/>
                      <a:pt x="5201" y="6582"/>
                      <a:pt x="5254" y="6582"/>
                    </a:cubicBezTo>
                    <a:cubicBezTo>
                      <a:pt x="5319" y="6582"/>
                      <a:pt x="5377" y="6600"/>
                      <a:pt x="5406" y="6629"/>
                    </a:cubicBezTo>
                    <a:lnTo>
                      <a:pt x="5604" y="6826"/>
                    </a:lnTo>
                    <a:cubicBezTo>
                      <a:pt x="5723" y="6945"/>
                      <a:pt x="5882" y="7011"/>
                      <a:pt x="6050" y="7011"/>
                    </a:cubicBezTo>
                    <a:cubicBezTo>
                      <a:pt x="6068" y="7011"/>
                      <a:pt x="6087" y="7010"/>
                      <a:pt x="6105" y="7009"/>
                    </a:cubicBezTo>
                    <a:cubicBezTo>
                      <a:pt x="6335" y="6989"/>
                      <a:pt x="6538" y="6785"/>
                      <a:pt x="6647" y="6675"/>
                    </a:cubicBezTo>
                    <a:lnTo>
                      <a:pt x="6661" y="6661"/>
                    </a:lnTo>
                    <a:lnTo>
                      <a:pt x="6826" y="6496"/>
                    </a:lnTo>
                    <a:cubicBezTo>
                      <a:pt x="7072" y="6250"/>
                      <a:pt x="7072" y="5850"/>
                      <a:pt x="6826" y="5604"/>
                    </a:cubicBezTo>
                    <a:lnTo>
                      <a:pt x="6629" y="5406"/>
                    </a:lnTo>
                    <a:cubicBezTo>
                      <a:pt x="6579" y="5357"/>
                      <a:pt x="6561" y="5219"/>
                      <a:pt x="6614" y="5100"/>
                    </a:cubicBezTo>
                    <a:cubicBezTo>
                      <a:pt x="6632" y="5058"/>
                      <a:pt x="6650" y="5015"/>
                      <a:pt x="6667" y="4972"/>
                    </a:cubicBezTo>
                    <a:cubicBezTo>
                      <a:pt x="6714" y="4851"/>
                      <a:pt x="6824" y="4766"/>
                      <a:pt x="6894" y="4766"/>
                    </a:cubicBezTo>
                    <a:lnTo>
                      <a:pt x="7173" y="4766"/>
                    </a:lnTo>
                    <a:cubicBezTo>
                      <a:pt x="7521" y="4766"/>
                      <a:pt x="7804" y="4483"/>
                      <a:pt x="7804" y="4135"/>
                    </a:cubicBezTo>
                    <a:lnTo>
                      <a:pt x="7804" y="3668"/>
                    </a:lnTo>
                    <a:cubicBezTo>
                      <a:pt x="7804" y="3321"/>
                      <a:pt x="7521" y="3038"/>
                      <a:pt x="7173" y="3038"/>
                    </a:cubicBezTo>
                    <a:close/>
                    <a:moveTo>
                      <a:pt x="5608" y="3902"/>
                    </a:moveTo>
                    <a:cubicBezTo>
                      <a:pt x="5608" y="4843"/>
                      <a:pt x="4843" y="5608"/>
                      <a:pt x="3902" y="5608"/>
                    </a:cubicBezTo>
                    <a:cubicBezTo>
                      <a:pt x="2961" y="5608"/>
                      <a:pt x="2196" y="4843"/>
                      <a:pt x="2196" y="3902"/>
                    </a:cubicBezTo>
                    <a:cubicBezTo>
                      <a:pt x="2196" y="2961"/>
                      <a:pt x="2961" y="2196"/>
                      <a:pt x="3902" y="2196"/>
                    </a:cubicBezTo>
                    <a:cubicBezTo>
                      <a:pt x="4843" y="2196"/>
                      <a:pt x="5608" y="2961"/>
                      <a:pt x="5608" y="3902"/>
                    </a:cubicBezTo>
                    <a:close/>
                  </a:path>
                </a:pathLst>
              </a:custGeom>
              <a:solidFill>
                <a:schemeClr val="accent1"/>
              </a:solidFill>
              <a:ln w="12700" cap="rnd">
                <a:noFill/>
                <a:prstDash val="solid"/>
                <a:round/>
                <a:headEnd/>
                <a:tailE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rmAutofit fontScale="77500" lnSpcReduction="20000"/>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354"/>
                <a:endParaRPr lang="zh-CN" altLang="en-US" sz="2000" b="1" dirty="0">
                  <a:solidFill>
                    <a:schemeClr val="bg1"/>
                  </a:solidFill>
                  <a:cs typeface="+mn-ea"/>
                  <a:sym typeface="+mn-lt"/>
                </a:endParaRPr>
              </a:p>
            </p:txBody>
          </p:sp>
        </p:grpSp>
        <p:grpSp>
          <p:nvGrpSpPr>
            <p:cNvPr id="9" name="组合 8">
              <a:extLst>
                <a:ext uri="{FF2B5EF4-FFF2-40B4-BE49-F238E27FC236}">
                  <a16:creationId xmlns:a16="http://schemas.microsoft.com/office/drawing/2014/main" id="{E0690BDD-855C-429D-96C7-40D834B867B4}"/>
                </a:ext>
              </a:extLst>
            </p:cNvPr>
            <p:cNvGrpSpPr/>
            <p:nvPr/>
          </p:nvGrpSpPr>
          <p:grpSpPr>
            <a:xfrm>
              <a:off x="5784849" y="4879939"/>
              <a:ext cx="609600" cy="609600"/>
              <a:chOff x="5784849" y="4879939"/>
              <a:chExt cx="609600" cy="609600"/>
            </a:xfrm>
          </p:grpSpPr>
          <p:sp>
            <p:nvSpPr>
              <p:cNvPr id="26" name="椭圆 25">
                <a:extLst>
                  <a:ext uri="{FF2B5EF4-FFF2-40B4-BE49-F238E27FC236}">
                    <a16:creationId xmlns:a16="http://schemas.microsoft.com/office/drawing/2014/main" id="{AD42DE7A-CFF8-4FCF-B7CB-D5E32D3AA12B}"/>
                  </a:ext>
                </a:extLst>
              </p:cNvPr>
              <p:cNvSpPr/>
              <p:nvPr/>
            </p:nvSpPr>
            <p:spPr>
              <a:xfrm>
                <a:off x="5784849" y="4879939"/>
                <a:ext cx="609600" cy="609600"/>
              </a:xfrm>
              <a:prstGeom prst="ellipse">
                <a:avLst/>
              </a:prstGeom>
              <a:solidFill>
                <a:schemeClr val="bg1"/>
              </a:solidFill>
              <a:ln w="12700" cap="rnd">
                <a:solidFill>
                  <a:schemeClr val="accent1"/>
                </a:solidFill>
                <a:prstDash val="solid"/>
                <a:round/>
                <a:headEnd/>
                <a:tailE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rmAutofit/>
              </a:bodyPr>
              <a:lstStyle/>
              <a:p>
                <a:pPr algn="ctr" defTabSz="914354"/>
                <a:endParaRPr lang="zh-CN" altLang="en-US" sz="2000" b="1" dirty="0">
                  <a:solidFill>
                    <a:schemeClr val="bg1"/>
                  </a:solidFill>
                  <a:cs typeface="+mn-ea"/>
                  <a:sym typeface="+mn-lt"/>
                </a:endParaRPr>
              </a:p>
            </p:txBody>
          </p:sp>
          <p:sp>
            <p:nvSpPr>
              <p:cNvPr id="27" name="任意多边形: 形状 26">
                <a:extLst>
                  <a:ext uri="{FF2B5EF4-FFF2-40B4-BE49-F238E27FC236}">
                    <a16:creationId xmlns:a16="http://schemas.microsoft.com/office/drawing/2014/main" id="{4EC014B5-7689-48F5-9CF6-616DCED39A0E}"/>
                  </a:ext>
                </a:extLst>
              </p:cNvPr>
              <p:cNvSpPr/>
              <p:nvPr/>
            </p:nvSpPr>
            <p:spPr>
              <a:xfrm>
                <a:off x="5940196" y="5035512"/>
                <a:ext cx="298906" cy="298454"/>
              </a:xfrm>
              <a:custGeom>
                <a:avLst/>
                <a:gdLst>
                  <a:gd name="T0" fmla="*/ 6894 w 7804"/>
                  <a:gd name="T1" fmla="*/ 3038 h 7804"/>
                  <a:gd name="T2" fmla="*/ 6614 w 7804"/>
                  <a:gd name="T3" fmla="*/ 2704 h 7804"/>
                  <a:gd name="T4" fmla="*/ 6826 w 7804"/>
                  <a:gd name="T5" fmla="*/ 2200 h 7804"/>
                  <a:gd name="T6" fmla="*/ 6496 w 7804"/>
                  <a:gd name="T7" fmla="*/ 978 h 7804"/>
                  <a:gd name="T8" fmla="*/ 5604 w 7804"/>
                  <a:gd name="T9" fmla="*/ 978 h 7804"/>
                  <a:gd name="T10" fmla="*/ 5254 w 7804"/>
                  <a:gd name="T11" fmla="*/ 1222 h 7804"/>
                  <a:gd name="T12" fmla="*/ 4973 w 7804"/>
                  <a:gd name="T13" fmla="*/ 1137 h 7804"/>
                  <a:gd name="T14" fmla="*/ 4766 w 7804"/>
                  <a:gd name="T15" fmla="*/ 631 h 7804"/>
                  <a:gd name="T16" fmla="*/ 3668 w 7804"/>
                  <a:gd name="T17" fmla="*/ 0 h 7804"/>
                  <a:gd name="T18" fmla="*/ 3038 w 7804"/>
                  <a:gd name="T19" fmla="*/ 910 h 7804"/>
                  <a:gd name="T20" fmla="*/ 2704 w 7804"/>
                  <a:gd name="T21" fmla="*/ 1190 h 7804"/>
                  <a:gd name="T22" fmla="*/ 2398 w 7804"/>
                  <a:gd name="T23" fmla="*/ 1175 h 7804"/>
                  <a:gd name="T24" fmla="*/ 1754 w 7804"/>
                  <a:gd name="T25" fmla="*/ 793 h 7804"/>
                  <a:gd name="T26" fmla="*/ 978 w 7804"/>
                  <a:gd name="T27" fmla="*/ 1308 h 7804"/>
                  <a:gd name="T28" fmla="*/ 1175 w 7804"/>
                  <a:gd name="T29" fmla="*/ 2398 h 7804"/>
                  <a:gd name="T30" fmla="*/ 1137 w 7804"/>
                  <a:gd name="T31" fmla="*/ 2831 h 7804"/>
                  <a:gd name="T32" fmla="*/ 631 w 7804"/>
                  <a:gd name="T33" fmla="*/ 3038 h 7804"/>
                  <a:gd name="T34" fmla="*/ 0 w 7804"/>
                  <a:gd name="T35" fmla="*/ 4136 h 7804"/>
                  <a:gd name="T36" fmla="*/ 910 w 7804"/>
                  <a:gd name="T37" fmla="*/ 4766 h 7804"/>
                  <a:gd name="T38" fmla="*/ 1190 w 7804"/>
                  <a:gd name="T39" fmla="*/ 5100 h 7804"/>
                  <a:gd name="T40" fmla="*/ 978 w 7804"/>
                  <a:gd name="T41" fmla="*/ 5604 h 7804"/>
                  <a:gd name="T42" fmla="*/ 1308 w 7804"/>
                  <a:gd name="T43" fmla="*/ 6826 h 7804"/>
                  <a:gd name="T44" fmla="*/ 2200 w 7804"/>
                  <a:gd name="T45" fmla="*/ 6826 h 7804"/>
                  <a:gd name="T46" fmla="*/ 2550 w 7804"/>
                  <a:gd name="T47" fmla="*/ 6582 h 7804"/>
                  <a:gd name="T48" fmla="*/ 2831 w 7804"/>
                  <a:gd name="T49" fmla="*/ 6667 h 7804"/>
                  <a:gd name="T50" fmla="*/ 3038 w 7804"/>
                  <a:gd name="T51" fmla="*/ 7173 h 7804"/>
                  <a:gd name="T52" fmla="*/ 4136 w 7804"/>
                  <a:gd name="T53" fmla="*/ 7804 h 7804"/>
                  <a:gd name="T54" fmla="*/ 4766 w 7804"/>
                  <a:gd name="T55" fmla="*/ 6894 h 7804"/>
                  <a:gd name="T56" fmla="*/ 5100 w 7804"/>
                  <a:gd name="T57" fmla="*/ 6614 h 7804"/>
                  <a:gd name="T58" fmla="*/ 5406 w 7804"/>
                  <a:gd name="T59" fmla="*/ 6629 h 7804"/>
                  <a:gd name="T60" fmla="*/ 6050 w 7804"/>
                  <a:gd name="T61" fmla="*/ 7011 h 7804"/>
                  <a:gd name="T62" fmla="*/ 6647 w 7804"/>
                  <a:gd name="T63" fmla="*/ 6675 h 7804"/>
                  <a:gd name="T64" fmla="*/ 6826 w 7804"/>
                  <a:gd name="T65" fmla="*/ 6496 h 7804"/>
                  <a:gd name="T66" fmla="*/ 6629 w 7804"/>
                  <a:gd name="T67" fmla="*/ 5406 h 7804"/>
                  <a:gd name="T68" fmla="*/ 6667 w 7804"/>
                  <a:gd name="T69" fmla="*/ 4972 h 7804"/>
                  <a:gd name="T70" fmla="*/ 7173 w 7804"/>
                  <a:gd name="T71" fmla="*/ 4766 h 7804"/>
                  <a:gd name="T72" fmla="*/ 7804 w 7804"/>
                  <a:gd name="T73" fmla="*/ 3668 h 7804"/>
                  <a:gd name="T74" fmla="*/ 5608 w 7804"/>
                  <a:gd name="T75" fmla="*/ 3902 h 7804"/>
                  <a:gd name="T76" fmla="*/ 2196 w 7804"/>
                  <a:gd name="T77" fmla="*/ 3902 h 7804"/>
                  <a:gd name="T78" fmla="*/ 5608 w 7804"/>
                  <a:gd name="T79" fmla="*/ 3902 h 78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7804" h="7804">
                    <a:moveTo>
                      <a:pt x="7173" y="3038"/>
                    </a:moveTo>
                    <a:lnTo>
                      <a:pt x="6894" y="3038"/>
                    </a:lnTo>
                    <a:cubicBezTo>
                      <a:pt x="6824" y="3038"/>
                      <a:pt x="6714" y="2953"/>
                      <a:pt x="6667" y="2831"/>
                    </a:cubicBezTo>
                    <a:cubicBezTo>
                      <a:pt x="6650" y="2789"/>
                      <a:pt x="6632" y="2746"/>
                      <a:pt x="6614" y="2704"/>
                    </a:cubicBezTo>
                    <a:cubicBezTo>
                      <a:pt x="6561" y="2585"/>
                      <a:pt x="6579" y="2447"/>
                      <a:pt x="6629" y="2398"/>
                    </a:cubicBezTo>
                    <a:lnTo>
                      <a:pt x="6826" y="2200"/>
                    </a:lnTo>
                    <a:cubicBezTo>
                      <a:pt x="7072" y="1954"/>
                      <a:pt x="7072" y="1554"/>
                      <a:pt x="6826" y="1308"/>
                    </a:cubicBezTo>
                    <a:lnTo>
                      <a:pt x="6496" y="978"/>
                    </a:lnTo>
                    <a:cubicBezTo>
                      <a:pt x="6377" y="859"/>
                      <a:pt x="6218" y="793"/>
                      <a:pt x="6050" y="793"/>
                    </a:cubicBezTo>
                    <a:cubicBezTo>
                      <a:pt x="5882" y="793"/>
                      <a:pt x="5723" y="859"/>
                      <a:pt x="5604" y="978"/>
                    </a:cubicBezTo>
                    <a:lnTo>
                      <a:pt x="5406" y="1176"/>
                    </a:lnTo>
                    <a:cubicBezTo>
                      <a:pt x="5378" y="1204"/>
                      <a:pt x="5319" y="1222"/>
                      <a:pt x="5254" y="1222"/>
                    </a:cubicBezTo>
                    <a:cubicBezTo>
                      <a:pt x="5201" y="1222"/>
                      <a:pt x="5147" y="1211"/>
                      <a:pt x="5100" y="1190"/>
                    </a:cubicBezTo>
                    <a:cubicBezTo>
                      <a:pt x="5058" y="1172"/>
                      <a:pt x="5015" y="1154"/>
                      <a:pt x="4973" y="1137"/>
                    </a:cubicBezTo>
                    <a:cubicBezTo>
                      <a:pt x="4851" y="1090"/>
                      <a:pt x="4766" y="980"/>
                      <a:pt x="4766" y="910"/>
                    </a:cubicBezTo>
                    <a:lnTo>
                      <a:pt x="4766" y="631"/>
                    </a:lnTo>
                    <a:cubicBezTo>
                      <a:pt x="4766" y="283"/>
                      <a:pt x="4483" y="0"/>
                      <a:pt x="4136" y="0"/>
                    </a:cubicBezTo>
                    <a:lnTo>
                      <a:pt x="3668" y="0"/>
                    </a:lnTo>
                    <a:cubicBezTo>
                      <a:pt x="3321" y="0"/>
                      <a:pt x="3038" y="283"/>
                      <a:pt x="3038" y="631"/>
                    </a:cubicBezTo>
                    <a:lnTo>
                      <a:pt x="3038" y="910"/>
                    </a:lnTo>
                    <a:cubicBezTo>
                      <a:pt x="3038" y="980"/>
                      <a:pt x="2953" y="1090"/>
                      <a:pt x="2831" y="1137"/>
                    </a:cubicBezTo>
                    <a:cubicBezTo>
                      <a:pt x="2789" y="1154"/>
                      <a:pt x="2746" y="1172"/>
                      <a:pt x="2704" y="1190"/>
                    </a:cubicBezTo>
                    <a:cubicBezTo>
                      <a:pt x="2657" y="1211"/>
                      <a:pt x="2603" y="1222"/>
                      <a:pt x="2550" y="1222"/>
                    </a:cubicBezTo>
                    <a:cubicBezTo>
                      <a:pt x="2485" y="1222"/>
                      <a:pt x="2426" y="1204"/>
                      <a:pt x="2398" y="1175"/>
                    </a:cubicBezTo>
                    <a:lnTo>
                      <a:pt x="2200" y="978"/>
                    </a:lnTo>
                    <a:cubicBezTo>
                      <a:pt x="2081" y="859"/>
                      <a:pt x="1922" y="793"/>
                      <a:pt x="1754" y="793"/>
                    </a:cubicBezTo>
                    <a:cubicBezTo>
                      <a:pt x="1585" y="793"/>
                      <a:pt x="1427" y="859"/>
                      <a:pt x="1308" y="978"/>
                    </a:cubicBezTo>
                    <a:lnTo>
                      <a:pt x="978" y="1308"/>
                    </a:lnTo>
                    <a:cubicBezTo>
                      <a:pt x="732" y="1554"/>
                      <a:pt x="732" y="1954"/>
                      <a:pt x="978" y="2200"/>
                    </a:cubicBezTo>
                    <a:lnTo>
                      <a:pt x="1175" y="2398"/>
                    </a:lnTo>
                    <a:cubicBezTo>
                      <a:pt x="1225" y="2447"/>
                      <a:pt x="1243" y="2585"/>
                      <a:pt x="1190" y="2704"/>
                    </a:cubicBezTo>
                    <a:cubicBezTo>
                      <a:pt x="1172" y="2746"/>
                      <a:pt x="1154" y="2789"/>
                      <a:pt x="1137" y="2831"/>
                    </a:cubicBezTo>
                    <a:cubicBezTo>
                      <a:pt x="1090" y="2953"/>
                      <a:pt x="980" y="3038"/>
                      <a:pt x="910" y="3038"/>
                    </a:cubicBezTo>
                    <a:lnTo>
                      <a:pt x="631" y="3038"/>
                    </a:lnTo>
                    <a:cubicBezTo>
                      <a:pt x="283" y="3038"/>
                      <a:pt x="0" y="3321"/>
                      <a:pt x="0" y="3668"/>
                    </a:cubicBezTo>
                    <a:lnTo>
                      <a:pt x="0" y="4136"/>
                    </a:lnTo>
                    <a:cubicBezTo>
                      <a:pt x="0" y="4483"/>
                      <a:pt x="283" y="4766"/>
                      <a:pt x="631" y="4766"/>
                    </a:cubicBezTo>
                    <a:lnTo>
                      <a:pt x="910" y="4766"/>
                    </a:lnTo>
                    <a:cubicBezTo>
                      <a:pt x="980" y="4766"/>
                      <a:pt x="1090" y="4851"/>
                      <a:pt x="1137" y="4972"/>
                    </a:cubicBezTo>
                    <a:cubicBezTo>
                      <a:pt x="1154" y="5015"/>
                      <a:pt x="1172" y="5058"/>
                      <a:pt x="1190" y="5100"/>
                    </a:cubicBezTo>
                    <a:cubicBezTo>
                      <a:pt x="1243" y="5219"/>
                      <a:pt x="1225" y="5357"/>
                      <a:pt x="1175" y="5406"/>
                    </a:cubicBezTo>
                    <a:lnTo>
                      <a:pt x="978" y="5604"/>
                    </a:lnTo>
                    <a:cubicBezTo>
                      <a:pt x="732" y="5850"/>
                      <a:pt x="732" y="6250"/>
                      <a:pt x="978" y="6496"/>
                    </a:cubicBezTo>
                    <a:lnTo>
                      <a:pt x="1308" y="6826"/>
                    </a:lnTo>
                    <a:cubicBezTo>
                      <a:pt x="1427" y="6945"/>
                      <a:pt x="1586" y="7011"/>
                      <a:pt x="1754" y="7011"/>
                    </a:cubicBezTo>
                    <a:cubicBezTo>
                      <a:pt x="1922" y="7011"/>
                      <a:pt x="2081" y="6945"/>
                      <a:pt x="2200" y="6826"/>
                    </a:cubicBezTo>
                    <a:lnTo>
                      <a:pt x="2398" y="6628"/>
                    </a:lnTo>
                    <a:cubicBezTo>
                      <a:pt x="2427" y="6599"/>
                      <a:pt x="2484" y="6582"/>
                      <a:pt x="2550" y="6582"/>
                    </a:cubicBezTo>
                    <a:cubicBezTo>
                      <a:pt x="2602" y="6582"/>
                      <a:pt x="2657" y="6593"/>
                      <a:pt x="2704" y="6614"/>
                    </a:cubicBezTo>
                    <a:cubicBezTo>
                      <a:pt x="2745" y="6632"/>
                      <a:pt x="2788" y="6650"/>
                      <a:pt x="2831" y="6667"/>
                    </a:cubicBezTo>
                    <a:cubicBezTo>
                      <a:pt x="2953" y="6714"/>
                      <a:pt x="3038" y="6824"/>
                      <a:pt x="3038" y="6894"/>
                    </a:cubicBezTo>
                    <a:lnTo>
                      <a:pt x="3038" y="7173"/>
                    </a:lnTo>
                    <a:cubicBezTo>
                      <a:pt x="3038" y="7521"/>
                      <a:pt x="3321" y="7804"/>
                      <a:pt x="3668" y="7804"/>
                    </a:cubicBezTo>
                    <a:lnTo>
                      <a:pt x="4136" y="7804"/>
                    </a:lnTo>
                    <a:cubicBezTo>
                      <a:pt x="4483" y="7804"/>
                      <a:pt x="4766" y="7521"/>
                      <a:pt x="4766" y="7173"/>
                    </a:cubicBezTo>
                    <a:lnTo>
                      <a:pt x="4766" y="6894"/>
                    </a:lnTo>
                    <a:cubicBezTo>
                      <a:pt x="4766" y="6824"/>
                      <a:pt x="4851" y="6714"/>
                      <a:pt x="4972" y="6667"/>
                    </a:cubicBezTo>
                    <a:cubicBezTo>
                      <a:pt x="5015" y="6650"/>
                      <a:pt x="5058" y="6632"/>
                      <a:pt x="5100" y="6614"/>
                    </a:cubicBezTo>
                    <a:cubicBezTo>
                      <a:pt x="5146" y="6593"/>
                      <a:pt x="5201" y="6582"/>
                      <a:pt x="5254" y="6582"/>
                    </a:cubicBezTo>
                    <a:cubicBezTo>
                      <a:pt x="5319" y="6582"/>
                      <a:pt x="5377" y="6600"/>
                      <a:pt x="5406" y="6629"/>
                    </a:cubicBezTo>
                    <a:lnTo>
                      <a:pt x="5604" y="6826"/>
                    </a:lnTo>
                    <a:cubicBezTo>
                      <a:pt x="5723" y="6945"/>
                      <a:pt x="5882" y="7011"/>
                      <a:pt x="6050" y="7011"/>
                    </a:cubicBezTo>
                    <a:cubicBezTo>
                      <a:pt x="6068" y="7011"/>
                      <a:pt x="6087" y="7010"/>
                      <a:pt x="6105" y="7009"/>
                    </a:cubicBezTo>
                    <a:cubicBezTo>
                      <a:pt x="6335" y="6989"/>
                      <a:pt x="6538" y="6785"/>
                      <a:pt x="6647" y="6675"/>
                    </a:cubicBezTo>
                    <a:lnTo>
                      <a:pt x="6661" y="6661"/>
                    </a:lnTo>
                    <a:lnTo>
                      <a:pt x="6826" y="6496"/>
                    </a:lnTo>
                    <a:cubicBezTo>
                      <a:pt x="7072" y="6250"/>
                      <a:pt x="7072" y="5850"/>
                      <a:pt x="6826" y="5604"/>
                    </a:cubicBezTo>
                    <a:lnTo>
                      <a:pt x="6629" y="5406"/>
                    </a:lnTo>
                    <a:cubicBezTo>
                      <a:pt x="6579" y="5357"/>
                      <a:pt x="6561" y="5219"/>
                      <a:pt x="6614" y="5100"/>
                    </a:cubicBezTo>
                    <a:cubicBezTo>
                      <a:pt x="6632" y="5058"/>
                      <a:pt x="6650" y="5015"/>
                      <a:pt x="6667" y="4972"/>
                    </a:cubicBezTo>
                    <a:cubicBezTo>
                      <a:pt x="6714" y="4851"/>
                      <a:pt x="6824" y="4766"/>
                      <a:pt x="6894" y="4766"/>
                    </a:cubicBezTo>
                    <a:lnTo>
                      <a:pt x="7173" y="4766"/>
                    </a:lnTo>
                    <a:cubicBezTo>
                      <a:pt x="7521" y="4766"/>
                      <a:pt x="7804" y="4483"/>
                      <a:pt x="7804" y="4135"/>
                    </a:cubicBezTo>
                    <a:lnTo>
                      <a:pt x="7804" y="3668"/>
                    </a:lnTo>
                    <a:cubicBezTo>
                      <a:pt x="7804" y="3321"/>
                      <a:pt x="7521" y="3038"/>
                      <a:pt x="7173" y="3038"/>
                    </a:cubicBezTo>
                    <a:close/>
                    <a:moveTo>
                      <a:pt x="5608" y="3902"/>
                    </a:moveTo>
                    <a:cubicBezTo>
                      <a:pt x="5608" y="4843"/>
                      <a:pt x="4843" y="5608"/>
                      <a:pt x="3902" y="5608"/>
                    </a:cubicBezTo>
                    <a:cubicBezTo>
                      <a:pt x="2961" y="5608"/>
                      <a:pt x="2196" y="4843"/>
                      <a:pt x="2196" y="3902"/>
                    </a:cubicBezTo>
                    <a:cubicBezTo>
                      <a:pt x="2196" y="2961"/>
                      <a:pt x="2961" y="2196"/>
                      <a:pt x="3902" y="2196"/>
                    </a:cubicBezTo>
                    <a:cubicBezTo>
                      <a:pt x="4843" y="2196"/>
                      <a:pt x="5608" y="2961"/>
                      <a:pt x="5608" y="3902"/>
                    </a:cubicBezTo>
                    <a:close/>
                  </a:path>
                </a:pathLst>
              </a:custGeom>
              <a:solidFill>
                <a:schemeClr val="accent1"/>
              </a:solidFill>
              <a:ln w="12700" cap="rnd">
                <a:noFill/>
                <a:prstDash val="solid"/>
                <a:round/>
                <a:headEnd/>
                <a:tailE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rmAutofit fontScale="77500" lnSpcReduction="20000"/>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354"/>
                <a:endParaRPr lang="zh-CN" altLang="en-US" sz="2000" b="1" dirty="0">
                  <a:solidFill>
                    <a:schemeClr val="bg1"/>
                  </a:solidFill>
                  <a:cs typeface="+mn-ea"/>
                  <a:sym typeface="+mn-lt"/>
                </a:endParaRPr>
              </a:p>
            </p:txBody>
          </p:sp>
        </p:grpSp>
        <p:grpSp>
          <p:nvGrpSpPr>
            <p:cNvPr id="10" name="组合 9">
              <a:extLst>
                <a:ext uri="{FF2B5EF4-FFF2-40B4-BE49-F238E27FC236}">
                  <a16:creationId xmlns:a16="http://schemas.microsoft.com/office/drawing/2014/main" id="{B2196F73-6D85-4087-8216-C4948B7068D3}"/>
                </a:ext>
              </a:extLst>
            </p:cNvPr>
            <p:cNvGrpSpPr/>
            <p:nvPr/>
          </p:nvGrpSpPr>
          <p:grpSpPr>
            <a:xfrm>
              <a:off x="4204649" y="3327399"/>
              <a:ext cx="609600" cy="609600"/>
              <a:chOff x="4204649" y="3327399"/>
              <a:chExt cx="609600" cy="609600"/>
            </a:xfrm>
          </p:grpSpPr>
          <p:sp>
            <p:nvSpPr>
              <p:cNvPr id="24" name="椭圆 23">
                <a:extLst>
                  <a:ext uri="{FF2B5EF4-FFF2-40B4-BE49-F238E27FC236}">
                    <a16:creationId xmlns:a16="http://schemas.microsoft.com/office/drawing/2014/main" id="{BFB754AE-31DF-4C7B-901C-A46FBDAB4073}"/>
                  </a:ext>
                </a:extLst>
              </p:cNvPr>
              <p:cNvSpPr/>
              <p:nvPr/>
            </p:nvSpPr>
            <p:spPr>
              <a:xfrm>
                <a:off x="4204649" y="3327399"/>
                <a:ext cx="609600" cy="609600"/>
              </a:xfrm>
              <a:prstGeom prst="ellipse">
                <a:avLst/>
              </a:prstGeom>
              <a:solidFill>
                <a:schemeClr val="bg1"/>
              </a:solidFill>
              <a:ln w="12700" cap="rnd">
                <a:solidFill>
                  <a:schemeClr val="accent1"/>
                </a:solidFill>
                <a:prstDash val="solid"/>
                <a:round/>
                <a:headEnd/>
                <a:tailE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rmAutofit/>
              </a:bodyPr>
              <a:lstStyle/>
              <a:p>
                <a:pPr algn="ctr" defTabSz="914354"/>
                <a:endParaRPr lang="zh-CN" altLang="en-US" sz="2000" b="1" dirty="0">
                  <a:solidFill>
                    <a:schemeClr val="bg1"/>
                  </a:solidFill>
                  <a:cs typeface="+mn-ea"/>
                  <a:sym typeface="+mn-lt"/>
                </a:endParaRPr>
              </a:p>
            </p:txBody>
          </p:sp>
          <p:sp>
            <p:nvSpPr>
              <p:cNvPr id="25" name="任意多边形: 形状 24">
                <a:extLst>
                  <a:ext uri="{FF2B5EF4-FFF2-40B4-BE49-F238E27FC236}">
                    <a16:creationId xmlns:a16="http://schemas.microsoft.com/office/drawing/2014/main" id="{7641C610-A94F-484C-9F6E-8E1C8FA8E63B}"/>
                  </a:ext>
                </a:extLst>
              </p:cNvPr>
              <p:cNvSpPr/>
              <p:nvPr/>
            </p:nvSpPr>
            <p:spPr>
              <a:xfrm>
                <a:off x="4359996" y="3482972"/>
                <a:ext cx="298906" cy="298454"/>
              </a:xfrm>
              <a:custGeom>
                <a:avLst/>
                <a:gdLst>
                  <a:gd name="T0" fmla="*/ 6894 w 7804"/>
                  <a:gd name="T1" fmla="*/ 3038 h 7804"/>
                  <a:gd name="T2" fmla="*/ 6614 w 7804"/>
                  <a:gd name="T3" fmla="*/ 2704 h 7804"/>
                  <a:gd name="T4" fmla="*/ 6826 w 7804"/>
                  <a:gd name="T5" fmla="*/ 2200 h 7804"/>
                  <a:gd name="T6" fmla="*/ 6496 w 7804"/>
                  <a:gd name="T7" fmla="*/ 978 h 7804"/>
                  <a:gd name="T8" fmla="*/ 5604 w 7804"/>
                  <a:gd name="T9" fmla="*/ 978 h 7804"/>
                  <a:gd name="T10" fmla="*/ 5254 w 7804"/>
                  <a:gd name="T11" fmla="*/ 1222 h 7804"/>
                  <a:gd name="T12" fmla="*/ 4973 w 7804"/>
                  <a:gd name="T13" fmla="*/ 1137 h 7804"/>
                  <a:gd name="T14" fmla="*/ 4766 w 7804"/>
                  <a:gd name="T15" fmla="*/ 631 h 7804"/>
                  <a:gd name="T16" fmla="*/ 3668 w 7804"/>
                  <a:gd name="T17" fmla="*/ 0 h 7804"/>
                  <a:gd name="T18" fmla="*/ 3038 w 7804"/>
                  <a:gd name="T19" fmla="*/ 910 h 7804"/>
                  <a:gd name="T20" fmla="*/ 2704 w 7804"/>
                  <a:gd name="T21" fmla="*/ 1190 h 7804"/>
                  <a:gd name="T22" fmla="*/ 2398 w 7804"/>
                  <a:gd name="T23" fmla="*/ 1175 h 7804"/>
                  <a:gd name="T24" fmla="*/ 1754 w 7804"/>
                  <a:gd name="T25" fmla="*/ 793 h 7804"/>
                  <a:gd name="T26" fmla="*/ 978 w 7804"/>
                  <a:gd name="T27" fmla="*/ 1308 h 7804"/>
                  <a:gd name="T28" fmla="*/ 1175 w 7804"/>
                  <a:gd name="T29" fmla="*/ 2398 h 7804"/>
                  <a:gd name="T30" fmla="*/ 1137 w 7804"/>
                  <a:gd name="T31" fmla="*/ 2831 h 7804"/>
                  <a:gd name="T32" fmla="*/ 631 w 7804"/>
                  <a:gd name="T33" fmla="*/ 3038 h 7804"/>
                  <a:gd name="T34" fmla="*/ 0 w 7804"/>
                  <a:gd name="T35" fmla="*/ 4136 h 7804"/>
                  <a:gd name="T36" fmla="*/ 910 w 7804"/>
                  <a:gd name="T37" fmla="*/ 4766 h 7804"/>
                  <a:gd name="T38" fmla="*/ 1190 w 7804"/>
                  <a:gd name="T39" fmla="*/ 5100 h 7804"/>
                  <a:gd name="T40" fmla="*/ 978 w 7804"/>
                  <a:gd name="T41" fmla="*/ 5604 h 7804"/>
                  <a:gd name="T42" fmla="*/ 1308 w 7804"/>
                  <a:gd name="T43" fmla="*/ 6826 h 7804"/>
                  <a:gd name="T44" fmla="*/ 2200 w 7804"/>
                  <a:gd name="T45" fmla="*/ 6826 h 7804"/>
                  <a:gd name="T46" fmla="*/ 2550 w 7804"/>
                  <a:gd name="T47" fmla="*/ 6582 h 7804"/>
                  <a:gd name="T48" fmla="*/ 2831 w 7804"/>
                  <a:gd name="T49" fmla="*/ 6667 h 7804"/>
                  <a:gd name="T50" fmla="*/ 3038 w 7804"/>
                  <a:gd name="T51" fmla="*/ 7173 h 7804"/>
                  <a:gd name="T52" fmla="*/ 4136 w 7804"/>
                  <a:gd name="T53" fmla="*/ 7804 h 7804"/>
                  <a:gd name="T54" fmla="*/ 4766 w 7804"/>
                  <a:gd name="T55" fmla="*/ 6894 h 7804"/>
                  <a:gd name="T56" fmla="*/ 5100 w 7804"/>
                  <a:gd name="T57" fmla="*/ 6614 h 7804"/>
                  <a:gd name="T58" fmla="*/ 5406 w 7804"/>
                  <a:gd name="T59" fmla="*/ 6629 h 7804"/>
                  <a:gd name="T60" fmla="*/ 6050 w 7804"/>
                  <a:gd name="T61" fmla="*/ 7011 h 7804"/>
                  <a:gd name="T62" fmla="*/ 6647 w 7804"/>
                  <a:gd name="T63" fmla="*/ 6675 h 7804"/>
                  <a:gd name="T64" fmla="*/ 6826 w 7804"/>
                  <a:gd name="T65" fmla="*/ 6496 h 7804"/>
                  <a:gd name="T66" fmla="*/ 6629 w 7804"/>
                  <a:gd name="T67" fmla="*/ 5406 h 7804"/>
                  <a:gd name="T68" fmla="*/ 6667 w 7804"/>
                  <a:gd name="T69" fmla="*/ 4972 h 7804"/>
                  <a:gd name="T70" fmla="*/ 7173 w 7804"/>
                  <a:gd name="T71" fmla="*/ 4766 h 7804"/>
                  <a:gd name="T72" fmla="*/ 7804 w 7804"/>
                  <a:gd name="T73" fmla="*/ 3668 h 7804"/>
                  <a:gd name="T74" fmla="*/ 5608 w 7804"/>
                  <a:gd name="T75" fmla="*/ 3902 h 7804"/>
                  <a:gd name="T76" fmla="*/ 2196 w 7804"/>
                  <a:gd name="T77" fmla="*/ 3902 h 7804"/>
                  <a:gd name="T78" fmla="*/ 5608 w 7804"/>
                  <a:gd name="T79" fmla="*/ 3902 h 78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7804" h="7804">
                    <a:moveTo>
                      <a:pt x="7173" y="3038"/>
                    </a:moveTo>
                    <a:lnTo>
                      <a:pt x="6894" y="3038"/>
                    </a:lnTo>
                    <a:cubicBezTo>
                      <a:pt x="6824" y="3038"/>
                      <a:pt x="6714" y="2953"/>
                      <a:pt x="6667" y="2831"/>
                    </a:cubicBezTo>
                    <a:cubicBezTo>
                      <a:pt x="6650" y="2789"/>
                      <a:pt x="6632" y="2746"/>
                      <a:pt x="6614" y="2704"/>
                    </a:cubicBezTo>
                    <a:cubicBezTo>
                      <a:pt x="6561" y="2585"/>
                      <a:pt x="6579" y="2447"/>
                      <a:pt x="6629" y="2398"/>
                    </a:cubicBezTo>
                    <a:lnTo>
                      <a:pt x="6826" y="2200"/>
                    </a:lnTo>
                    <a:cubicBezTo>
                      <a:pt x="7072" y="1954"/>
                      <a:pt x="7072" y="1554"/>
                      <a:pt x="6826" y="1308"/>
                    </a:cubicBezTo>
                    <a:lnTo>
                      <a:pt x="6496" y="978"/>
                    </a:lnTo>
                    <a:cubicBezTo>
                      <a:pt x="6377" y="859"/>
                      <a:pt x="6218" y="793"/>
                      <a:pt x="6050" y="793"/>
                    </a:cubicBezTo>
                    <a:cubicBezTo>
                      <a:pt x="5882" y="793"/>
                      <a:pt x="5723" y="859"/>
                      <a:pt x="5604" y="978"/>
                    </a:cubicBezTo>
                    <a:lnTo>
                      <a:pt x="5406" y="1176"/>
                    </a:lnTo>
                    <a:cubicBezTo>
                      <a:pt x="5378" y="1204"/>
                      <a:pt x="5319" y="1222"/>
                      <a:pt x="5254" y="1222"/>
                    </a:cubicBezTo>
                    <a:cubicBezTo>
                      <a:pt x="5201" y="1222"/>
                      <a:pt x="5147" y="1211"/>
                      <a:pt x="5100" y="1190"/>
                    </a:cubicBezTo>
                    <a:cubicBezTo>
                      <a:pt x="5058" y="1172"/>
                      <a:pt x="5015" y="1154"/>
                      <a:pt x="4973" y="1137"/>
                    </a:cubicBezTo>
                    <a:cubicBezTo>
                      <a:pt x="4851" y="1090"/>
                      <a:pt x="4766" y="980"/>
                      <a:pt x="4766" y="910"/>
                    </a:cubicBezTo>
                    <a:lnTo>
                      <a:pt x="4766" y="631"/>
                    </a:lnTo>
                    <a:cubicBezTo>
                      <a:pt x="4766" y="283"/>
                      <a:pt x="4483" y="0"/>
                      <a:pt x="4136" y="0"/>
                    </a:cubicBezTo>
                    <a:lnTo>
                      <a:pt x="3668" y="0"/>
                    </a:lnTo>
                    <a:cubicBezTo>
                      <a:pt x="3321" y="0"/>
                      <a:pt x="3038" y="283"/>
                      <a:pt x="3038" y="631"/>
                    </a:cubicBezTo>
                    <a:lnTo>
                      <a:pt x="3038" y="910"/>
                    </a:lnTo>
                    <a:cubicBezTo>
                      <a:pt x="3038" y="980"/>
                      <a:pt x="2953" y="1090"/>
                      <a:pt x="2831" y="1137"/>
                    </a:cubicBezTo>
                    <a:cubicBezTo>
                      <a:pt x="2789" y="1154"/>
                      <a:pt x="2746" y="1172"/>
                      <a:pt x="2704" y="1190"/>
                    </a:cubicBezTo>
                    <a:cubicBezTo>
                      <a:pt x="2657" y="1211"/>
                      <a:pt x="2603" y="1222"/>
                      <a:pt x="2550" y="1222"/>
                    </a:cubicBezTo>
                    <a:cubicBezTo>
                      <a:pt x="2485" y="1222"/>
                      <a:pt x="2426" y="1204"/>
                      <a:pt x="2398" y="1175"/>
                    </a:cubicBezTo>
                    <a:lnTo>
                      <a:pt x="2200" y="978"/>
                    </a:lnTo>
                    <a:cubicBezTo>
                      <a:pt x="2081" y="859"/>
                      <a:pt x="1922" y="793"/>
                      <a:pt x="1754" y="793"/>
                    </a:cubicBezTo>
                    <a:cubicBezTo>
                      <a:pt x="1585" y="793"/>
                      <a:pt x="1427" y="859"/>
                      <a:pt x="1308" y="978"/>
                    </a:cubicBezTo>
                    <a:lnTo>
                      <a:pt x="978" y="1308"/>
                    </a:lnTo>
                    <a:cubicBezTo>
                      <a:pt x="732" y="1554"/>
                      <a:pt x="732" y="1954"/>
                      <a:pt x="978" y="2200"/>
                    </a:cubicBezTo>
                    <a:lnTo>
                      <a:pt x="1175" y="2398"/>
                    </a:lnTo>
                    <a:cubicBezTo>
                      <a:pt x="1225" y="2447"/>
                      <a:pt x="1243" y="2585"/>
                      <a:pt x="1190" y="2704"/>
                    </a:cubicBezTo>
                    <a:cubicBezTo>
                      <a:pt x="1172" y="2746"/>
                      <a:pt x="1154" y="2789"/>
                      <a:pt x="1137" y="2831"/>
                    </a:cubicBezTo>
                    <a:cubicBezTo>
                      <a:pt x="1090" y="2953"/>
                      <a:pt x="980" y="3038"/>
                      <a:pt x="910" y="3038"/>
                    </a:cubicBezTo>
                    <a:lnTo>
                      <a:pt x="631" y="3038"/>
                    </a:lnTo>
                    <a:cubicBezTo>
                      <a:pt x="283" y="3038"/>
                      <a:pt x="0" y="3321"/>
                      <a:pt x="0" y="3668"/>
                    </a:cubicBezTo>
                    <a:lnTo>
                      <a:pt x="0" y="4136"/>
                    </a:lnTo>
                    <a:cubicBezTo>
                      <a:pt x="0" y="4483"/>
                      <a:pt x="283" y="4766"/>
                      <a:pt x="631" y="4766"/>
                    </a:cubicBezTo>
                    <a:lnTo>
                      <a:pt x="910" y="4766"/>
                    </a:lnTo>
                    <a:cubicBezTo>
                      <a:pt x="980" y="4766"/>
                      <a:pt x="1090" y="4851"/>
                      <a:pt x="1137" y="4972"/>
                    </a:cubicBezTo>
                    <a:cubicBezTo>
                      <a:pt x="1154" y="5015"/>
                      <a:pt x="1172" y="5058"/>
                      <a:pt x="1190" y="5100"/>
                    </a:cubicBezTo>
                    <a:cubicBezTo>
                      <a:pt x="1243" y="5219"/>
                      <a:pt x="1225" y="5357"/>
                      <a:pt x="1175" y="5406"/>
                    </a:cubicBezTo>
                    <a:lnTo>
                      <a:pt x="978" y="5604"/>
                    </a:lnTo>
                    <a:cubicBezTo>
                      <a:pt x="732" y="5850"/>
                      <a:pt x="732" y="6250"/>
                      <a:pt x="978" y="6496"/>
                    </a:cubicBezTo>
                    <a:lnTo>
                      <a:pt x="1308" y="6826"/>
                    </a:lnTo>
                    <a:cubicBezTo>
                      <a:pt x="1427" y="6945"/>
                      <a:pt x="1586" y="7011"/>
                      <a:pt x="1754" y="7011"/>
                    </a:cubicBezTo>
                    <a:cubicBezTo>
                      <a:pt x="1922" y="7011"/>
                      <a:pt x="2081" y="6945"/>
                      <a:pt x="2200" y="6826"/>
                    </a:cubicBezTo>
                    <a:lnTo>
                      <a:pt x="2398" y="6628"/>
                    </a:lnTo>
                    <a:cubicBezTo>
                      <a:pt x="2427" y="6599"/>
                      <a:pt x="2484" y="6582"/>
                      <a:pt x="2550" y="6582"/>
                    </a:cubicBezTo>
                    <a:cubicBezTo>
                      <a:pt x="2602" y="6582"/>
                      <a:pt x="2657" y="6593"/>
                      <a:pt x="2704" y="6614"/>
                    </a:cubicBezTo>
                    <a:cubicBezTo>
                      <a:pt x="2745" y="6632"/>
                      <a:pt x="2788" y="6650"/>
                      <a:pt x="2831" y="6667"/>
                    </a:cubicBezTo>
                    <a:cubicBezTo>
                      <a:pt x="2953" y="6714"/>
                      <a:pt x="3038" y="6824"/>
                      <a:pt x="3038" y="6894"/>
                    </a:cubicBezTo>
                    <a:lnTo>
                      <a:pt x="3038" y="7173"/>
                    </a:lnTo>
                    <a:cubicBezTo>
                      <a:pt x="3038" y="7521"/>
                      <a:pt x="3321" y="7804"/>
                      <a:pt x="3668" y="7804"/>
                    </a:cubicBezTo>
                    <a:lnTo>
                      <a:pt x="4136" y="7804"/>
                    </a:lnTo>
                    <a:cubicBezTo>
                      <a:pt x="4483" y="7804"/>
                      <a:pt x="4766" y="7521"/>
                      <a:pt x="4766" y="7173"/>
                    </a:cubicBezTo>
                    <a:lnTo>
                      <a:pt x="4766" y="6894"/>
                    </a:lnTo>
                    <a:cubicBezTo>
                      <a:pt x="4766" y="6824"/>
                      <a:pt x="4851" y="6714"/>
                      <a:pt x="4972" y="6667"/>
                    </a:cubicBezTo>
                    <a:cubicBezTo>
                      <a:pt x="5015" y="6650"/>
                      <a:pt x="5058" y="6632"/>
                      <a:pt x="5100" y="6614"/>
                    </a:cubicBezTo>
                    <a:cubicBezTo>
                      <a:pt x="5146" y="6593"/>
                      <a:pt x="5201" y="6582"/>
                      <a:pt x="5254" y="6582"/>
                    </a:cubicBezTo>
                    <a:cubicBezTo>
                      <a:pt x="5319" y="6582"/>
                      <a:pt x="5377" y="6600"/>
                      <a:pt x="5406" y="6629"/>
                    </a:cubicBezTo>
                    <a:lnTo>
                      <a:pt x="5604" y="6826"/>
                    </a:lnTo>
                    <a:cubicBezTo>
                      <a:pt x="5723" y="6945"/>
                      <a:pt x="5882" y="7011"/>
                      <a:pt x="6050" y="7011"/>
                    </a:cubicBezTo>
                    <a:cubicBezTo>
                      <a:pt x="6068" y="7011"/>
                      <a:pt x="6087" y="7010"/>
                      <a:pt x="6105" y="7009"/>
                    </a:cubicBezTo>
                    <a:cubicBezTo>
                      <a:pt x="6335" y="6989"/>
                      <a:pt x="6538" y="6785"/>
                      <a:pt x="6647" y="6675"/>
                    </a:cubicBezTo>
                    <a:lnTo>
                      <a:pt x="6661" y="6661"/>
                    </a:lnTo>
                    <a:lnTo>
                      <a:pt x="6826" y="6496"/>
                    </a:lnTo>
                    <a:cubicBezTo>
                      <a:pt x="7072" y="6250"/>
                      <a:pt x="7072" y="5850"/>
                      <a:pt x="6826" y="5604"/>
                    </a:cubicBezTo>
                    <a:lnTo>
                      <a:pt x="6629" y="5406"/>
                    </a:lnTo>
                    <a:cubicBezTo>
                      <a:pt x="6579" y="5357"/>
                      <a:pt x="6561" y="5219"/>
                      <a:pt x="6614" y="5100"/>
                    </a:cubicBezTo>
                    <a:cubicBezTo>
                      <a:pt x="6632" y="5058"/>
                      <a:pt x="6650" y="5015"/>
                      <a:pt x="6667" y="4972"/>
                    </a:cubicBezTo>
                    <a:cubicBezTo>
                      <a:pt x="6714" y="4851"/>
                      <a:pt x="6824" y="4766"/>
                      <a:pt x="6894" y="4766"/>
                    </a:cubicBezTo>
                    <a:lnTo>
                      <a:pt x="7173" y="4766"/>
                    </a:lnTo>
                    <a:cubicBezTo>
                      <a:pt x="7521" y="4766"/>
                      <a:pt x="7804" y="4483"/>
                      <a:pt x="7804" y="4135"/>
                    </a:cubicBezTo>
                    <a:lnTo>
                      <a:pt x="7804" y="3668"/>
                    </a:lnTo>
                    <a:cubicBezTo>
                      <a:pt x="7804" y="3321"/>
                      <a:pt x="7521" y="3038"/>
                      <a:pt x="7173" y="3038"/>
                    </a:cubicBezTo>
                    <a:close/>
                    <a:moveTo>
                      <a:pt x="5608" y="3902"/>
                    </a:moveTo>
                    <a:cubicBezTo>
                      <a:pt x="5608" y="4843"/>
                      <a:pt x="4843" y="5608"/>
                      <a:pt x="3902" y="5608"/>
                    </a:cubicBezTo>
                    <a:cubicBezTo>
                      <a:pt x="2961" y="5608"/>
                      <a:pt x="2196" y="4843"/>
                      <a:pt x="2196" y="3902"/>
                    </a:cubicBezTo>
                    <a:cubicBezTo>
                      <a:pt x="2196" y="2961"/>
                      <a:pt x="2961" y="2196"/>
                      <a:pt x="3902" y="2196"/>
                    </a:cubicBezTo>
                    <a:cubicBezTo>
                      <a:pt x="4843" y="2196"/>
                      <a:pt x="5608" y="2961"/>
                      <a:pt x="5608" y="3902"/>
                    </a:cubicBezTo>
                    <a:close/>
                  </a:path>
                </a:pathLst>
              </a:custGeom>
              <a:solidFill>
                <a:schemeClr val="accent1"/>
              </a:solidFill>
              <a:ln w="12700" cap="rnd">
                <a:noFill/>
                <a:prstDash val="solid"/>
                <a:round/>
                <a:headEnd/>
                <a:tailE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rmAutofit fontScale="77500" lnSpcReduction="20000"/>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354"/>
                <a:endParaRPr lang="zh-CN" altLang="en-US" sz="2000" b="1" dirty="0">
                  <a:solidFill>
                    <a:schemeClr val="bg1"/>
                  </a:solidFill>
                  <a:cs typeface="+mn-ea"/>
                  <a:sym typeface="+mn-lt"/>
                </a:endParaRPr>
              </a:p>
            </p:txBody>
          </p:sp>
        </p:grpSp>
        <p:sp>
          <p:nvSpPr>
            <p:cNvPr id="11" name="椭圆 10">
              <a:extLst>
                <a:ext uri="{FF2B5EF4-FFF2-40B4-BE49-F238E27FC236}">
                  <a16:creationId xmlns:a16="http://schemas.microsoft.com/office/drawing/2014/main" id="{54CB7441-6D77-4EBD-872C-630284AF0965}"/>
                </a:ext>
              </a:extLst>
            </p:cNvPr>
            <p:cNvSpPr/>
            <p:nvPr/>
          </p:nvSpPr>
          <p:spPr>
            <a:xfrm>
              <a:off x="4997450" y="2540000"/>
              <a:ext cx="2184400" cy="2184400"/>
            </a:xfrm>
            <a:prstGeom prst="ellipse">
              <a:avLst/>
            </a:prstGeom>
            <a:pattFill prst="pct5">
              <a:fgClr>
                <a:srgbClr val="E4E6EA"/>
              </a:fgClr>
              <a:bgClr>
                <a:srgbClr val="ADB5BF"/>
              </a:bgClr>
            </a:pattFill>
            <a:ln w="381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defTabSz="914377"/>
              <a:endParaRPr lang="zh-CN" altLang="en-US" dirty="0">
                <a:cs typeface="+mn-ea"/>
                <a:sym typeface="+mn-lt"/>
              </a:endParaRPr>
            </a:p>
          </p:txBody>
        </p:sp>
        <p:grpSp>
          <p:nvGrpSpPr>
            <p:cNvPr id="12" name="组合 11">
              <a:extLst>
                <a:ext uri="{FF2B5EF4-FFF2-40B4-BE49-F238E27FC236}">
                  <a16:creationId xmlns:a16="http://schemas.microsoft.com/office/drawing/2014/main" id="{436BED5B-7D0F-49C6-99EC-5083BDB66BAD}"/>
                </a:ext>
              </a:extLst>
            </p:cNvPr>
            <p:cNvGrpSpPr/>
            <p:nvPr/>
          </p:nvGrpSpPr>
          <p:grpSpPr>
            <a:xfrm>
              <a:off x="-3114394" y="1139549"/>
              <a:ext cx="6795699" cy="2171688"/>
              <a:chOff x="3548438" y="2038874"/>
              <a:chExt cx="6798830" cy="2171688"/>
            </a:xfrm>
          </p:grpSpPr>
          <p:sp>
            <p:nvSpPr>
              <p:cNvPr id="22" name="矩形 21">
                <a:extLst>
                  <a:ext uri="{FF2B5EF4-FFF2-40B4-BE49-F238E27FC236}">
                    <a16:creationId xmlns:a16="http://schemas.microsoft.com/office/drawing/2014/main" id="{F8E07573-A8E5-42F7-B445-E2E8E3B47ABD}"/>
                  </a:ext>
                </a:extLst>
              </p:cNvPr>
              <p:cNvSpPr/>
              <p:nvPr/>
            </p:nvSpPr>
            <p:spPr bwMode="auto">
              <a:xfrm>
                <a:off x="4020161" y="2507856"/>
                <a:ext cx="6327107" cy="1702706"/>
              </a:xfrm>
              <a:prstGeom prst="rect">
                <a:avLst/>
              </a:prstGeom>
              <a:noFill/>
              <a:ln>
                <a:noFill/>
              </a:ln>
            </p:spPr>
            <p:txBody>
              <a:bodyPr wrap="square" lIns="91440" tIns="45720" rIns="91440" bIns="45720" anchor="t"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nSpc>
                    <a:spcPct val="150000"/>
                  </a:lnSpc>
                </a:pPr>
                <a:r>
                  <a:rPr lang="zh-CN" altLang="en-US" sz="1600" b="0" i="0" dirty="0">
                    <a:solidFill>
                      <a:srgbClr val="2C2C36"/>
                    </a:solidFill>
                    <a:effectLst/>
                    <a:latin typeface="-apple-system"/>
                  </a:rPr>
                  <a:t>使用的是微信小程序原生框架。微信小程序原生框架允许开发者使用</a:t>
                </a:r>
                <a:r>
                  <a:rPr lang="en-US" altLang="zh-CN" sz="1600" b="0" i="0" dirty="0">
                    <a:solidFill>
                      <a:srgbClr val="2C2C36"/>
                    </a:solidFill>
                    <a:effectLst/>
                    <a:latin typeface="-apple-system"/>
                  </a:rPr>
                  <a:t>WXML</a:t>
                </a:r>
                <a:r>
                  <a:rPr lang="zh-CN" altLang="en-US" sz="1600" b="0" i="0" dirty="0">
                    <a:solidFill>
                      <a:srgbClr val="2C2C36"/>
                    </a:solidFill>
                    <a:effectLst/>
                    <a:latin typeface="-apple-system"/>
                  </a:rPr>
                  <a:t>（</a:t>
                </a:r>
                <a:r>
                  <a:rPr lang="en-US" altLang="zh-CN" sz="1600" b="0" i="0" dirty="0" err="1">
                    <a:solidFill>
                      <a:srgbClr val="2C2C36"/>
                    </a:solidFill>
                    <a:effectLst/>
                    <a:latin typeface="-apple-system"/>
                  </a:rPr>
                  <a:t>WeiXin</a:t>
                </a:r>
                <a:r>
                  <a:rPr lang="en-US" altLang="zh-CN" sz="1600" b="0" i="0" dirty="0">
                    <a:solidFill>
                      <a:srgbClr val="2C2C36"/>
                    </a:solidFill>
                    <a:effectLst/>
                    <a:latin typeface="-apple-system"/>
                  </a:rPr>
                  <a:t> Markup Language</a:t>
                </a:r>
                <a:r>
                  <a:rPr lang="zh-CN" altLang="en-US" sz="1600" b="0" i="0" dirty="0">
                    <a:solidFill>
                      <a:srgbClr val="2C2C36"/>
                    </a:solidFill>
                    <a:effectLst/>
                    <a:latin typeface="-apple-system"/>
                  </a:rPr>
                  <a:t>）、</a:t>
                </a:r>
                <a:r>
                  <a:rPr lang="en-US" altLang="zh-CN" sz="1600" b="0" i="0" dirty="0">
                    <a:solidFill>
                      <a:srgbClr val="2C2C36"/>
                    </a:solidFill>
                    <a:effectLst/>
                    <a:latin typeface="-apple-system"/>
                  </a:rPr>
                  <a:t>WXSS</a:t>
                </a:r>
                <a:r>
                  <a:rPr lang="zh-CN" altLang="en-US" sz="1600" b="0" i="0" dirty="0">
                    <a:solidFill>
                      <a:srgbClr val="2C2C36"/>
                    </a:solidFill>
                    <a:effectLst/>
                    <a:latin typeface="-apple-system"/>
                  </a:rPr>
                  <a:t>（</a:t>
                </a:r>
                <a:r>
                  <a:rPr lang="en-US" altLang="zh-CN" sz="1600" b="0" i="0" dirty="0" err="1">
                    <a:solidFill>
                      <a:srgbClr val="2C2C36"/>
                    </a:solidFill>
                    <a:effectLst/>
                    <a:latin typeface="-apple-system"/>
                  </a:rPr>
                  <a:t>WeiXin</a:t>
                </a:r>
                <a:r>
                  <a:rPr lang="en-US" altLang="zh-CN" sz="1600" b="0" i="0" dirty="0">
                    <a:solidFill>
                      <a:srgbClr val="2C2C36"/>
                    </a:solidFill>
                    <a:effectLst/>
                    <a:latin typeface="-apple-system"/>
                  </a:rPr>
                  <a:t> Style Sheets</a:t>
                </a:r>
                <a:r>
                  <a:rPr lang="zh-CN" altLang="en-US" sz="1600" b="0" i="0" dirty="0">
                    <a:solidFill>
                      <a:srgbClr val="2C2C36"/>
                    </a:solidFill>
                    <a:effectLst/>
                    <a:latin typeface="-apple-system"/>
                  </a:rPr>
                  <a:t>）和</a:t>
                </a:r>
                <a:r>
                  <a:rPr lang="en-US" altLang="zh-CN" sz="1600" b="0" i="0" dirty="0">
                    <a:solidFill>
                      <a:srgbClr val="2C2C36"/>
                    </a:solidFill>
                    <a:effectLst/>
                    <a:latin typeface="-apple-system"/>
                  </a:rPr>
                  <a:t>JavaScript</a:t>
                </a:r>
                <a:r>
                  <a:rPr lang="zh-CN" altLang="en-US" sz="1600" b="0" i="0" dirty="0">
                    <a:solidFill>
                      <a:srgbClr val="2C2C36"/>
                    </a:solidFill>
                    <a:effectLst/>
                    <a:latin typeface="-apple-system"/>
                  </a:rPr>
                  <a:t>来构建微信小程序的界面和逻辑。</a:t>
                </a:r>
                <a:endParaRPr lang="en-US" altLang="zh-CN" sz="1600" dirty="0">
                  <a:cs typeface="+mn-ea"/>
                  <a:sym typeface="+mn-lt"/>
                </a:endParaRPr>
              </a:p>
            </p:txBody>
          </p:sp>
          <p:sp>
            <p:nvSpPr>
              <p:cNvPr id="23" name="矩形 22">
                <a:extLst>
                  <a:ext uri="{FF2B5EF4-FFF2-40B4-BE49-F238E27FC236}">
                    <a16:creationId xmlns:a16="http://schemas.microsoft.com/office/drawing/2014/main" id="{0B6B971F-32A2-4080-B4CD-201B2864BCED}"/>
                  </a:ext>
                </a:extLst>
              </p:cNvPr>
              <p:cNvSpPr/>
              <p:nvPr/>
            </p:nvSpPr>
            <p:spPr>
              <a:xfrm>
                <a:off x="3548438" y="2038874"/>
                <a:ext cx="943447" cy="489700"/>
              </a:xfrm>
              <a:prstGeom prst="rect">
                <a:avLst/>
              </a:prstGeom>
              <a:noFill/>
              <a:ln w="3175" cap="rnd">
                <a:noFill/>
                <a:prstDash val="solid"/>
                <a:round/>
                <a:headEnd/>
                <a:tailE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r"/>
                <a:r>
                  <a:rPr lang="zh-CN" altLang="en-US" b="1" dirty="0">
                    <a:solidFill>
                      <a:schemeClr val="tx1"/>
                    </a:solidFill>
                    <a:cs typeface="+mn-ea"/>
                    <a:sym typeface="+mn-lt"/>
                  </a:rPr>
                  <a:t>前端</a:t>
                </a:r>
                <a:endParaRPr lang="id-ID" altLang="zh-CN" b="1" dirty="0">
                  <a:solidFill>
                    <a:schemeClr val="tx1"/>
                  </a:solidFill>
                  <a:cs typeface="+mn-ea"/>
                  <a:sym typeface="+mn-lt"/>
                </a:endParaRPr>
              </a:p>
            </p:txBody>
          </p:sp>
        </p:grpSp>
        <p:grpSp>
          <p:nvGrpSpPr>
            <p:cNvPr id="13" name="组合 12">
              <a:extLst>
                <a:ext uri="{FF2B5EF4-FFF2-40B4-BE49-F238E27FC236}">
                  <a16:creationId xmlns:a16="http://schemas.microsoft.com/office/drawing/2014/main" id="{3274CBBC-518C-477D-8654-DD096D19C824}"/>
                </a:ext>
              </a:extLst>
            </p:cNvPr>
            <p:cNvGrpSpPr/>
            <p:nvPr/>
          </p:nvGrpSpPr>
          <p:grpSpPr>
            <a:xfrm>
              <a:off x="-3114189" y="3238122"/>
              <a:ext cx="6795493" cy="1974279"/>
              <a:chOff x="4352109" y="2327848"/>
              <a:chExt cx="6798623" cy="1974279"/>
            </a:xfrm>
          </p:grpSpPr>
          <p:sp>
            <p:nvSpPr>
              <p:cNvPr id="20" name="矩形 19">
                <a:extLst>
                  <a:ext uri="{FF2B5EF4-FFF2-40B4-BE49-F238E27FC236}">
                    <a16:creationId xmlns:a16="http://schemas.microsoft.com/office/drawing/2014/main" id="{F8E07573-A8E5-42F7-B445-E2E8E3B47ABD}"/>
                  </a:ext>
                </a:extLst>
              </p:cNvPr>
              <p:cNvSpPr/>
              <p:nvPr/>
            </p:nvSpPr>
            <p:spPr bwMode="auto">
              <a:xfrm>
                <a:off x="4823626" y="3025564"/>
                <a:ext cx="6327106" cy="1276563"/>
              </a:xfrm>
              <a:prstGeom prst="rect">
                <a:avLst/>
              </a:prstGeom>
              <a:noFill/>
              <a:ln>
                <a:noFill/>
              </a:ln>
            </p:spPr>
            <p:txBody>
              <a:bodyPr wrap="square" lIns="91440" tIns="45720" rIns="91440" bIns="45720" anchor="t"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nSpc>
                    <a:spcPct val="150000"/>
                  </a:lnSpc>
                </a:pPr>
                <a:r>
                  <a:rPr lang="zh-CN" altLang="en-US" sz="1600" b="0" i="0" dirty="0">
                    <a:solidFill>
                      <a:srgbClr val="2C2C36"/>
                    </a:solidFill>
                    <a:effectLst/>
                    <a:latin typeface="-apple-system"/>
                  </a:rPr>
                  <a:t>使用的是</a:t>
                </a:r>
                <a:r>
                  <a:rPr lang="en-US" altLang="zh-CN" sz="1600" b="0" i="0" dirty="0">
                    <a:solidFill>
                      <a:srgbClr val="2C2C36"/>
                    </a:solidFill>
                    <a:effectLst/>
                    <a:latin typeface="-apple-system"/>
                  </a:rPr>
                  <a:t>Spring Boot</a:t>
                </a:r>
                <a:r>
                  <a:rPr lang="zh-CN" altLang="en-US" sz="1600" b="0" i="0" dirty="0">
                    <a:solidFill>
                      <a:srgbClr val="2C2C36"/>
                    </a:solidFill>
                    <a:effectLst/>
                    <a:latin typeface="-apple-system"/>
                  </a:rPr>
                  <a:t>框架。</a:t>
                </a:r>
                <a:r>
                  <a:rPr lang="en-US" altLang="zh-CN" sz="1600" b="0" i="0" dirty="0">
                    <a:solidFill>
                      <a:srgbClr val="2C2C36"/>
                    </a:solidFill>
                    <a:effectLst/>
                    <a:latin typeface="-apple-system"/>
                  </a:rPr>
                  <a:t>Spring Boot</a:t>
                </a:r>
                <a:r>
                  <a:rPr lang="zh-CN" altLang="en-US" sz="1600" b="0" i="0" dirty="0">
                    <a:solidFill>
                      <a:srgbClr val="2C2C36"/>
                    </a:solidFill>
                    <a:effectLst/>
                    <a:latin typeface="-apple-system"/>
                  </a:rPr>
                  <a:t>是一个用于简化新</a:t>
                </a:r>
                <a:r>
                  <a:rPr lang="en-US" altLang="zh-CN" sz="1600" b="0" i="0" dirty="0">
                    <a:solidFill>
                      <a:srgbClr val="2C2C36"/>
                    </a:solidFill>
                    <a:effectLst/>
                    <a:latin typeface="-apple-system"/>
                  </a:rPr>
                  <a:t>Spring</a:t>
                </a:r>
                <a:r>
                  <a:rPr lang="zh-CN" altLang="en-US" sz="1600" b="0" i="0" dirty="0">
                    <a:solidFill>
                      <a:srgbClr val="2C2C36"/>
                    </a:solidFill>
                    <a:effectLst/>
                    <a:latin typeface="-apple-system"/>
                  </a:rPr>
                  <a:t>应用初始搭建以及开发过程的框架，它基于</a:t>
                </a:r>
                <a:r>
                  <a:rPr lang="en-US" altLang="zh-CN" sz="1600" b="0" i="0" dirty="0">
                    <a:solidFill>
                      <a:srgbClr val="2C2C36"/>
                    </a:solidFill>
                    <a:effectLst/>
                    <a:latin typeface="-apple-system"/>
                  </a:rPr>
                  <a:t>Java</a:t>
                </a:r>
                <a:r>
                  <a:rPr lang="zh-CN" altLang="en-US" sz="1600" b="0" i="0" dirty="0">
                    <a:solidFill>
                      <a:srgbClr val="2C2C36"/>
                    </a:solidFill>
                    <a:effectLst/>
                    <a:latin typeface="-apple-system"/>
                  </a:rPr>
                  <a:t>语言，非常适合构建独立的、生产级的</a:t>
                </a:r>
                <a:r>
                  <a:rPr lang="en-US" altLang="zh-CN" sz="1600" b="0" i="0" dirty="0">
                    <a:solidFill>
                      <a:srgbClr val="2C2C36"/>
                    </a:solidFill>
                    <a:effectLst/>
                    <a:latin typeface="-apple-system"/>
                  </a:rPr>
                  <a:t>Spring</a:t>
                </a:r>
                <a:r>
                  <a:rPr lang="zh-CN" altLang="en-US" sz="1600" b="0" i="0" dirty="0">
                    <a:solidFill>
                      <a:srgbClr val="2C2C36"/>
                    </a:solidFill>
                    <a:effectLst/>
                    <a:latin typeface="-apple-system"/>
                  </a:rPr>
                  <a:t>应用。</a:t>
                </a:r>
                <a:endParaRPr lang="en-US" altLang="zh-CN" sz="1600" dirty="0">
                  <a:cs typeface="+mn-ea"/>
                  <a:sym typeface="+mn-lt"/>
                </a:endParaRPr>
              </a:p>
            </p:txBody>
          </p:sp>
          <p:sp>
            <p:nvSpPr>
              <p:cNvPr id="21" name="矩形 20">
                <a:extLst>
                  <a:ext uri="{FF2B5EF4-FFF2-40B4-BE49-F238E27FC236}">
                    <a16:creationId xmlns:a16="http://schemas.microsoft.com/office/drawing/2014/main" id="{F985D672-AB2D-4039-A4E4-BC7974467BB4}"/>
                  </a:ext>
                </a:extLst>
              </p:cNvPr>
              <p:cNvSpPr/>
              <p:nvPr/>
            </p:nvSpPr>
            <p:spPr>
              <a:xfrm>
                <a:off x="4352109" y="2327848"/>
                <a:ext cx="943242" cy="489700"/>
              </a:xfrm>
              <a:prstGeom prst="rect">
                <a:avLst/>
              </a:prstGeom>
              <a:noFill/>
              <a:ln w="3175" cap="rnd">
                <a:noFill/>
                <a:prstDash val="solid"/>
                <a:round/>
                <a:headEnd/>
                <a:tailE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r"/>
                <a:r>
                  <a:rPr lang="zh-CN" altLang="en-US" b="1" dirty="0">
                    <a:solidFill>
                      <a:schemeClr val="tx1"/>
                    </a:solidFill>
                    <a:cs typeface="+mn-ea"/>
                    <a:sym typeface="+mn-lt"/>
                  </a:rPr>
                  <a:t>后端</a:t>
                </a:r>
                <a:endParaRPr lang="id-ID" altLang="zh-CN" b="1" dirty="0">
                  <a:solidFill>
                    <a:schemeClr val="tx1"/>
                  </a:solidFill>
                  <a:cs typeface="+mn-ea"/>
                  <a:sym typeface="+mn-lt"/>
                </a:endParaRPr>
              </a:p>
            </p:txBody>
          </p:sp>
        </p:grpSp>
      </p:grpSp>
    </p:spTree>
    <p:extLst>
      <p:ext uri="{BB962C8B-B14F-4D97-AF65-F5344CB8AC3E}">
        <p14:creationId xmlns:p14="http://schemas.microsoft.com/office/powerpoint/2010/main" val="326976614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351287A-E8B7-471A-B580-E71299A84FF0}"/>
              </a:ext>
            </a:extLst>
          </p:cNvPr>
          <p:cNvSpPr>
            <a:spLocks noGrp="1"/>
          </p:cNvSpPr>
          <p:nvPr>
            <p:ph type="title"/>
          </p:nvPr>
        </p:nvSpPr>
        <p:spPr/>
        <p:txBody>
          <a:bodyPr/>
          <a:lstStyle/>
          <a:p>
            <a:pPr marL="171450" indent="-171450"/>
            <a:r>
              <a:rPr lang="zh-CN" altLang="en-US" dirty="0">
                <a:latin typeface="+mn-lt"/>
                <a:ea typeface="+mn-ea"/>
                <a:cs typeface="+mn-ea"/>
                <a:sym typeface="+mn-lt"/>
              </a:rPr>
              <a:t>数据库设计</a:t>
            </a:r>
            <a:endParaRPr lang="en-US" altLang="zh-CN" dirty="0">
              <a:latin typeface="+mn-lt"/>
              <a:ea typeface="+mn-ea"/>
              <a:cs typeface="+mn-ea"/>
              <a:sym typeface="+mn-lt"/>
            </a:endParaRPr>
          </a:p>
        </p:txBody>
      </p:sp>
      <p:sp>
        <p:nvSpPr>
          <p:cNvPr id="3" name="页脚占位符 2">
            <a:extLst>
              <a:ext uri="{FF2B5EF4-FFF2-40B4-BE49-F238E27FC236}">
                <a16:creationId xmlns:a16="http://schemas.microsoft.com/office/drawing/2014/main" id="{7105AA52-DB3B-4370-9AC0-800413D6CEA4}"/>
              </a:ext>
            </a:extLst>
          </p:cNvPr>
          <p:cNvSpPr>
            <a:spLocks noGrp="1"/>
          </p:cNvSpPr>
          <p:nvPr>
            <p:ph type="ftr" sz="quarter" idx="11"/>
          </p:nvPr>
        </p:nvSpPr>
        <p:spPr/>
        <p:txBody>
          <a:bodyPr/>
          <a:lstStyle/>
          <a:p>
            <a:r>
              <a:rPr lang="en-US" altLang="zh-CN">
                <a:cs typeface="+mn-ea"/>
                <a:sym typeface="+mn-lt"/>
              </a:rPr>
              <a:t>OfficePLUS</a:t>
            </a:r>
            <a:endParaRPr lang="zh-CN" altLang="en-US" dirty="0">
              <a:cs typeface="+mn-ea"/>
              <a:sym typeface="+mn-lt"/>
            </a:endParaRPr>
          </a:p>
        </p:txBody>
      </p:sp>
      <p:sp>
        <p:nvSpPr>
          <p:cNvPr id="4" name="灯片编号占位符 3">
            <a:extLst>
              <a:ext uri="{FF2B5EF4-FFF2-40B4-BE49-F238E27FC236}">
                <a16:creationId xmlns:a16="http://schemas.microsoft.com/office/drawing/2014/main" id="{1F5C8ED9-5F5E-4C39-A502-0730C3140717}"/>
              </a:ext>
            </a:extLst>
          </p:cNvPr>
          <p:cNvSpPr>
            <a:spLocks noGrp="1"/>
          </p:cNvSpPr>
          <p:nvPr>
            <p:ph type="sldNum" sz="quarter" idx="12"/>
          </p:nvPr>
        </p:nvSpPr>
        <p:spPr/>
        <p:txBody>
          <a:bodyPr/>
          <a:lstStyle/>
          <a:p>
            <a:fld id="{5DD3DB80-B894-403A-B48E-6FDC1A72010E}" type="slidenum">
              <a:rPr lang="zh-CN" altLang="en-US" smtClean="0">
                <a:cs typeface="+mn-ea"/>
                <a:sym typeface="+mn-lt"/>
              </a:rPr>
              <a:pPr/>
              <a:t>8</a:t>
            </a:fld>
            <a:endParaRPr lang="zh-CN" altLang="en-US">
              <a:cs typeface="+mn-ea"/>
              <a:sym typeface="+mn-lt"/>
            </a:endParaRPr>
          </a:p>
        </p:txBody>
      </p:sp>
      <p:grpSp>
        <p:nvGrpSpPr>
          <p:cNvPr id="5" name="组合 4"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title="iSlide™ 版权声明  COPYRIGHT NOTICE">
            <a:extLst>
              <a:ext uri="{FF2B5EF4-FFF2-40B4-BE49-F238E27FC236}">
                <a16:creationId xmlns:a16="http://schemas.microsoft.com/office/drawing/2014/main" id="{B8FA60AF-BDDD-440E-ACDB-C0EE19F1C2E6}"/>
              </a:ext>
            </a:extLst>
          </p:cNvPr>
          <p:cNvGrpSpPr>
            <a:grpSpLocks noChangeAspect="1"/>
          </p:cNvGrpSpPr>
          <p:nvPr/>
        </p:nvGrpSpPr>
        <p:grpSpPr>
          <a:xfrm>
            <a:off x="1162328" y="1405445"/>
            <a:ext cx="10356572" cy="4764937"/>
            <a:chOff x="1162328" y="1405445"/>
            <a:chExt cx="10356572" cy="4764937"/>
          </a:xfrm>
        </p:grpSpPr>
        <p:sp>
          <p:nvSpPr>
            <p:cNvPr id="6" name="弧形 5">
              <a:extLst>
                <a:ext uri="{FF2B5EF4-FFF2-40B4-BE49-F238E27FC236}">
                  <a16:creationId xmlns:a16="http://schemas.microsoft.com/office/drawing/2014/main" id="{978B731A-E4E7-47A6-B643-483AC59C2545}"/>
                </a:ext>
              </a:extLst>
            </p:cNvPr>
            <p:cNvSpPr/>
            <p:nvPr/>
          </p:nvSpPr>
          <p:spPr>
            <a:xfrm>
              <a:off x="4509449" y="2051998"/>
              <a:ext cx="3160403" cy="3160403"/>
            </a:xfrm>
            <a:prstGeom prst="arc">
              <a:avLst>
                <a:gd name="adj1" fmla="val 5414636"/>
                <a:gd name="adj2" fmla="val 2242487"/>
              </a:avLst>
            </a:prstGeom>
            <a:ln w="152400">
              <a:solidFill>
                <a:schemeClr val="bg1">
                  <a:lumMod val="95000"/>
                </a:schemeClr>
              </a:solidFill>
              <a:tailEnd type="triangle"/>
            </a:ln>
          </p:spPr>
          <p:style>
            <a:lnRef idx="1">
              <a:schemeClr val="accent1"/>
            </a:lnRef>
            <a:fillRef idx="0">
              <a:schemeClr val="accent1"/>
            </a:fillRef>
            <a:effectRef idx="0">
              <a:schemeClr val="accent1"/>
            </a:effectRef>
            <a:fontRef idx="minor">
              <a:schemeClr val="tx1"/>
            </a:fontRef>
          </p:style>
          <p:txBody>
            <a:bodyPr wrap="square" lIns="91440" tIns="45720" rIns="91440" bIns="45720" rtlCol="0" anchor="ctr">
              <a:normAutofit/>
            </a:bodyPr>
            <a:lstStyle>
              <a:defPPr>
                <a:defRPr lang="en-US"/>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a:endParaRPr lang="en-US">
                <a:cs typeface="+mn-ea"/>
                <a:sym typeface="+mn-lt"/>
              </a:endParaRPr>
            </a:p>
          </p:txBody>
        </p:sp>
        <p:grpSp>
          <p:nvGrpSpPr>
            <p:cNvPr id="7" name="组合 6">
              <a:extLst>
                <a:ext uri="{FF2B5EF4-FFF2-40B4-BE49-F238E27FC236}">
                  <a16:creationId xmlns:a16="http://schemas.microsoft.com/office/drawing/2014/main" id="{68AC5C64-30D6-4D65-85F6-A221B7F1221D}"/>
                </a:ext>
              </a:extLst>
            </p:cNvPr>
            <p:cNvGrpSpPr/>
            <p:nvPr/>
          </p:nvGrpSpPr>
          <p:grpSpPr>
            <a:xfrm>
              <a:off x="5784849" y="1774861"/>
              <a:ext cx="609600" cy="609600"/>
              <a:chOff x="5784849" y="1774861"/>
              <a:chExt cx="609600" cy="609600"/>
            </a:xfrm>
          </p:grpSpPr>
          <p:sp>
            <p:nvSpPr>
              <p:cNvPr id="30" name="椭圆 29">
                <a:extLst>
                  <a:ext uri="{FF2B5EF4-FFF2-40B4-BE49-F238E27FC236}">
                    <a16:creationId xmlns:a16="http://schemas.microsoft.com/office/drawing/2014/main" id="{CD47EED5-FE9B-4FE5-92E5-0321738BDEF5}"/>
                  </a:ext>
                </a:extLst>
              </p:cNvPr>
              <p:cNvSpPr/>
              <p:nvPr/>
            </p:nvSpPr>
            <p:spPr>
              <a:xfrm>
                <a:off x="5784849" y="1774861"/>
                <a:ext cx="609600" cy="609600"/>
              </a:xfrm>
              <a:prstGeom prst="ellipse">
                <a:avLst/>
              </a:prstGeom>
              <a:solidFill>
                <a:schemeClr val="bg1"/>
              </a:solidFill>
              <a:ln w="12700" cap="rnd">
                <a:solidFill>
                  <a:schemeClr val="accent1"/>
                </a:solidFill>
                <a:prstDash val="solid"/>
                <a:round/>
                <a:headEnd/>
                <a:tailE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rmAutofit/>
              </a:bodyPr>
              <a:lstStyle/>
              <a:p>
                <a:pPr algn="ctr" defTabSz="914354"/>
                <a:endParaRPr lang="zh-CN" altLang="en-US" sz="2000" b="1" dirty="0">
                  <a:solidFill>
                    <a:schemeClr val="bg1"/>
                  </a:solidFill>
                  <a:cs typeface="+mn-ea"/>
                  <a:sym typeface="+mn-lt"/>
                </a:endParaRPr>
              </a:p>
            </p:txBody>
          </p:sp>
          <p:sp>
            <p:nvSpPr>
              <p:cNvPr id="31" name="任意多边形: 形状 30">
                <a:extLst>
                  <a:ext uri="{FF2B5EF4-FFF2-40B4-BE49-F238E27FC236}">
                    <a16:creationId xmlns:a16="http://schemas.microsoft.com/office/drawing/2014/main" id="{571D9117-ECD0-4964-BFBF-1BB61A79FF50}"/>
                  </a:ext>
                </a:extLst>
              </p:cNvPr>
              <p:cNvSpPr/>
              <p:nvPr/>
            </p:nvSpPr>
            <p:spPr>
              <a:xfrm>
                <a:off x="5940196" y="1930435"/>
                <a:ext cx="298906" cy="298454"/>
              </a:xfrm>
              <a:custGeom>
                <a:avLst/>
                <a:gdLst>
                  <a:gd name="T0" fmla="*/ 6894 w 7804"/>
                  <a:gd name="T1" fmla="*/ 3038 h 7804"/>
                  <a:gd name="T2" fmla="*/ 6614 w 7804"/>
                  <a:gd name="T3" fmla="*/ 2704 h 7804"/>
                  <a:gd name="T4" fmla="*/ 6826 w 7804"/>
                  <a:gd name="T5" fmla="*/ 2200 h 7804"/>
                  <a:gd name="T6" fmla="*/ 6496 w 7804"/>
                  <a:gd name="T7" fmla="*/ 978 h 7804"/>
                  <a:gd name="T8" fmla="*/ 5604 w 7804"/>
                  <a:gd name="T9" fmla="*/ 978 h 7804"/>
                  <a:gd name="T10" fmla="*/ 5254 w 7804"/>
                  <a:gd name="T11" fmla="*/ 1222 h 7804"/>
                  <a:gd name="T12" fmla="*/ 4973 w 7804"/>
                  <a:gd name="T13" fmla="*/ 1137 h 7804"/>
                  <a:gd name="T14" fmla="*/ 4766 w 7804"/>
                  <a:gd name="T15" fmla="*/ 631 h 7804"/>
                  <a:gd name="T16" fmla="*/ 3668 w 7804"/>
                  <a:gd name="T17" fmla="*/ 0 h 7804"/>
                  <a:gd name="T18" fmla="*/ 3038 w 7804"/>
                  <a:gd name="T19" fmla="*/ 910 h 7804"/>
                  <a:gd name="T20" fmla="*/ 2704 w 7804"/>
                  <a:gd name="T21" fmla="*/ 1190 h 7804"/>
                  <a:gd name="T22" fmla="*/ 2398 w 7804"/>
                  <a:gd name="T23" fmla="*/ 1175 h 7804"/>
                  <a:gd name="T24" fmla="*/ 1754 w 7804"/>
                  <a:gd name="T25" fmla="*/ 793 h 7804"/>
                  <a:gd name="T26" fmla="*/ 978 w 7804"/>
                  <a:gd name="T27" fmla="*/ 1308 h 7804"/>
                  <a:gd name="T28" fmla="*/ 1175 w 7804"/>
                  <a:gd name="T29" fmla="*/ 2398 h 7804"/>
                  <a:gd name="T30" fmla="*/ 1137 w 7804"/>
                  <a:gd name="T31" fmla="*/ 2831 h 7804"/>
                  <a:gd name="T32" fmla="*/ 631 w 7804"/>
                  <a:gd name="T33" fmla="*/ 3038 h 7804"/>
                  <a:gd name="T34" fmla="*/ 0 w 7804"/>
                  <a:gd name="T35" fmla="*/ 4136 h 7804"/>
                  <a:gd name="T36" fmla="*/ 910 w 7804"/>
                  <a:gd name="T37" fmla="*/ 4766 h 7804"/>
                  <a:gd name="T38" fmla="*/ 1190 w 7804"/>
                  <a:gd name="T39" fmla="*/ 5100 h 7804"/>
                  <a:gd name="T40" fmla="*/ 978 w 7804"/>
                  <a:gd name="T41" fmla="*/ 5604 h 7804"/>
                  <a:gd name="T42" fmla="*/ 1308 w 7804"/>
                  <a:gd name="T43" fmla="*/ 6826 h 7804"/>
                  <a:gd name="T44" fmla="*/ 2200 w 7804"/>
                  <a:gd name="T45" fmla="*/ 6826 h 7804"/>
                  <a:gd name="T46" fmla="*/ 2550 w 7804"/>
                  <a:gd name="T47" fmla="*/ 6582 h 7804"/>
                  <a:gd name="T48" fmla="*/ 2831 w 7804"/>
                  <a:gd name="T49" fmla="*/ 6667 h 7804"/>
                  <a:gd name="T50" fmla="*/ 3038 w 7804"/>
                  <a:gd name="T51" fmla="*/ 7173 h 7804"/>
                  <a:gd name="T52" fmla="*/ 4136 w 7804"/>
                  <a:gd name="T53" fmla="*/ 7804 h 7804"/>
                  <a:gd name="T54" fmla="*/ 4766 w 7804"/>
                  <a:gd name="T55" fmla="*/ 6894 h 7804"/>
                  <a:gd name="T56" fmla="*/ 5100 w 7804"/>
                  <a:gd name="T57" fmla="*/ 6614 h 7804"/>
                  <a:gd name="T58" fmla="*/ 5406 w 7804"/>
                  <a:gd name="T59" fmla="*/ 6629 h 7804"/>
                  <a:gd name="T60" fmla="*/ 6050 w 7804"/>
                  <a:gd name="T61" fmla="*/ 7011 h 7804"/>
                  <a:gd name="T62" fmla="*/ 6647 w 7804"/>
                  <a:gd name="T63" fmla="*/ 6675 h 7804"/>
                  <a:gd name="T64" fmla="*/ 6826 w 7804"/>
                  <a:gd name="T65" fmla="*/ 6496 h 7804"/>
                  <a:gd name="T66" fmla="*/ 6629 w 7804"/>
                  <a:gd name="T67" fmla="*/ 5406 h 7804"/>
                  <a:gd name="T68" fmla="*/ 6667 w 7804"/>
                  <a:gd name="T69" fmla="*/ 4972 h 7804"/>
                  <a:gd name="T70" fmla="*/ 7173 w 7804"/>
                  <a:gd name="T71" fmla="*/ 4766 h 7804"/>
                  <a:gd name="T72" fmla="*/ 7804 w 7804"/>
                  <a:gd name="T73" fmla="*/ 3668 h 7804"/>
                  <a:gd name="T74" fmla="*/ 5608 w 7804"/>
                  <a:gd name="T75" fmla="*/ 3902 h 7804"/>
                  <a:gd name="T76" fmla="*/ 2196 w 7804"/>
                  <a:gd name="T77" fmla="*/ 3902 h 7804"/>
                  <a:gd name="T78" fmla="*/ 5608 w 7804"/>
                  <a:gd name="T79" fmla="*/ 3902 h 78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7804" h="7804">
                    <a:moveTo>
                      <a:pt x="7173" y="3038"/>
                    </a:moveTo>
                    <a:lnTo>
                      <a:pt x="6894" y="3038"/>
                    </a:lnTo>
                    <a:cubicBezTo>
                      <a:pt x="6824" y="3038"/>
                      <a:pt x="6714" y="2953"/>
                      <a:pt x="6667" y="2831"/>
                    </a:cubicBezTo>
                    <a:cubicBezTo>
                      <a:pt x="6650" y="2789"/>
                      <a:pt x="6632" y="2746"/>
                      <a:pt x="6614" y="2704"/>
                    </a:cubicBezTo>
                    <a:cubicBezTo>
                      <a:pt x="6561" y="2585"/>
                      <a:pt x="6579" y="2447"/>
                      <a:pt x="6629" y="2398"/>
                    </a:cubicBezTo>
                    <a:lnTo>
                      <a:pt x="6826" y="2200"/>
                    </a:lnTo>
                    <a:cubicBezTo>
                      <a:pt x="7072" y="1954"/>
                      <a:pt x="7072" y="1554"/>
                      <a:pt x="6826" y="1308"/>
                    </a:cubicBezTo>
                    <a:lnTo>
                      <a:pt x="6496" y="978"/>
                    </a:lnTo>
                    <a:cubicBezTo>
                      <a:pt x="6377" y="859"/>
                      <a:pt x="6218" y="793"/>
                      <a:pt x="6050" y="793"/>
                    </a:cubicBezTo>
                    <a:cubicBezTo>
                      <a:pt x="5882" y="793"/>
                      <a:pt x="5723" y="859"/>
                      <a:pt x="5604" y="978"/>
                    </a:cubicBezTo>
                    <a:lnTo>
                      <a:pt x="5406" y="1176"/>
                    </a:lnTo>
                    <a:cubicBezTo>
                      <a:pt x="5378" y="1204"/>
                      <a:pt x="5319" y="1222"/>
                      <a:pt x="5254" y="1222"/>
                    </a:cubicBezTo>
                    <a:cubicBezTo>
                      <a:pt x="5201" y="1222"/>
                      <a:pt x="5147" y="1211"/>
                      <a:pt x="5100" y="1190"/>
                    </a:cubicBezTo>
                    <a:cubicBezTo>
                      <a:pt x="5058" y="1172"/>
                      <a:pt x="5015" y="1154"/>
                      <a:pt x="4973" y="1137"/>
                    </a:cubicBezTo>
                    <a:cubicBezTo>
                      <a:pt x="4851" y="1090"/>
                      <a:pt x="4766" y="980"/>
                      <a:pt x="4766" y="910"/>
                    </a:cubicBezTo>
                    <a:lnTo>
                      <a:pt x="4766" y="631"/>
                    </a:lnTo>
                    <a:cubicBezTo>
                      <a:pt x="4766" y="283"/>
                      <a:pt x="4483" y="0"/>
                      <a:pt x="4136" y="0"/>
                    </a:cubicBezTo>
                    <a:lnTo>
                      <a:pt x="3668" y="0"/>
                    </a:lnTo>
                    <a:cubicBezTo>
                      <a:pt x="3321" y="0"/>
                      <a:pt x="3038" y="283"/>
                      <a:pt x="3038" y="631"/>
                    </a:cubicBezTo>
                    <a:lnTo>
                      <a:pt x="3038" y="910"/>
                    </a:lnTo>
                    <a:cubicBezTo>
                      <a:pt x="3038" y="980"/>
                      <a:pt x="2953" y="1090"/>
                      <a:pt x="2831" y="1137"/>
                    </a:cubicBezTo>
                    <a:cubicBezTo>
                      <a:pt x="2789" y="1154"/>
                      <a:pt x="2746" y="1172"/>
                      <a:pt x="2704" y="1190"/>
                    </a:cubicBezTo>
                    <a:cubicBezTo>
                      <a:pt x="2657" y="1211"/>
                      <a:pt x="2603" y="1222"/>
                      <a:pt x="2550" y="1222"/>
                    </a:cubicBezTo>
                    <a:cubicBezTo>
                      <a:pt x="2485" y="1222"/>
                      <a:pt x="2426" y="1204"/>
                      <a:pt x="2398" y="1175"/>
                    </a:cubicBezTo>
                    <a:lnTo>
                      <a:pt x="2200" y="978"/>
                    </a:lnTo>
                    <a:cubicBezTo>
                      <a:pt x="2081" y="859"/>
                      <a:pt x="1922" y="793"/>
                      <a:pt x="1754" y="793"/>
                    </a:cubicBezTo>
                    <a:cubicBezTo>
                      <a:pt x="1585" y="793"/>
                      <a:pt x="1427" y="859"/>
                      <a:pt x="1308" y="978"/>
                    </a:cubicBezTo>
                    <a:lnTo>
                      <a:pt x="978" y="1308"/>
                    </a:lnTo>
                    <a:cubicBezTo>
                      <a:pt x="732" y="1554"/>
                      <a:pt x="732" y="1954"/>
                      <a:pt x="978" y="2200"/>
                    </a:cubicBezTo>
                    <a:lnTo>
                      <a:pt x="1175" y="2398"/>
                    </a:lnTo>
                    <a:cubicBezTo>
                      <a:pt x="1225" y="2447"/>
                      <a:pt x="1243" y="2585"/>
                      <a:pt x="1190" y="2704"/>
                    </a:cubicBezTo>
                    <a:cubicBezTo>
                      <a:pt x="1172" y="2746"/>
                      <a:pt x="1154" y="2789"/>
                      <a:pt x="1137" y="2831"/>
                    </a:cubicBezTo>
                    <a:cubicBezTo>
                      <a:pt x="1090" y="2953"/>
                      <a:pt x="980" y="3038"/>
                      <a:pt x="910" y="3038"/>
                    </a:cubicBezTo>
                    <a:lnTo>
                      <a:pt x="631" y="3038"/>
                    </a:lnTo>
                    <a:cubicBezTo>
                      <a:pt x="283" y="3038"/>
                      <a:pt x="0" y="3321"/>
                      <a:pt x="0" y="3668"/>
                    </a:cubicBezTo>
                    <a:lnTo>
                      <a:pt x="0" y="4136"/>
                    </a:lnTo>
                    <a:cubicBezTo>
                      <a:pt x="0" y="4483"/>
                      <a:pt x="283" y="4766"/>
                      <a:pt x="631" y="4766"/>
                    </a:cubicBezTo>
                    <a:lnTo>
                      <a:pt x="910" y="4766"/>
                    </a:lnTo>
                    <a:cubicBezTo>
                      <a:pt x="980" y="4766"/>
                      <a:pt x="1090" y="4851"/>
                      <a:pt x="1137" y="4972"/>
                    </a:cubicBezTo>
                    <a:cubicBezTo>
                      <a:pt x="1154" y="5015"/>
                      <a:pt x="1172" y="5058"/>
                      <a:pt x="1190" y="5100"/>
                    </a:cubicBezTo>
                    <a:cubicBezTo>
                      <a:pt x="1243" y="5219"/>
                      <a:pt x="1225" y="5357"/>
                      <a:pt x="1175" y="5406"/>
                    </a:cubicBezTo>
                    <a:lnTo>
                      <a:pt x="978" y="5604"/>
                    </a:lnTo>
                    <a:cubicBezTo>
                      <a:pt x="732" y="5850"/>
                      <a:pt x="732" y="6250"/>
                      <a:pt x="978" y="6496"/>
                    </a:cubicBezTo>
                    <a:lnTo>
                      <a:pt x="1308" y="6826"/>
                    </a:lnTo>
                    <a:cubicBezTo>
                      <a:pt x="1427" y="6945"/>
                      <a:pt x="1586" y="7011"/>
                      <a:pt x="1754" y="7011"/>
                    </a:cubicBezTo>
                    <a:cubicBezTo>
                      <a:pt x="1922" y="7011"/>
                      <a:pt x="2081" y="6945"/>
                      <a:pt x="2200" y="6826"/>
                    </a:cubicBezTo>
                    <a:lnTo>
                      <a:pt x="2398" y="6628"/>
                    </a:lnTo>
                    <a:cubicBezTo>
                      <a:pt x="2427" y="6599"/>
                      <a:pt x="2484" y="6582"/>
                      <a:pt x="2550" y="6582"/>
                    </a:cubicBezTo>
                    <a:cubicBezTo>
                      <a:pt x="2602" y="6582"/>
                      <a:pt x="2657" y="6593"/>
                      <a:pt x="2704" y="6614"/>
                    </a:cubicBezTo>
                    <a:cubicBezTo>
                      <a:pt x="2745" y="6632"/>
                      <a:pt x="2788" y="6650"/>
                      <a:pt x="2831" y="6667"/>
                    </a:cubicBezTo>
                    <a:cubicBezTo>
                      <a:pt x="2953" y="6714"/>
                      <a:pt x="3038" y="6824"/>
                      <a:pt x="3038" y="6894"/>
                    </a:cubicBezTo>
                    <a:lnTo>
                      <a:pt x="3038" y="7173"/>
                    </a:lnTo>
                    <a:cubicBezTo>
                      <a:pt x="3038" y="7521"/>
                      <a:pt x="3321" y="7804"/>
                      <a:pt x="3668" y="7804"/>
                    </a:cubicBezTo>
                    <a:lnTo>
                      <a:pt x="4136" y="7804"/>
                    </a:lnTo>
                    <a:cubicBezTo>
                      <a:pt x="4483" y="7804"/>
                      <a:pt x="4766" y="7521"/>
                      <a:pt x="4766" y="7173"/>
                    </a:cubicBezTo>
                    <a:lnTo>
                      <a:pt x="4766" y="6894"/>
                    </a:lnTo>
                    <a:cubicBezTo>
                      <a:pt x="4766" y="6824"/>
                      <a:pt x="4851" y="6714"/>
                      <a:pt x="4972" y="6667"/>
                    </a:cubicBezTo>
                    <a:cubicBezTo>
                      <a:pt x="5015" y="6650"/>
                      <a:pt x="5058" y="6632"/>
                      <a:pt x="5100" y="6614"/>
                    </a:cubicBezTo>
                    <a:cubicBezTo>
                      <a:pt x="5146" y="6593"/>
                      <a:pt x="5201" y="6582"/>
                      <a:pt x="5254" y="6582"/>
                    </a:cubicBezTo>
                    <a:cubicBezTo>
                      <a:pt x="5319" y="6582"/>
                      <a:pt x="5377" y="6600"/>
                      <a:pt x="5406" y="6629"/>
                    </a:cubicBezTo>
                    <a:lnTo>
                      <a:pt x="5604" y="6826"/>
                    </a:lnTo>
                    <a:cubicBezTo>
                      <a:pt x="5723" y="6945"/>
                      <a:pt x="5882" y="7011"/>
                      <a:pt x="6050" y="7011"/>
                    </a:cubicBezTo>
                    <a:cubicBezTo>
                      <a:pt x="6068" y="7011"/>
                      <a:pt x="6087" y="7010"/>
                      <a:pt x="6105" y="7009"/>
                    </a:cubicBezTo>
                    <a:cubicBezTo>
                      <a:pt x="6335" y="6989"/>
                      <a:pt x="6538" y="6785"/>
                      <a:pt x="6647" y="6675"/>
                    </a:cubicBezTo>
                    <a:lnTo>
                      <a:pt x="6661" y="6661"/>
                    </a:lnTo>
                    <a:lnTo>
                      <a:pt x="6826" y="6496"/>
                    </a:lnTo>
                    <a:cubicBezTo>
                      <a:pt x="7072" y="6250"/>
                      <a:pt x="7072" y="5850"/>
                      <a:pt x="6826" y="5604"/>
                    </a:cubicBezTo>
                    <a:lnTo>
                      <a:pt x="6629" y="5406"/>
                    </a:lnTo>
                    <a:cubicBezTo>
                      <a:pt x="6579" y="5357"/>
                      <a:pt x="6561" y="5219"/>
                      <a:pt x="6614" y="5100"/>
                    </a:cubicBezTo>
                    <a:cubicBezTo>
                      <a:pt x="6632" y="5058"/>
                      <a:pt x="6650" y="5015"/>
                      <a:pt x="6667" y="4972"/>
                    </a:cubicBezTo>
                    <a:cubicBezTo>
                      <a:pt x="6714" y="4851"/>
                      <a:pt x="6824" y="4766"/>
                      <a:pt x="6894" y="4766"/>
                    </a:cubicBezTo>
                    <a:lnTo>
                      <a:pt x="7173" y="4766"/>
                    </a:lnTo>
                    <a:cubicBezTo>
                      <a:pt x="7521" y="4766"/>
                      <a:pt x="7804" y="4483"/>
                      <a:pt x="7804" y="4135"/>
                    </a:cubicBezTo>
                    <a:lnTo>
                      <a:pt x="7804" y="3668"/>
                    </a:lnTo>
                    <a:cubicBezTo>
                      <a:pt x="7804" y="3321"/>
                      <a:pt x="7521" y="3038"/>
                      <a:pt x="7173" y="3038"/>
                    </a:cubicBezTo>
                    <a:close/>
                    <a:moveTo>
                      <a:pt x="5608" y="3902"/>
                    </a:moveTo>
                    <a:cubicBezTo>
                      <a:pt x="5608" y="4843"/>
                      <a:pt x="4843" y="5608"/>
                      <a:pt x="3902" y="5608"/>
                    </a:cubicBezTo>
                    <a:cubicBezTo>
                      <a:pt x="2961" y="5608"/>
                      <a:pt x="2196" y="4843"/>
                      <a:pt x="2196" y="3902"/>
                    </a:cubicBezTo>
                    <a:cubicBezTo>
                      <a:pt x="2196" y="2961"/>
                      <a:pt x="2961" y="2196"/>
                      <a:pt x="3902" y="2196"/>
                    </a:cubicBezTo>
                    <a:cubicBezTo>
                      <a:pt x="4843" y="2196"/>
                      <a:pt x="5608" y="2961"/>
                      <a:pt x="5608" y="3902"/>
                    </a:cubicBezTo>
                    <a:close/>
                  </a:path>
                </a:pathLst>
              </a:custGeom>
              <a:solidFill>
                <a:schemeClr val="accent1"/>
              </a:solidFill>
              <a:ln w="12700" cap="rnd">
                <a:noFill/>
                <a:prstDash val="solid"/>
                <a:round/>
                <a:headEnd/>
                <a:tailE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rmAutofit fontScale="77500" lnSpcReduction="20000"/>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354"/>
                <a:endParaRPr lang="zh-CN" altLang="en-US" sz="2000" b="1" dirty="0">
                  <a:solidFill>
                    <a:schemeClr val="bg1"/>
                  </a:solidFill>
                  <a:cs typeface="+mn-ea"/>
                  <a:sym typeface="+mn-lt"/>
                </a:endParaRPr>
              </a:p>
            </p:txBody>
          </p:sp>
        </p:grpSp>
        <p:grpSp>
          <p:nvGrpSpPr>
            <p:cNvPr id="8" name="组合 7">
              <a:extLst>
                <a:ext uri="{FF2B5EF4-FFF2-40B4-BE49-F238E27FC236}">
                  <a16:creationId xmlns:a16="http://schemas.microsoft.com/office/drawing/2014/main" id="{BC666F5F-AAE9-4A37-A1D1-E7EFBE889536}"/>
                </a:ext>
              </a:extLst>
            </p:cNvPr>
            <p:cNvGrpSpPr/>
            <p:nvPr/>
          </p:nvGrpSpPr>
          <p:grpSpPr>
            <a:xfrm>
              <a:off x="7365051" y="3327399"/>
              <a:ext cx="609600" cy="609600"/>
              <a:chOff x="7365051" y="3327399"/>
              <a:chExt cx="609600" cy="609600"/>
            </a:xfrm>
          </p:grpSpPr>
          <p:sp>
            <p:nvSpPr>
              <p:cNvPr id="28" name="椭圆 27">
                <a:extLst>
                  <a:ext uri="{FF2B5EF4-FFF2-40B4-BE49-F238E27FC236}">
                    <a16:creationId xmlns:a16="http://schemas.microsoft.com/office/drawing/2014/main" id="{5FE01AA8-12BF-4984-A995-A3837DC14F6A}"/>
                  </a:ext>
                </a:extLst>
              </p:cNvPr>
              <p:cNvSpPr/>
              <p:nvPr/>
            </p:nvSpPr>
            <p:spPr>
              <a:xfrm>
                <a:off x="7365051" y="3327399"/>
                <a:ext cx="609600" cy="609600"/>
              </a:xfrm>
              <a:prstGeom prst="ellipse">
                <a:avLst/>
              </a:prstGeom>
              <a:solidFill>
                <a:schemeClr val="bg1"/>
              </a:solidFill>
              <a:ln w="12700" cap="rnd">
                <a:solidFill>
                  <a:schemeClr val="accent1"/>
                </a:solidFill>
                <a:prstDash val="solid"/>
                <a:round/>
                <a:headEnd/>
                <a:tailE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rmAutofit/>
              </a:bodyPr>
              <a:lstStyle/>
              <a:p>
                <a:pPr algn="ctr" defTabSz="914354"/>
                <a:endParaRPr lang="zh-CN" altLang="en-US" sz="2000" b="1" dirty="0">
                  <a:solidFill>
                    <a:schemeClr val="bg1"/>
                  </a:solidFill>
                  <a:cs typeface="+mn-ea"/>
                  <a:sym typeface="+mn-lt"/>
                </a:endParaRPr>
              </a:p>
            </p:txBody>
          </p:sp>
          <p:sp>
            <p:nvSpPr>
              <p:cNvPr id="29" name="任意多边形: 形状 28">
                <a:extLst>
                  <a:ext uri="{FF2B5EF4-FFF2-40B4-BE49-F238E27FC236}">
                    <a16:creationId xmlns:a16="http://schemas.microsoft.com/office/drawing/2014/main" id="{B7DC98E0-D9D2-46AA-A27E-F4483DBDF521}"/>
                  </a:ext>
                </a:extLst>
              </p:cNvPr>
              <p:cNvSpPr/>
              <p:nvPr/>
            </p:nvSpPr>
            <p:spPr>
              <a:xfrm>
                <a:off x="7520398" y="3482972"/>
                <a:ext cx="298906" cy="298454"/>
              </a:xfrm>
              <a:custGeom>
                <a:avLst/>
                <a:gdLst>
                  <a:gd name="T0" fmla="*/ 6894 w 7804"/>
                  <a:gd name="T1" fmla="*/ 3038 h 7804"/>
                  <a:gd name="T2" fmla="*/ 6614 w 7804"/>
                  <a:gd name="T3" fmla="*/ 2704 h 7804"/>
                  <a:gd name="T4" fmla="*/ 6826 w 7804"/>
                  <a:gd name="T5" fmla="*/ 2200 h 7804"/>
                  <a:gd name="T6" fmla="*/ 6496 w 7804"/>
                  <a:gd name="T7" fmla="*/ 978 h 7804"/>
                  <a:gd name="T8" fmla="*/ 5604 w 7804"/>
                  <a:gd name="T9" fmla="*/ 978 h 7804"/>
                  <a:gd name="T10" fmla="*/ 5254 w 7804"/>
                  <a:gd name="T11" fmla="*/ 1222 h 7804"/>
                  <a:gd name="T12" fmla="*/ 4973 w 7804"/>
                  <a:gd name="T13" fmla="*/ 1137 h 7804"/>
                  <a:gd name="T14" fmla="*/ 4766 w 7804"/>
                  <a:gd name="T15" fmla="*/ 631 h 7804"/>
                  <a:gd name="T16" fmla="*/ 3668 w 7804"/>
                  <a:gd name="T17" fmla="*/ 0 h 7804"/>
                  <a:gd name="T18" fmla="*/ 3038 w 7804"/>
                  <a:gd name="T19" fmla="*/ 910 h 7804"/>
                  <a:gd name="T20" fmla="*/ 2704 w 7804"/>
                  <a:gd name="T21" fmla="*/ 1190 h 7804"/>
                  <a:gd name="T22" fmla="*/ 2398 w 7804"/>
                  <a:gd name="T23" fmla="*/ 1175 h 7804"/>
                  <a:gd name="T24" fmla="*/ 1754 w 7804"/>
                  <a:gd name="T25" fmla="*/ 793 h 7804"/>
                  <a:gd name="T26" fmla="*/ 978 w 7804"/>
                  <a:gd name="T27" fmla="*/ 1308 h 7804"/>
                  <a:gd name="T28" fmla="*/ 1175 w 7804"/>
                  <a:gd name="T29" fmla="*/ 2398 h 7804"/>
                  <a:gd name="T30" fmla="*/ 1137 w 7804"/>
                  <a:gd name="T31" fmla="*/ 2831 h 7804"/>
                  <a:gd name="T32" fmla="*/ 631 w 7804"/>
                  <a:gd name="T33" fmla="*/ 3038 h 7804"/>
                  <a:gd name="T34" fmla="*/ 0 w 7804"/>
                  <a:gd name="T35" fmla="*/ 4136 h 7804"/>
                  <a:gd name="T36" fmla="*/ 910 w 7804"/>
                  <a:gd name="T37" fmla="*/ 4766 h 7804"/>
                  <a:gd name="T38" fmla="*/ 1190 w 7804"/>
                  <a:gd name="T39" fmla="*/ 5100 h 7804"/>
                  <a:gd name="T40" fmla="*/ 978 w 7804"/>
                  <a:gd name="T41" fmla="*/ 5604 h 7804"/>
                  <a:gd name="T42" fmla="*/ 1308 w 7804"/>
                  <a:gd name="T43" fmla="*/ 6826 h 7804"/>
                  <a:gd name="T44" fmla="*/ 2200 w 7804"/>
                  <a:gd name="T45" fmla="*/ 6826 h 7804"/>
                  <a:gd name="T46" fmla="*/ 2550 w 7804"/>
                  <a:gd name="T47" fmla="*/ 6582 h 7804"/>
                  <a:gd name="T48" fmla="*/ 2831 w 7804"/>
                  <a:gd name="T49" fmla="*/ 6667 h 7804"/>
                  <a:gd name="T50" fmla="*/ 3038 w 7804"/>
                  <a:gd name="T51" fmla="*/ 7173 h 7804"/>
                  <a:gd name="T52" fmla="*/ 4136 w 7804"/>
                  <a:gd name="T53" fmla="*/ 7804 h 7804"/>
                  <a:gd name="T54" fmla="*/ 4766 w 7804"/>
                  <a:gd name="T55" fmla="*/ 6894 h 7804"/>
                  <a:gd name="T56" fmla="*/ 5100 w 7804"/>
                  <a:gd name="T57" fmla="*/ 6614 h 7804"/>
                  <a:gd name="T58" fmla="*/ 5406 w 7804"/>
                  <a:gd name="T59" fmla="*/ 6629 h 7804"/>
                  <a:gd name="T60" fmla="*/ 6050 w 7804"/>
                  <a:gd name="T61" fmla="*/ 7011 h 7804"/>
                  <a:gd name="T62" fmla="*/ 6647 w 7804"/>
                  <a:gd name="T63" fmla="*/ 6675 h 7804"/>
                  <a:gd name="T64" fmla="*/ 6826 w 7804"/>
                  <a:gd name="T65" fmla="*/ 6496 h 7804"/>
                  <a:gd name="T66" fmla="*/ 6629 w 7804"/>
                  <a:gd name="T67" fmla="*/ 5406 h 7804"/>
                  <a:gd name="T68" fmla="*/ 6667 w 7804"/>
                  <a:gd name="T69" fmla="*/ 4972 h 7804"/>
                  <a:gd name="T70" fmla="*/ 7173 w 7804"/>
                  <a:gd name="T71" fmla="*/ 4766 h 7804"/>
                  <a:gd name="T72" fmla="*/ 7804 w 7804"/>
                  <a:gd name="T73" fmla="*/ 3668 h 7804"/>
                  <a:gd name="T74" fmla="*/ 5608 w 7804"/>
                  <a:gd name="T75" fmla="*/ 3902 h 7804"/>
                  <a:gd name="T76" fmla="*/ 2196 w 7804"/>
                  <a:gd name="T77" fmla="*/ 3902 h 7804"/>
                  <a:gd name="T78" fmla="*/ 5608 w 7804"/>
                  <a:gd name="T79" fmla="*/ 3902 h 78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7804" h="7804">
                    <a:moveTo>
                      <a:pt x="7173" y="3038"/>
                    </a:moveTo>
                    <a:lnTo>
                      <a:pt x="6894" y="3038"/>
                    </a:lnTo>
                    <a:cubicBezTo>
                      <a:pt x="6824" y="3038"/>
                      <a:pt x="6714" y="2953"/>
                      <a:pt x="6667" y="2831"/>
                    </a:cubicBezTo>
                    <a:cubicBezTo>
                      <a:pt x="6650" y="2789"/>
                      <a:pt x="6632" y="2746"/>
                      <a:pt x="6614" y="2704"/>
                    </a:cubicBezTo>
                    <a:cubicBezTo>
                      <a:pt x="6561" y="2585"/>
                      <a:pt x="6579" y="2447"/>
                      <a:pt x="6629" y="2398"/>
                    </a:cubicBezTo>
                    <a:lnTo>
                      <a:pt x="6826" y="2200"/>
                    </a:lnTo>
                    <a:cubicBezTo>
                      <a:pt x="7072" y="1954"/>
                      <a:pt x="7072" y="1554"/>
                      <a:pt x="6826" y="1308"/>
                    </a:cubicBezTo>
                    <a:lnTo>
                      <a:pt x="6496" y="978"/>
                    </a:lnTo>
                    <a:cubicBezTo>
                      <a:pt x="6377" y="859"/>
                      <a:pt x="6218" y="793"/>
                      <a:pt x="6050" y="793"/>
                    </a:cubicBezTo>
                    <a:cubicBezTo>
                      <a:pt x="5882" y="793"/>
                      <a:pt x="5723" y="859"/>
                      <a:pt x="5604" y="978"/>
                    </a:cubicBezTo>
                    <a:lnTo>
                      <a:pt x="5406" y="1176"/>
                    </a:lnTo>
                    <a:cubicBezTo>
                      <a:pt x="5378" y="1204"/>
                      <a:pt x="5319" y="1222"/>
                      <a:pt x="5254" y="1222"/>
                    </a:cubicBezTo>
                    <a:cubicBezTo>
                      <a:pt x="5201" y="1222"/>
                      <a:pt x="5147" y="1211"/>
                      <a:pt x="5100" y="1190"/>
                    </a:cubicBezTo>
                    <a:cubicBezTo>
                      <a:pt x="5058" y="1172"/>
                      <a:pt x="5015" y="1154"/>
                      <a:pt x="4973" y="1137"/>
                    </a:cubicBezTo>
                    <a:cubicBezTo>
                      <a:pt x="4851" y="1090"/>
                      <a:pt x="4766" y="980"/>
                      <a:pt x="4766" y="910"/>
                    </a:cubicBezTo>
                    <a:lnTo>
                      <a:pt x="4766" y="631"/>
                    </a:lnTo>
                    <a:cubicBezTo>
                      <a:pt x="4766" y="283"/>
                      <a:pt x="4483" y="0"/>
                      <a:pt x="4136" y="0"/>
                    </a:cubicBezTo>
                    <a:lnTo>
                      <a:pt x="3668" y="0"/>
                    </a:lnTo>
                    <a:cubicBezTo>
                      <a:pt x="3321" y="0"/>
                      <a:pt x="3038" y="283"/>
                      <a:pt x="3038" y="631"/>
                    </a:cubicBezTo>
                    <a:lnTo>
                      <a:pt x="3038" y="910"/>
                    </a:lnTo>
                    <a:cubicBezTo>
                      <a:pt x="3038" y="980"/>
                      <a:pt x="2953" y="1090"/>
                      <a:pt x="2831" y="1137"/>
                    </a:cubicBezTo>
                    <a:cubicBezTo>
                      <a:pt x="2789" y="1154"/>
                      <a:pt x="2746" y="1172"/>
                      <a:pt x="2704" y="1190"/>
                    </a:cubicBezTo>
                    <a:cubicBezTo>
                      <a:pt x="2657" y="1211"/>
                      <a:pt x="2603" y="1222"/>
                      <a:pt x="2550" y="1222"/>
                    </a:cubicBezTo>
                    <a:cubicBezTo>
                      <a:pt x="2485" y="1222"/>
                      <a:pt x="2426" y="1204"/>
                      <a:pt x="2398" y="1175"/>
                    </a:cubicBezTo>
                    <a:lnTo>
                      <a:pt x="2200" y="978"/>
                    </a:lnTo>
                    <a:cubicBezTo>
                      <a:pt x="2081" y="859"/>
                      <a:pt x="1922" y="793"/>
                      <a:pt x="1754" y="793"/>
                    </a:cubicBezTo>
                    <a:cubicBezTo>
                      <a:pt x="1585" y="793"/>
                      <a:pt x="1427" y="859"/>
                      <a:pt x="1308" y="978"/>
                    </a:cubicBezTo>
                    <a:lnTo>
                      <a:pt x="978" y="1308"/>
                    </a:lnTo>
                    <a:cubicBezTo>
                      <a:pt x="732" y="1554"/>
                      <a:pt x="732" y="1954"/>
                      <a:pt x="978" y="2200"/>
                    </a:cubicBezTo>
                    <a:lnTo>
                      <a:pt x="1175" y="2398"/>
                    </a:lnTo>
                    <a:cubicBezTo>
                      <a:pt x="1225" y="2447"/>
                      <a:pt x="1243" y="2585"/>
                      <a:pt x="1190" y="2704"/>
                    </a:cubicBezTo>
                    <a:cubicBezTo>
                      <a:pt x="1172" y="2746"/>
                      <a:pt x="1154" y="2789"/>
                      <a:pt x="1137" y="2831"/>
                    </a:cubicBezTo>
                    <a:cubicBezTo>
                      <a:pt x="1090" y="2953"/>
                      <a:pt x="980" y="3038"/>
                      <a:pt x="910" y="3038"/>
                    </a:cubicBezTo>
                    <a:lnTo>
                      <a:pt x="631" y="3038"/>
                    </a:lnTo>
                    <a:cubicBezTo>
                      <a:pt x="283" y="3038"/>
                      <a:pt x="0" y="3321"/>
                      <a:pt x="0" y="3668"/>
                    </a:cubicBezTo>
                    <a:lnTo>
                      <a:pt x="0" y="4136"/>
                    </a:lnTo>
                    <a:cubicBezTo>
                      <a:pt x="0" y="4483"/>
                      <a:pt x="283" y="4766"/>
                      <a:pt x="631" y="4766"/>
                    </a:cubicBezTo>
                    <a:lnTo>
                      <a:pt x="910" y="4766"/>
                    </a:lnTo>
                    <a:cubicBezTo>
                      <a:pt x="980" y="4766"/>
                      <a:pt x="1090" y="4851"/>
                      <a:pt x="1137" y="4972"/>
                    </a:cubicBezTo>
                    <a:cubicBezTo>
                      <a:pt x="1154" y="5015"/>
                      <a:pt x="1172" y="5058"/>
                      <a:pt x="1190" y="5100"/>
                    </a:cubicBezTo>
                    <a:cubicBezTo>
                      <a:pt x="1243" y="5219"/>
                      <a:pt x="1225" y="5357"/>
                      <a:pt x="1175" y="5406"/>
                    </a:cubicBezTo>
                    <a:lnTo>
                      <a:pt x="978" y="5604"/>
                    </a:lnTo>
                    <a:cubicBezTo>
                      <a:pt x="732" y="5850"/>
                      <a:pt x="732" y="6250"/>
                      <a:pt x="978" y="6496"/>
                    </a:cubicBezTo>
                    <a:lnTo>
                      <a:pt x="1308" y="6826"/>
                    </a:lnTo>
                    <a:cubicBezTo>
                      <a:pt x="1427" y="6945"/>
                      <a:pt x="1586" y="7011"/>
                      <a:pt x="1754" y="7011"/>
                    </a:cubicBezTo>
                    <a:cubicBezTo>
                      <a:pt x="1922" y="7011"/>
                      <a:pt x="2081" y="6945"/>
                      <a:pt x="2200" y="6826"/>
                    </a:cubicBezTo>
                    <a:lnTo>
                      <a:pt x="2398" y="6628"/>
                    </a:lnTo>
                    <a:cubicBezTo>
                      <a:pt x="2427" y="6599"/>
                      <a:pt x="2484" y="6582"/>
                      <a:pt x="2550" y="6582"/>
                    </a:cubicBezTo>
                    <a:cubicBezTo>
                      <a:pt x="2602" y="6582"/>
                      <a:pt x="2657" y="6593"/>
                      <a:pt x="2704" y="6614"/>
                    </a:cubicBezTo>
                    <a:cubicBezTo>
                      <a:pt x="2745" y="6632"/>
                      <a:pt x="2788" y="6650"/>
                      <a:pt x="2831" y="6667"/>
                    </a:cubicBezTo>
                    <a:cubicBezTo>
                      <a:pt x="2953" y="6714"/>
                      <a:pt x="3038" y="6824"/>
                      <a:pt x="3038" y="6894"/>
                    </a:cubicBezTo>
                    <a:lnTo>
                      <a:pt x="3038" y="7173"/>
                    </a:lnTo>
                    <a:cubicBezTo>
                      <a:pt x="3038" y="7521"/>
                      <a:pt x="3321" y="7804"/>
                      <a:pt x="3668" y="7804"/>
                    </a:cubicBezTo>
                    <a:lnTo>
                      <a:pt x="4136" y="7804"/>
                    </a:lnTo>
                    <a:cubicBezTo>
                      <a:pt x="4483" y="7804"/>
                      <a:pt x="4766" y="7521"/>
                      <a:pt x="4766" y="7173"/>
                    </a:cubicBezTo>
                    <a:lnTo>
                      <a:pt x="4766" y="6894"/>
                    </a:lnTo>
                    <a:cubicBezTo>
                      <a:pt x="4766" y="6824"/>
                      <a:pt x="4851" y="6714"/>
                      <a:pt x="4972" y="6667"/>
                    </a:cubicBezTo>
                    <a:cubicBezTo>
                      <a:pt x="5015" y="6650"/>
                      <a:pt x="5058" y="6632"/>
                      <a:pt x="5100" y="6614"/>
                    </a:cubicBezTo>
                    <a:cubicBezTo>
                      <a:pt x="5146" y="6593"/>
                      <a:pt x="5201" y="6582"/>
                      <a:pt x="5254" y="6582"/>
                    </a:cubicBezTo>
                    <a:cubicBezTo>
                      <a:pt x="5319" y="6582"/>
                      <a:pt x="5377" y="6600"/>
                      <a:pt x="5406" y="6629"/>
                    </a:cubicBezTo>
                    <a:lnTo>
                      <a:pt x="5604" y="6826"/>
                    </a:lnTo>
                    <a:cubicBezTo>
                      <a:pt x="5723" y="6945"/>
                      <a:pt x="5882" y="7011"/>
                      <a:pt x="6050" y="7011"/>
                    </a:cubicBezTo>
                    <a:cubicBezTo>
                      <a:pt x="6068" y="7011"/>
                      <a:pt x="6087" y="7010"/>
                      <a:pt x="6105" y="7009"/>
                    </a:cubicBezTo>
                    <a:cubicBezTo>
                      <a:pt x="6335" y="6989"/>
                      <a:pt x="6538" y="6785"/>
                      <a:pt x="6647" y="6675"/>
                    </a:cubicBezTo>
                    <a:lnTo>
                      <a:pt x="6661" y="6661"/>
                    </a:lnTo>
                    <a:lnTo>
                      <a:pt x="6826" y="6496"/>
                    </a:lnTo>
                    <a:cubicBezTo>
                      <a:pt x="7072" y="6250"/>
                      <a:pt x="7072" y="5850"/>
                      <a:pt x="6826" y="5604"/>
                    </a:cubicBezTo>
                    <a:lnTo>
                      <a:pt x="6629" y="5406"/>
                    </a:lnTo>
                    <a:cubicBezTo>
                      <a:pt x="6579" y="5357"/>
                      <a:pt x="6561" y="5219"/>
                      <a:pt x="6614" y="5100"/>
                    </a:cubicBezTo>
                    <a:cubicBezTo>
                      <a:pt x="6632" y="5058"/>
                      <a:pt x="6650" y="5015"/>
                      <a:pt x="6667" y="4972"/>
                    </a:cubicBezTo>
                    <a:cubicBezTo>
                      <a:pt x="6714" y="4851"/>
                      <a:pt x="6824" y="4766"/>
                      <a:pt x="6894" y="4766"/>
                    </a:cubicBezTo>
                    <a:lnTo>
                      <a:pt x="7173" y="4766"/>
                    </a:lnTo>
                    <a:cubicBezTo>
                      <a:pt x="7521" y="4766"/>
                      <a:pt x="7804" y="4483"/>
                      <a:pt x="7804" y="4135"/>
                    </a:cubicBezTo>
                    <a:lnTo>
                      <a:pt x="7804" y="3668"/>
                    </a:lnTo>
                    <a:cubicBezTo>
                      <a:pt x="7804" y="3321"/>
                      <a:pt x="7521" y="3038"/>
                      <a:pt x="7173" y="3038"/>
                    </a:cubicBezTo>
                    <a:close/>
                    <a:moveTo>
                      <a:pt x="5608" y="3902"/>
                    </a:moveTo>
                    <a:cubicBezTo>
                      <a:pt x="5608" y="4843"/>
                      <a:pt x="4843" y="5608"/>
                      <a:pt x="3902" y="5608"/>
                    </a:cubicBezTo>
                    <a:cubicBezTo>
                      <a:pt x="2961" y="5608"/>
                      <a:pt x="2196" y="4843"/>
                      <a:pt x="2196" y="3902"/>
                    </a:cubicBezTo>
                    <a:cubicBezTo>
                      <a:pt x="2196" y="2961"/>
                      <a:pt x="2961" y="2196"/>
                      <a:pt x="3902" y="2196"/>
                    </a:cubicBezTo>
                    <a:cubicBezTo>
                      <a:pt x="4843" y="2196"/>
                      <a:pt x="5608" y="2961"/>
                      <a:pt x="5608" y="3902"/>
                    </a:cubicBezTo>
                    <a:close/>
                  </a:path>
                </a:pathLst>
              </a:custGeom>
              <a:solidFill>
                <a:schemeClr val="accent1"/>
              </a:solidFill>
              <a:ln w="12700" cap="rnd">
                <a:noFill/>
                <a:prstDash val="solid"/>
                <a:round/>
                <a:headEnd/>
                <a:tailE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rmAutofit fontScale="77500" lnSpcReduction="20000"/>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354"/>
                <a:endParaRPr lang="zh-CN" altLang="en-US" sz="2000" b="1" dirty="0">
                  <a:solidFill>
                    <a:schemeClr val="bg1"/>
                  </a:solidFill>
                  <a:cs typeface="+mn-ea"/>
                  <a:sym typeface="+mn-lt"/>
                </a:endParaRPr>
              </a:p>
            </p:txBody>
          </p:sp>
        </p:grpSp>
        <p:grpSp>
          <p:nvGrpSpPr>
            <p:cNvPr id="9" name="组合 8">
              <a:extLst>
                <a:ext uri="{FF2B5EF4-FFF2-40B4-BE49-F238E27FC236}">
                  <a16:creationId xmlns:a16="http://schemas.microsoft.com/office/drawing/2014/main" id="{E0690BDD-855C-429D-96C7-40D834B867B4}"/>
                </a:ext>
              </a:extLst>
            </p:cNvPr>
            <p:cNvGrpSpPr/>
            <p:nvPr/>
          </p:nvGrpSpPr>
          <p:grpSpPr>
            <a:xfrm>
              <a:off x="5784849" y="4879939"/>
              <a:ext cx="609600" cy="609600"/>
              <a:chOff x="5784849" y="4879939"/>
              <a:chExt cx="609600" cy="609600"/>
            </a:xfrm>
          </p:grpSpPr>
          <p:sp>
            <p:nvSpPr>
              <p:cNvPr id="26" name="椭圆 25">
                <a:extLst>
                  <a:ext uri="{FF2B5EF4-FFF2-40B4-BE49-F238E27FC236}">
                    <a16:creationId xmlns:a16="http://schemas.microsoft.com/office/drawing/2014/main" id="{AD42DE7A-CFF8-4FCF-B7CB-D5E32D3AA12B}"/>
                  </a:ext>
                </a:extLst>
              </p:cNvPr>
              <p:cNvSpPr/>
              <p:nvPr/>
            </p:nvSpPr>
            <p:spPr>
              <a:xfrm>
                <a:off x="5784849" y="4879939"/>
                <a:ext cx="609600" cy="609600"/>
              </a:xfrm>
              <a:prstGeom prst="ellipse">
                <a:avLst/>
              </a:prstGeom>
              <a:solidFill>
                <a:schemeClr val="bg1"/>
              </a:solidFill>
              <a:ln w="12700" cap="rnd">
                <a:solidFill>
                  <a:schemeClr val="accent1"/>
                </a:solidFill>
                <a:prstDash val="solid"/>
                <a:round/>
                <a:headEnd/>
                <a:tailE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rmAutofit/>
              </a:bodyPr>
              <a:lstStyle/>
              <a:p>
                <a:pPr algn="ctr" defTabSz="914354"/>
                <a:endParaRPr lang="zh-CN" altLang="en-US" sz="2000" b="1" dirty="0">
                  <a:solidFill>
                    <a:schemeClr val="bg1"/>
                  </a:solidFill>
                  <a:cs typeface="+mn-ea"/>
                  <a:sym typeface="+mn-lt"/>
                </a:endParaRPr>
              </a:p>
            </p:txBody>
          </p:sp>
          <p:sp>
            <p:nvSpPr>
              <p:cNvPr id="27" name="任意多边形: 形状 26">
                <a:extLst>
                  <a:ext uri="{FF2B5EF4-FFF2-40B4-BE49-F238E27FC236}">
                    <a16:creationId xmlns:a16="http://schemas.microsoft.com/office/drawing/2014/main" id="{4EC014B5-7689-48F5-9CF6-616DCED39A0E}"/>
                  </a:ext>
                </a:extLst>
              </p:cNvPr>
              <p:cNvSpPr/>
              <p:nvPr/>
            </p:nvSpPr>
            <p:spPr>
              <a:xfrm>
                <a:off x="5940196" y="5035512"/>
                <a:ext cx="298906" cy="298454"/>
              </a:xfrm>
              <a:custGeom>
                <a:avLst/>
                <a:gdLst>
                  <a:gd name="T0" fmla="*/ 6894 w 7804"/>
                  <a:gd name="T1" fmla="*/ 3038 h 7804"/>
                  <a:gd name="T2" fmla="*/ 6614 w 7804"/>
                  <a:gd name="T3" fmla="*/ 2704 h 7804"/>
                  <a:gd name="T4" fmla="*/ 6826 w 7804"/>
                  <a:gd name="T5" fmla="*/ 2200 h 7804"/>
                  <a:gd name="T6" fmla="*/ 6496 w 7804"/>
                  <a:gd name="T7" fmla="*/ 978 h 7804"/>
                  <a:gd name="T8" fmla="*/ 5604 w 7804"/>
                  <a:gd name="T9" fmla="*/ 978 h 7804"/>
                  <a:gd name="T10" fmla="*/ 5254 w 7804"/>
                  <a:gd name="T11" fmla="*/ 1222 h 7804"/>
                  <a:gd name="T12" fmla="*/ 4973 w 7804"/>
                  <a:gd name="T13" fmla="*/ 1137 h 7804"/>
                  <a:gd name="T14" fmla="*/ 4766 w 7804"/>
                  <a:gd name="T15" fmla="*/ 631 h 7804"/>
                  <a:gd name="T16" fmla="*/ 3668 w 7804"/>
                  <a:gd name="T17" fmla="*/ 0 h 7804"/>
                  <a:gd name="T18" fmla="*/ 3038 w 7804"/>
                  <a:gd name="T19" fmla="*/ 910 h 7804"/>
                  <a:gd name="T20" fmla="*/ 2704 w 7804"/>
                  <a:gd name="T21" fmla="*/ 1190 h 7804"/>
                  <a:gd name="T22" fmla="*/ 2398 w 7804"/>
                  <a:gd name="T23" fmla="*/ 1175 h 7804"/>
                  <a:gd name="T24" fmla="*/ 1754 w 7804"/>
                  <a:gd name="T25" fmla="*/ 793 h 7804"/>
                  <a:gd name="T26" fmla="*/ 978 w 7804"/>
                  <a:gd name="T27" fmla="*/ 1308 h 7804"/>
                  <a:gd name="T28" fmla="*/ 1175 w 7804"/>
                  <a:gd name="T29" fmla="*/ 2398 h 7804"/>
                  <a:gd name="T30" fmla="*/ 1137 w 7804"/>
                  <a:gd name="T31" fmla="*/ 2831 h 7804"/>
                  <a:gd name="T32" fmla="*/ 631 w 7804"/>
                  <a:gd name="T33" fmla="*/ 3038 h 7804"/>
                  <a:gd name="T34" fmla="*/ 0 w 7804"/>
                  <a:gd name="T35" fmla="*/ 4136 h 7804"/>
                  <a:gd name="T36" fmla="*/ 910 w 7804"/>
                  <a:gd name="T37" fmla="*/ 4766 h 7804"/>
                  <a:gd name="T38" fmla="*/ 1190 w 7804"/>
                  <a:gd name="T39" fmla="*/ 5100 h 7804"/>
                  <a:gd name="T40" fmla="*/ 978 w 7804"/>
                  <a:gd name="T41" fmla="*/ 5604 h 7804"/>
                  <a:gd name="T42" fmla="*/ 1308 w 7804"/>
                  <a:gd name="T43" fmla="*/ 6826 h 7804"/>
                  <a:gd name="T44" fmla="*/ 2200 w 7804"/>
                  <a:gd name="T45" fmla="*/ 6826 h 7804"/>
                  <a:gd name="T46" fmla="*/ 2550 w 7804"/>
                  <a:gd name="T47" fmla="*/ 6582 h 7804"/>
                  <a:gd name="T48" fmla="*/ 2831 w 7804"/>
                  <a:gd name="T49" fmla="*/ 6667 h 7804"/>
                  <a:gd name="T50" fmla="*/ 3038 w 7804"/>
                  <a:gd name="T51" fmla="*/ 7173 h 7804"/>
                  <a:gd name="T52" fmla="*/ 4136 w 7804"/>
                  <a:gd name="T53" fmla="*/ 7804 h 7804"/>
                  <a:gd name="T54" fmla="*/ 4766 w 7804"/>
                  <a:gd name="T55" fmla="*/ 6894 h 7804"/>
                  <a:gd name="T56" fmla="*/ 5100 w 7804"/>
                  <a:gd name="T57" fmla="*/ 6614 h 7804"/>
                  <a:gd name="T58" fmla="*/ 5406 w 7804"/>
                  <a:gd name="T59" fmla="*/ 6629 h 7804"/>
                  <a:gd name="T60" fmla="*/ 6050 w 7804"/>
                  <a:gd name="T61" fmla="*/ 7011 h 7804"/>
                  <a:gd name="T62" fmla="*/ 6647 w 7804"/>
                  <a:gd name="T63" fmla="*/ 6675 h 7804"/>
                  <a:gd name="T64" fmla="*/ 6826 w 7804"/>
                  <a:gd name="T65" fmla="*/ 6496 h 7804"/>
                  <a:gd name="T66" fmla="*/ 6629 w 7804"/>
                  <a:gd name="T67" fmla="*/ 5406 h 7804"/>
                  <a:gd name="T68" fmla="*/ 6667 w 7804"/>
                  <a:gd name="T69" fmla="*/ 4972 h 7804"/>
                  <a:gd name="T70" fmla="*/ 7173 w 7804"/>
                  <a:gd name="T71" fmla="*/ 4766 h 7804"/>
                  <a:gd name="T72" fmla="*/ 7804 w 7804"/>
                  <a:gd name="T73" fmla="*/ 3668 h 7804"/>
                  <a:gd name="T74" fmla="*/ 5608 w 7804"/>
                  <a:gd name="T75" fmla="*/ 3902 h 7804"/>
                  <a:gd name="T76" fmla="*/ 2196 w 7804"/>
                  <a:gd name="T77" fmla="*/ 3902 h 7804"/>
                  <a:gd name="T78" fmla="*/ 5608 w 7804"/>
                  <a:gd name="T79" fmla="*/ 3902 h 78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7804" h="7804">
                    <a:moveTo>
                      <a:pt x="7173" y="3038"/>
                    </a:moveTo>
                    <a:lnTo>
                      <a:pt x="6894" y="3038"/>
                    </a:lnTo>
                    <a:cubicBezTo>
                      <a:pt x="6824" y="3038"/>
                      <a:pt x="6714" y="2953"/>
                      <a:pt x="6667" y="2831"/>
                    </a:cubicBezTo>
                    <a:cubicBezTo>
                      <a:pt x="6650" y="2789"/>
                      <a:pt x="6632" y="2746"/>
                      <a:pt x="6614" y="2704"/>
                    </a:cubicBezTo>
                    <a:cubicBezTo>
                      <a:pt x="6561" y="2585"/>
                      <a:pt x="6579" y="2447"/>
                      <a:pt x="6629" y="2398"/>
                    </a:cubicBezTo>
                    <a:lnTo>
                      <a:pt x="6826" y="2200"/>
                    </a:lnTo>
                    <a:cubicBezTo>
                      <a:pt x="7072" y="1954"/>
                      <a:pt x="7072" y="1554"/>
                      <a:pt x="6826" y="1308"/>
                    </a:cubicBezTo>
                    <a:lnTo>
                      <a:pt x="6496" y="978"/>
                    </a:lnTo>
                    <a:cubicBezTo>
                      <a:pt x="6377" y="859"/>
                      <a:pt x="6218" y="793"/>
                      <a:pt x="6050" y="793"/>
                    </a:cubicBezTo>
                    <a:cubicBezTo>
                      <a:pt x="5882" y="793"/>
                      <a:pt x="5723" y="859"/>
                      <a:pt x="5604" y="978"/>
                    </a:cubicBezTo>
                    <a:lnTo>
                      <a:pt x="5406" y="1176"/>
                    </a:lnTo>
                    <a:cubicBezTo>
                      <a:pt x="5378" y="1204"/>
                      <a:pt x="5319" y="1222"/>
                      <a:pt x="5254" y="1222"/>
                    </a:cubicBezTo>
                    <a:cubicBezTo>
                      <a:pt x="5201" y="1222"/>
                      <a:pt x="5147" y="1211"/>
                      <a:pt x="5100" y="1190"/>
                    </a:cubicBezTo>
                    <a:cubicBezTo>
                      <a:pt x="5058" y="1172"/>
                      <a:pt x="5015" y="1154"/>
                      <a:pt x="4973" y="1137"/>
                    </a:cubicBezTo>
                    <a:cubicBezTo>
                      <a:pt x="4851" y="1090"/>
                      <a:pt x="4766" y="980"/>
                      <a:pt x="4766" y="910"/>
                    </a:cubicBezTo>
                    <a:lnTo>
                      <a:pt x="4766" y="631"/>
                    </a:lnTo>
                    <a:cubicBezTo>
                      <a:pt x="4766" y="283"/>
                      <a:pt x="4483" y="0"/>
                      <a:pt x="4136" y="0"/>
                    </a:cubicBezTo>
                    <a:lnTo>
                      <a:pt x="3668" y="0"/>
                    </a:lnTo>
                    <a:cubicBezTo>
                      <a:pt x="3321" y="0"/>
                      <a:pt x="3038" y="283"/>
                      <a:pt x="3038" y="631"/>
                    </a:cubicBezTo>
                    <a:lnTo>
                      <a:pt x="3038" y="910"/>
                    </a:lnTo>
                    <a:cubicBezTo>
                      <a:pt x="3038" y="980"/>
                      <a:pt x="2953" y="1090"/>
                      <a:pt x="2831" y="1137"/>
                    </a:cubicBezTo>
                    <a:cubicBezTo>
                      <a:pt x="2789" y="1154"/>
                      <a:pt x="2746" y="1172"/>
                      <a:pt x="2704" y="1190"/>
                    </a:cubicBezTo>
                    <a:cubicBezTo>
                      <a:pt x="2657" y="1211"/>
                      <a:pt x="2603" y="1222"/>
                      <a:pt x="2550" y="1222"/>
                    </a:cubicBezTo>
                    <a:cubicBezTo>
                      <a:pt x="2485" y="1222"/>
                      <a:pt x="2426" y="1204"/>
                      <a:pt x="2398" y="1175"/>
                    </a:cubicBezTo>
                    <a:lnTo>
                      <a:pt x="2200" y="978"/>
                    </a:lnTo>
                    <a:cubicBezTo>
                      <a:pt x="2081" y="859"/>
                      <a:pt x="1922" y="793"/>
                      <a:pt x="1754" y="793"/>
                    </a:cubicBezTo>
                    <a:cubicBezTo>
                      <a:pt x="1585" y="793"/>
                      <a:pt x="1427" y="859"/>
                      <a:pt x="1308" y="978"/>
                    </a:cubicBezTo>
                    <a:lnTo>
                      <a:pt x="978" y="1308"/>
                    </a:lnTo>
                    <a:cubicBezTo>
                      <a:pt x="732" y="1554"/>
                      <a:pt x="732" y="1954"/>
                      <a:pt x="978" y="2200"/>
                    </a:cubicBezTo>
                    <a:lnTo>
                      <a:pt x="1175" y="2398"/>
                    </a:lnTo>
                    <a:cubicBezTo>
                      <a:pt x="1225" y="2447"/>
                      <a:pt x="1243" y="2585"/>
                      <a:pt x="1190" y="2704"/>
                    </a:cubicBezTo>
                    <a:cubicBezTo>
                      <a:pt x="1172" y="2746"/>
                      <a:pt x="1154" y="2789"/>
                      <a:pt x="1137" y="2831"/>
                    </a:cubicBezTo>
                    <a:cubicBezTo>
                      <a:pt x="1090" y="2953"/>
                      <a:pt x="980" y="3038"/>
                      <a:pt x="910" y="3038"/>
                    </a:cubicBezTo>
                    <a:lnTo>
                      <a:pt x="631" y="3038"/>
                    </a:lnTo>
                    <a:cubicBezTo>
                      <a:pt x="283" y="3038"/>
                      <a:pt x="0" y="3321"/>
                      <a:pt x="0" y="3668"/>
                    </a:cubicBezTo>
                    <a:lnTo>
                      <a:pt x="0" y="4136"/>
                    </a:lnTo>
                    <a:cubicBezTo>
                      <a:pt x="0" y="4483"/>
                      <a:pt x="283" y="4766"/>
                      <a:pt x="631" y="4766"/>
                    </a:cubicBezTo>
                    <a:lnTo>
                      <a:pt x="910" y="4766"/>
                    </a:lnTo>
                    <a:cubicBezTo>
                      <a:pt x="980" y="4766"/>
                      <a:pt x="1090" y="4851"/>
                      <a:pt x="1137" y="4972"/>
                    </a:cubicBezTo>
                    <a:cubicBezTo>
                      <a:pt x="1154" y="5015"/>
                      <a:pt x="1172" y="5058"/>
                      <a:pt x="1190" y="5100"/>
                    </a:cubicBezTo>
                    <a:cubicBezTo>
                      <a:pt x="1243" y="5219"/>
                      <a:pt x="1225" y="5357"/>
                      <a:pt x="1175" y="5406"/>
                    </a:cubicBezTo>
                    <a:lnTo>
                      <a:pt x="978" y="5604"/>
                    </a:lnTo>
                    <a:cubicBezTo>
                      <a:pt x="732" y="5850"/>
                      <a:pt x="732" y="6250"/>
                      <a:pt x="978" y="6496"/>
                    </a:cubicBezTo>
                    <a:lnTo>
                      <a:pt x="1308" y="6826"/>
                    </a:lnTo>
                    <a:cubicBezTo>
                      <a:pt x="1427" y="6945"/>
                      <a:pt x="1586" y="7011"/>
                      <a:pt x="1754" y="7011"/>
                    </a:cubicBezTo>
                    <a:cubicBezTo>
                      <a:pt x="1922" y="7011"/>
                      <a:pt x="2081" y="6945"/>
                      <a:pt x="2200" y="6826"/>
                    </a:cubicBezTo>
                    <a:lnTo>
                      <a:pt x="2398" y="6628"/>
                    </a:lnTo>
                    <a:cubicBezTo>
                      <a:pt x="2427" y="6599"/>
                      <a:pt x="2484" y="6582"/>
                      <a:pt x="2550" y="6582"/>
                    </a:cubicBezTo>
                    <a:cubicBezTo>
                      <a:pt x="2602" y="6582"/>
                      <a:pt x="2657" y="6593"/>
                      <a:pt x="2704" y="6614"/>
                    </a:cubicBezTo>
                    <a:cubicBezTo>
                      <a:pt x="2745" y="6632"/>
                      <a:pt x="2788" y="6650"/>
                      <a:pt x="2831" y="6667"/>
                    </a:cubicBezTo>
                    <a:cubicBezTo>
                      <a:pt x="2953" y="6714"/>
                      <a:pt x="3038" y="6824"/>
                      <a:pt x="3038" y="6894"/>
                    </a:cubicBezTo>
                    <a:lnTo>
                      <a:pt x="3038" y="7173"/>
                    </a:lnTo>
                    <a:cubicBezTo>
                      <a:pt x="3038" y="7521"/>
                      <a:pt x="3321" y="7804"/>
                      <a:pt x="3668" y="7804"/>
                    </a:cubicBezTo>
                    <a:lnTo>
                      <a:pt x="4136" y="7804"/>
                    </a:lnTo>
                    <a:cubicBezTo>
                      <a:pt x="4483" y="7804"/>
                      <a:pt x="4766" y="7521"/>
                      <a:pt x="4766" y="7173"/>
                    </a:cubicBezTo>
                    <a:lnTo>
                      <a:pt x="4766" y="6894"/>
                    </a:lnTo>
                    <a:cubicBezTo>
                      <a:pt x="4766" y="6824"/>
                      <a:pt x="4851" y="6714"/>
                      <a:pt x="4972" y="6667"/>
                    </a:cubicBezTo>
                    <a:cubicBezTo>
                      <a:pt x="5015" y="6650"/>
                      <a:pt x="5058" y="6632"/>
                      <a:pt x="5100" y="6614"/>
                    </a:cubicBezTo>
                    <a:cubicBezTo>
                      <a:pt x="5146" y="6593"/>
                      <a:pt x="5201" y="6582"/>
                      <a:pt x="5254" y="6582"/>
                    </a:cubicBezTo>
                    <a:cubicBezTo>
                      <a:pt x="5319" y="6582"/>
                      <a:pt x="5377" y="6600"/>
                      <a:pt x="5406" y="6629"/>
                    </a:cubicBezTo>
                    <a:lnTo>
                      <a:pt x="5604" y="6826"/>
                    </a:lnTo>
                    <a:cubicBezTo>
                      <a:pt x="5723" y="6945"/>
                      <a:pt x="5882" y="7011"/>
                      <a:pt x="6050" y="7011"/>
                    </a:cubicBezTo>
                    <a:cubicBezTo>
                      <a:pt x="6068" y="7011"/>
                      <a:pt x="6087" y="7010"/>
                      <a:pt x="6105" y="7009"/>
                    </a:cubicBezTo>
                    <a:cubicBezTo>
                      <a:pt x="6335" y="6989"/>
                      <a:pt x="6538" y="6785"/>
                      <a:pt x="6647" y="6675"/>
                    </a:cubicBezTo>
                    <a:lnTo>
                      <a:pt x="6661" y="6661"/>
                    </a:lnTo>
                    <a:lnTo>
                      <a:pt x="6826" y="6496"/>
                    </a:lnTo>
                    <a:cubicBezTo>
                      <a:pt x="7072" y="6250"/>
                      <a:pt x="7072" y="5850"/>
                      <a:pt x="6826" y="5604"/>
                    </a:cubicBezTo>
                    <a:lnTo>
                      <a:pt x="6629" y="5406"/>
                    </a:lnTo>
                    <a:cubicBezTo>
                      <a:pt x="6579" y="5357"/>
                      <a:pt x="6561" y="5219"/>
                      <a:pt x="6614" y="5100"/>
                    </a:cubicBezTo>
                    <a:cubicBezTo>
                      <a:pt x="6632" y="5058"/>
                      <a:pt x="6650" y="5015"/>
                      <a:pt x="6667" y="4972"/>
                    </a:cubicBezTo>
                    <a:cubicBezTo>
                      <a:pt x="6714" y="4851"/>
                      <a:pt x="6824" y="4766"/>
                      <a:pt x="6894" y="4766"/>
                    </a:cubicBezTo>
                    <a:lnTo>
                      <a:pt x="7173" y="4766"/>
                    </a:lnTo>
                    <a:cubicBezTo>
                      <a:pt x="7521" y="4766"/>
                      <a:pt x="7804" y="4483"/>
                      <a:pt x="7804" y="4135"/>
                    </a:cubicBezTo>
                    <a:lnTo>
                      <a:pt x="7804" y="3668"/>
                    </a:lnTo>
                    <a:cubicBezTo>
                      <a:pt x="7804" y="3321"/>
                      <a:pt x="7521" y="3038"/>
                      <a:pt x="7173" y="3038"/>
                    </a:cubicBezTo>
                    <a:close/>
                    <a:moveTo>
                      <a:pt x="5608" y="3902"/>
                    </a:moveTo>
                    <a:cubicBezTo>
                      <a:pt x="5608" y="4843"/>
                      <a:pt x="4843" y="5608"/>
                      <a:pt x="3902" y="5608"/>
                    </a:cubicBezTo>
                    <a:cubicBezTo>
                      <a:pt x="2961" y="5608"/>
                      <a:pt x="2196" y="4843"/>
                      <a:pt x="2196" y="3902"/>
                    </a:cubicBezTo>
                    <a:cubicBezTo>
                      <a:pt x="2196" y="2961"/>
                      <a:pt x="2961" y="2196"/>
                      <a:pt x="3902" y="2196"/>
                    </a:cubicBezTo>
                    <a:cubicBezTo>
                      <a:pt x="4843" y="2196"/>
                      <a:pt x="5608" y="2961"/>
                      <a:pt x="5608" y="3902"/>
                    </a:cubicBezTo>
                    <a:close/>
                  </a:path>
                </a:pathLst>
              </a:custGeom>
              <a:solidFill>
                <a:schemeClr val="accent1"/>
              </a:solidFill>
              <a:ln w="12700" cap="rnd">
                <a:noFill/>
                <a:prstDash val="solid"/>
                <a:round/>
                <a:headEnd/>
                <a:tailE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rmAutofit fontScale="77500" lnSpcReduction="20000"/>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354"/>
                <a:endParaRPr lang="zh-CN" altLang="en-US" sz="2000" b="1" dirty="0">
                  <a:solidFill>
                    <a:schemeClr val="bg1"/>
                  </a:solidFill>
                  <a:cs typeface="+mn-ea"/>
                  <a:sym typeface="+mn-lt"/>
                </a:endParaRPr>
              </a:p>
            </p:txBody>
          </p:sp>
        </p:grpSp>
        <p:grpSp>
          <p:nvGrpSpPr>
            <p:cNvPr id="10" name="组合 9">
              <a:extLst>
                <a:ext uri="{FF2B5EF4-FFF2-40B4-BE49-F238E27FC236}">
                  <a16:creationId xmlns:a16="http://schemas.microsoft.com/office/drawing/2014/main" id="{B2196F73-6D85-4087-8216-C4948B7068D3}"/>
                </a:ext>
              </a:extLst>
            </p:cNvPr>
            <p:cNvGrpSpPr/>
            <p:nvPr/>
          </p:nvGrpSpPr>
          <p:grpSpPr>
            <a:xfrm>
              <a:off x="4204649" y="3327399"/>
              <a:ext cx="609600" cy="609600"/>
              <a:chOff x="4204649" y="3327399"/>
              <a:chExt cx="609600" cy="609600"/>
            </a:xfrm>
          </p:grpSpPr>
          <p:sp>
            <p:nvSpPr>
              <p:cNvPr id="24" name="椭圆 23">
                <a:extLst>
                  <a:ext uri="{FF2B5EF4-FFF2-40B4-BE49-F238E27FC236}">
                    <a16:creationId xmlns:a16="http://schemas.microsoft.com/office/drawing/2014/main" id="{BFB754AE-31DF-4C7B-901C-A46FBDAB4073}"/>
                  </a:ext>
                </a:extLst>
              </p:cNvPr>
              <p:cNvSpPr/>
              <p:nvPr/>
            </p:nvSpPr>
            <p:spPr>
              <a:xfrm>
                <a:off x="4204649" y="3327399"/>
                <a:ext cx="609600" cy="609600"/>
              </a:xfrm>
              <a:prstGeom prst="ellipse">
                <a:avLst/>
              </a:prstGeom>
              <a:solidFill>
                <a:schemeClr val="bg1"/>
              </a:solidFill>
              <a:ln w="12700" cap="rnd">
                <a:solidFill>
                  <a:schemeClr val="accent1"/>
                </a:solidFill>
                <a:prstDash val="solid"/>
                <a:round/>
                <a:headEnd/>
                <a:tailE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rmAutofit/>
              </a:bodyPr>
              <a:lstStyle/>
              <a:p>
                <a:pPr algn="ctr" defTabSz="914354"/>
                <a:endParaRPr lang="zh-CN" altLang="en-US" sz="2000" b="1" dirty="0">
                  <a:solidFill>
                    <a:schemeClr val="bg1"/>
                  </a:solidFill>
                  <a:cs typeface="+mn-ea"/>
                  <a:sym typeface="+mn-lt"/>
                </a:endParaRPr>
              </a:p>
            </p:txBody>
          </p:sp>
          <p:sp>
            <p:nvSpPr>
              <p:cNvPr id="25" name="任意多边形: 形状 24">
                <a:extLst>
                  <a:ext uri="{FF2B5EF4-FFF2-40B4-BE49-F238E27FC236}">
                    <a16:creationId xmlns:a16="http://schemas.microsoft.com/office/drawing/2014/main" id="{7641C610-A94F-484C-9F6E-8E1C8FA8E63B}"/>
                  </a:ext>
                </a:extLst>
              </p:cNvPr>
              <p:cNvSpPr/>
              <p:nvPr/>
            </p:nvSpPr>
            <p:spPr>
              <a:xfrm>
                <a:off x="4359996" y="3482972"/>
                <a:ext cx="298906" cy="298454"/>
              </a:xfrm>
              <a:custGeom>
                <a:avLst/>
                <a:gdLst>
                  <a:gd name="T0" fmla="*/ 6894 w 7804"/>
                  <a:gd name="T1" fmla="*/ 3038 h 7804"/>
                  <a:gd name="T2" fmla="*/ 6614 w 7804"/>
                  <a:gd name="T3" fmla="*/ 2704 h 7804"/>
                  <a:gd name="T4" fmla="*/ 6826 w 7804"/>
                  <a:gd name="T5" fmla="*/ 2200 h 7804"/>
                  <a:gd name="T6" fmla="*/ 6496 w 7804"/>
                  <a:gd name="T7" fmla="*/ 978 h 7804"/>
                  <a:gd name="T8" fmla="*/ 5604 w 7804"/>
                  <a:gd name="T9" fmla="*/ 978 h 7804"/>
                  <a:gd name="T10" fmla="*/ 5254 w 7804"/>
                  <a:gd name="T11" fmla="*/ 1222 h 7804"/>
                  <a:gd name="T12" fmla="*/ 4973 w 7804"/>
                  <a:gd name="T13" fmla="*/ 1137 h 7804"/>
                  <a:gd name="T14" fmla="*/ 4766 w 7804"/>
                  <a:gd name="T15" fmla="*/ 631 h 7804"/>
                  <a:gd name="T16" fmla="*/ 3668 w 7804"/>
                  <a:gd name="T17" fmla="*/ 0 h 7804"/>
                  <a:gd name="T18" fmla="*/ 3038 w 7804"/>
                  <a:gd name="T19" fmla="*/ 910 h 7804"/>
                  <a:gd name="T20" fmla="*/ 2704 w 7804"/>
                  <a:gd name="T21" fmla="*/ 1190 h 7804"/>
                  <a:gd name="T22" fmla="*/ 2398 w 7804"/>
                  <a:gd name="T23" fmla="*/ 1175 h 7804"/>
                  <a:gd name="T24" fmla="*/ 1754 w 7804"/>
                  <a:gd name="T25" fmla="*/ 793 h 7804"/>
                  <a:gd name="T26" fmla="*/ 978 w 7804"/>
                  <a:gd name="T27" fmla="*/ 1308 h 7804"/>
                  <a:gd name="T28" fmla="*/ 1175 w 7804"/>
                  <a:gd name="T29" fmla="*/ 2398 h 7804"/>
                  <a:gd name="T30" fmla="*/ 1137 w 7804"/>
                  <a:gd name="T31" fmla="*/ 2831 h 7804"/>
                  <a:gd name="T32" fmla="*/ 631 w 7804"/>
                  <a:gd name="T33" fmla="*/ 3038 h 7804"/>
                  <a:gd name="T34" fmla="*/ 0 w 7804"/>
                  <a:gd name="T35" fmla="*/ 4136 h 7804"/>
                  <a:gd name="T36" fmla="*/ 910 w 7804"/>
                  <a:gd name="T37" fmla="*/ 4766 h 7804"/>
                  <a:gd name="T38" fmla="*/ 1190 w 7804"/>
                  <a:gd name="T39" fmla="*/ 5100 h 7804"/>
                  <a:gd name="T40" fmla="*/ 978 w 7804"/>
                  <a:gd name="T41" fmla="*/ 5604 h 7804"/>
                  <a:gd name="T42" fmla="*/ 1308 w 7804"/>
                  <a:gd name="T43" fmla="*/ 6826 h 7804"/>
                  <a:gd name="T44" fmla="*/ 2200 w 7804"/>
                  <a:gd name="T45" fmla="*/ 6826 h 7804"/>
                  <a:gd name="T46" fmla="*/ 2550 w 7804"/>
                  <a:gd name="T47" fmla="*/ 6582 h 7804"/>
                  <a:gd name="T48" fmla="*/ 2831 w 7804"/>
                  <a:gd name="T49" fmla="*/ 6667 h 7804"/>
                  <a:gd name="T50" fmla="*/ 3038 w 7804"/>
                  <a:gd name="T51" fmla="*/ 7173 h 7804"/>
                  <a:gd name="T52" fmla="*/ 4136 w 7804"/>
                  <a:gd name="T53" fmla="*/ 7804 h 7804"/>
                  <a:gd name="T54" fmla="*/ 4766 w 7804"/>
                  <a:gd name="T55" fmla="*/ 6894 h 7804"/>
                  <a:gd name="T56" fmla="*/ 5100 w 7804"/>
                  <a:gd name="T57" fmla="*/ 6614 h 7804"/>
                  <a:gd name="T58" fmla="*/ 5406 w 7804"/>
                  <a:gd name="T59" fmla="*/ 6629 h 7804"/>
                  <a:gd name="T60" fmla="*/ 6050 w 7804"/>
                  <a:gd name="T61" fmla="*/ 7011 h 7804"/>
                  <a:gd name="T62" fmla="*/ 6647 w 7804"/>
                  <a:gd name="T63" fmla="*/ 6675 h 7804"/>
                  <a:gd name="T64" fmla="*/ 6826 w 7804"/>
                  <a:gd name="T65" fmla="*/ 6496 h 7804"/>
                  <a:gd name="T66" fmla="*/ 6629 w 7804"/>
                  <a:gd name="T67" fmla="*/ 5406 h 7804"/>
                  <a:gd name="T68" fmla="*/ 6667 w 7804"/>
                  <a:gd name="T69" fmla="*/ 4972 h 7804"/>
                  <a:gd name="T70" fmla="*/ 7173 w 7804"/>
                  <a:gd name="T71" fmla="*/ 4766 h 7804"/>
                  <a:gd name="T72" fmla="*/ 7804 w 7804"/>
                  <a:gd name="T73" fmla="*/ 3668 h 7804"/>
                  <a:gd name="T74" fmla="*/ 5608 w 7804"/>
                  <a:gd name="T75" fmla="*/ 3902 h 7804"/>
                  <a:gd name="T76" fmla="*/ 2196 w 7804"/>
                  <a:gd name="T77" fmla="*/ 3902 h 7804"/>
                  <a:gd name="T78" fmla="*/ 5608 w 7804"/>
                  <a:gd name="T79" fmla="*/ 3902 h 78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7804" h="7804">
                    <a:moveTo>
                      <a:pt x="7173" y="3038"/>
                    </a:moveTo>
                    <a:lnTo>
                      <a:pt x="6894" y="3038"/>
                    </a:lnTo>
                    <a:cubicBezTo>
                      <a:pt x="6824" y="3038"/>
                      <a:pt x="6714" y="2953"/>
                      <a:pt x="6667" y="2831"/>
                    </a:cubicBezTo>
                    <a:cubicBezTo>
                      <a:pt x="6650" y="2789"/>
                      <a:pt x="6632" y="2746"/>
                      <a:pt x="6614" y="2704"/>
                    </a:cubicBezTo>
                    <a:cubicBezTo>
                      <a:pt x="6561" y="2585"/>
                      <a:pt x="6579" y="2447"/>
                      <a:pt x="6629" y="2398"/>
                    </a:cubicBezTo>
                    <a:lnTo>
                      <a:pt x="6826" y="2200"/>
                    </a:lnTo>
                    <a:cubicBezTo>
                      <a:pt x="7072" y="1954"/>
                      <a:pt x="7072" y="1554"/>
                      <a:pt x="6826" y="1308"/>
                    </a:cubicBezTo>
                    <a:lnTo>
                      <a:pt x="6496" y="978"/>
                    </a:lnTo>
                    <a:cubicBezTo>
                      <a:pt x="6377" y="859"/>
                      <a:pt x="6218" y="793"/>
                      <a:pt x="6050" y="793"/>
                    </a:cubicBezTo>
                    <a:cubicBezTo>
                      <a:pt x="5882" y="793"/>
                      <a:pt x="5723" y="859"/>
                      <a:pt x="5604" y="978"/>
                    </a:cubicBezTo>
                    <a:lnTo>
                      <a:pt x="5406" y="1176"/>
                    </a:lnTo>
                    <a:cubicBezTo>
                      <a:pt x="5378" y="1204"/>
                      <a:pt x="5319" y="1222"/>
                      <a:pt x="5254" y="1222"/>
                    </a:cubicBezTo>
                    <a:cubicBezTo>
                      <a:pt x="5201" y="1222"/>
                      <a:pt x="5147" y="1211"/>
                      <a:pt x="5100" y="1190"/>
                    </a:cubicBezTo>
                    <a:cubicBezTo>
                      <a:pt x="5058" y="1172"/>
                      <a:pt x="5015" y="1154"/>
                      <a:pt x="4973" y="1137"/>
                    </a:cubicBezTo>
                    <a:cubicBezTo>
                      <a:pt x="4851" y="1090"/>
                      <a:pt x="4766" y="980"/>
                      <a:pt x="4766" y="910"/>
                    </a:cubicBezTo>
                    <a:lnTo>
                      <a:pt x="4766" y="631"/>
                    </a:lnTo>
                    <a:cubicBezTo>
                      <a:pt x="4766" y="283"/>
                      <a:pt x="4483" y="0"/>
                      <a:pt x="4136" y="0"/>
                    </a:cubicBezTo>
                    <a:lnTo>
                      <a:pt x="3668" y="0"/>
                    </a:lnTo>
                    <a:cubicBezTo>
                      <a:pt x="3321" y="0"/>
                      <a:pt x="3038" y="283"/>
                      <a:pt x="3038" y="631"/>
                    </a:cubicBezTo>
                    <a:lnTo>
                      <a:pt x="3038" y="910"/>
                    </a:lnTo>
                    <a:cubicBezTo>
                      <a:pt x="3038" y="980"/>
                      <a:pt x="2953" y="1090"/>
                      <a:pt x="2831" y="1137"/>
                    </a:cubicBezTo>
                    <a:cubicBezTo>
                      <a:pt x="2789" y="1154"/>
                      <a:pt x="2746" y="1172"/>
                      <a:pt x="2704" y="1190"/>
                    </a:cubicBezTo>
                    <a:cubicBezTo>
                      <a:pt x="2657" y="1211"/>
                      <a:pt x="2603" y="1222"/>
                      <a:pt x="2550" y="1222"/>
                    </a:cubicBezTo>
                    <a:cubicBezTo>
                      <a:pt x="2485" y="1222"/>
                      <a:pt x="2426" y="1204"/>
                      <a:pt x="2398" y="1175"/>
                    </a:cubicBezTo>
                    <a:lnTo>
                      <a:pt x="2200" y="978"/>
                    </a:lnTo>
                    <a:cubicBezTo>
                      <a:pt x="2081" y="859"/>
                      <a:pt x="1922" y="793"/>
                      <a:pt x="1754" y="793"/>
                    </a:cubicBezTo>
                    <a:cubicBezTo>
                      <a:pt x="1585" y="793"/>
                      <a:pt x="1427" y="859"/>
                      <a:pt x="1308" y="978"/>
                    </a:cubicBezTo>
                    <a:lnTo>
                      <a:pt x="978" y="1308"/>
                    </a:lnTo>
                    <a:cubicBezTo>
                      <a:pt x="732" y="1554"/>
                      <a:pt x="732" y="1954"/>
                      <a:pt x="978" y="2200"/>
                    </a:cubicBezTo>
                    <a:lnTo>
                      <a:pt x="1175" y="2398"/>
                    </a:lnTo>
                    <a:cubicBezTo>
                      <a:pt x="1225" y="2447"/>
                      <a:pt x="1243" y="2585"/>
                      <a:pt x="1190" y="2704"/>
                    </a:cubicBezTo>
                    <a:cubicBezTo>
                      <a:pt x="1172" y="2746"/>
                      <a:pt x="1154" y="2789"/>
                      <a:pt x="1137" y="2831"/>
                    </a:cubicBezTo>
                    <a:cubicBezTo>
                      <a:pt x="1090" y="2953"/>
                      <a:pt x="980" y="3038"/>
                      <a:pt x="910" y="3038"/>
                    </a:cubicBezTo>
                    <a:lnTo>
                      <a:pt x="631" y="3038"/>
                    </a:lnTo>
                    <a:cubicBezTo>
                      <a:pt x="283" y="3038"/>
                      <a:pt x="0" y="3321"/>
                      <a:pt x="0" y="3668"/>
                    </a:cubicBezTo>
                    <a:lnTo>
                      <a:pt x="0" y="4136"/>
                    </a:lnTo>
                    <a:cubicBezTo>
                      <a:pt x="0" y="4483"/>
                      <a:pt x="283" y="4766"/>
                      <a:pt x="631" y="4766"/>
                    </a:cubicBezTo>
                    <a:lnTo>
                      <a:pt x="910" y="4766"/>
                    </a:lnTo>
                    <a:cubicBezTo>
                      <a:pt x="980" y="4766"/>
                      <a:pt x="1090" y="4851"/>
                      <a:pt x="1137" y="4972"/>
                    </a:cubicBezTo>
                    <a:cubicBezTo>
                      <a:pt x="1154" y="5015"/>
                      <a:pt x="1172" y="5058"/>
                      <a:pt x="1190" y="5100"/>
                    </a:cubicBezTo>
                    <a:cubicBezTo>
                      <a:pt x="1243" y="5219"/>
                      <a:pt x="1225" y="5357"/>
                      <a:pt x="1175" y="5406"/>
                    </a:cubicBezTo>
                    <a:lnTo>
                      <a:pt x="978" y="5604"/>
                    </a:lnTo>
                    <a:cubicBezTo>
                      <a:pt x="732" y="5850"/>
                      <a:pt x="732" y="6250"/>
                      <a:pt x="978" y="6496"/>
                    </a:cubicBezTo>
                    <a:lnTo>
                      <a:pt x="1308" y="6826"/>
                    </a:lnTo>
                    <a:cubicBezTo>
                      <a:pt x="1427" y="6945"/>
                      <a:pt x="1586" y="7011"/>
                      <a:pt x="1754" y="7011"/>
                    </a:cubicBezTo>
                    <a:cubicBezTo>
                      <a:pt x="1922" y="7011"/>
                      <a:pt x="2081" y="6945"/>
                      <a:pt x="2200" y="6826"/>
                    </a:cubicBezTo>
                    <a:lnTo>
                      <a:pt x="2398" y="6628"/>
                    </a:lnTo>
                    <a:cubicBezTo>
                      <a:pt x="2427" y="6599"/>
                      <a:pt x="2484" y="6582"/>
                      <a:pt x="2550" y="6582"/>
                    </a:cubicBezTo>
                    <a:cubicBezTo>
                      <a:pt x="2602" y="6582"/>
                      <a:pt x="2657" y="6593"/>
                      <a:pt x="2704" y="6614"/>
                    </a:cubicBezTo>
                    <a:cubicBezTo>
                      <a:pt x="2745" y="6632"/>
                      <a:pt x="2788" y="6650"/>
                      <a:pt x="2831" y="6667"/>
                    </a:cubicBezTo>
                    <a:cubicBezTo>
                      <a:pt x="2953" y="6714"/>
                      <a:pt x="3038" y="6824"/>
                      <a:pt x="3038" y="6894"/>
                    </a:cubicBezTo>
                    <a:lnTo>
                      <a:pt x="3038" y="7173"/>
                    </a:lnTo>
                    <a:cubicBezTo>
                      <a:pt x="3038" y="7521"/>
                      <a:pt x="3321" y="7804"/>
                      <a:pt x="3668" y="7804"/>
                    </a:cubicBezTo>
                    <a:lnTo>
                      <a:pt x="4136" y="7804"/>
                    </a:lnTo>
                    <a:cubicBezTo>
                      <a:pt x="4483" y="7804"/>
                      <a:pt x="4766" y="7521"/>
                      <a:pt x="4766" y="7173"/>
                    </a:cubicBezTo>
                    <a:lnTo>
                      <a:pt x="4766" y="6894"/>
                    </a:lnTo>
                    <a:cubicBezTo>
                      <a:pt x="4766" y="6824"/>
                      <a:pt x="4851" y="6714"/>
                      <a:pt x="4972" y="6667"/>
                    </a:cubicBezTo>
                    <a:cubicBezTo>
                      <a:pt x="5015" y="6650"/>
                      <a:pt x="5058" y="6632"/>
                      <a:pt x="5100" y="6614"/>
                    </a:cubicBezTo>
                    <a:cubicBezTo>
                      <a:pt x="5146" y="6593"/>
                      <a:pt x="5201" y="6582"/>
                      <a:pt x="5254" y="6582"/>
                    </a:cubicBezTo>
                    <a:cubicBezTo>
                      <a:pt x="5319" y="6582"/>
                      <a:pt x="5377" y="6600"/>
                      <a:pt x="5406" y="6629"/>
                    </a:cubicBezTo>
                    <a:lnTo>
                      <a:pt x="5604" y="6826"/>
                    </a:lnTo>
                    <a:cubicBezTo>
                      <a:pt x="5723" y="6945"/>
                      <a:pt x="5882" y="7011"/>
                      <a:pt x="6050" y="7011"/>
                    </a:cubicBezTo>
                    <a:cubicBezTo>
                      <a:pt x="6068" y="7011"/>
                      <a:pt x="6087" y="7010"/>
                      <a:pt x="6105" y="7009"/>
                    </a:cubicBezTo>
                    <a:cubicBezTo>
                      <a:pt x="6335" y="6989"/>
                      <a:pt x="6538" y="6785"/>
                      <a:pt x="6647" y="6675"/>
                    </a:cubicBezTo>
                    <a:lnTo>
                      <a:pt x="6661" y="6661"/>
                    </a:lnTo>
                    <a:lnTo>
                      <a:pt x="6826" y="6496"/>
                    </a:lnTo>
                    <a:cubicBezTo>
                      <a:pt x="7072" y="6250"/>
                      <a:pt x="7072" y="5850"/>
                      <a:pt x="6826" y="5604"/>
                    </a:cubicBezTo>
                    <a:lnTo>
                      <a:pt x="6629" y="5406"/>
                    </a:lnTo>
                    <a:cubicBezTo>
                      <a:pt x="6579" y="5357"/>
                      <a:pt x="6561" y="5219"/>
                      <a:pt x="6614" y="5100"/>
                    </a:cubicBezTo>
                    <a:cubicBezTo>
                      <a:pt x="6632" y="5058"/>
                      <a:pt x="6650" y="5015"/>
                      <a:pt x="6667" y="4972"/>
                    </a:cubicBezTo>
                    <a:cubicBezTo>
                      <a:pt x="6714" y="4851"/>
                      <a:pt x="6824" y="4766"/>
                      <a:pt x="6894" y="4766"/>
                    </a:cubicBezTo>
                    <a:lnTo>
                      <a:pt x="7173" y="4766"/>
                    </a:lnTo>
                    <a:cubicBezTo>
                      <a:pt x="7521" y="4766"/>
                      <a:pt x="7804" y="4483"/>
                      <a:pt x="7804" y="4135"/>
                    </a:cubicBezTo>
                    <a:lnTo>
                      <a:pt x="7804" y="3668"/>
                    </a:lnTo>
                    <a:cubicBezTo>
                      <a:pt x="7804" y="3321"/>
                      <a:pt x="7521" y="3038"/>
                      <a:pt x="7173" y="3038"/>
                    </a:cubicBezTo>
                    <a:close/>
                    <a:moveTo>
                      <a:pt x="5608" y="3902"/>
                    </a:moveTo>
                    <a:cubicBezTo>
                      <a:pt x="5608" y="4843"/>
                      <a:pt x="4843" y="5608"/>
                      <a:pt x="3902" y="5608"/>
                    </a:cubicBezTo>
                    <a:cubicBezTo>
                      <a:pt x="2961" y="5608"/>
                      <a:pt x="2196" y="4843"/>
                      <a:pt x="2196" y="3902"/>
                    </a:cubicBezTo>
                    <a:cubicBezTo>
                      <a:pt x="2196" y="2961"/>
                      <a:pt x="2961" y="2196"/>
                      <a:pt x="3902" y="2196"/>
                    </a:cubicBezTo>
                    <a:cubicBezTo>
                      <a:pt x="4843" y="2196"/>
                      <a:pt x="5608" y="2961"/>
                      <a:pt x="5608" y="3902"/>
                    </a:cubicBezTo>
                    <a:close/>
                  </a:path>
                </a:pathLst>
              </a:custGeom>
              <a:solidFill>
                <a:schemeClr val="accent1"/>
              </a:solidFill>
              <a:ln w="12700" cap="rnd">
                <a:noFill/>
                <a:prstDash val="solid"/>
                <a:round/>
                <a:headEnd/>
                <a:tailE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rmAutofit fontScale="77500" lnSpcReduction="20000"/>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354"/>
                <a:endParaRPr lang="zh-CN" altLang="en-US" sz="2000" b="1" dirty="0">
                  <a:solidFill>
                    <a:schemeClr val="bg1"/>
                  </a:solidFill>
                  <a:cs typeface="+mn-ea"/>
                  <a:sym typeface="+mn-lt"/>
                </a:endParaRPr>
              </a:p>
            </p:txBody>
          </p:sp>
        </p:grpSp>
        <p:sp>
          <p:nvSpPr>
            <p:cNvPr id="11" name="椭圆 10">
              <a:extLst>
                <a:ext uri="{FF2B5EF4-FFF2-40B4-BE49-F238E27FC236}">
                  <a16:creationId xmlns:a16="http://schemas.microsoft.com/office/drawing/2014/main" id="{54CB7441-6D77-4EBD-872C-630284AF0965}"/>
                </a:ext>
              </a:extLst>
            </p:cNvPr>
            <p:cNvSpPr/>
            <p:nvPr/>
          </p:nvSpPr>
          <p:spPr>
            <a:xfrm>
              <a:off x="4997450" y="2540000"/>
              <a:ext cx="2184400" cy="2184400"/>
            </a:xfrm>
            <a:prstGeom prst="ellipse">
              <a:avLst/>
            </a:prstGeom>
            <a:pattFill prst="pct5">
              <a:fgClr>
                <a:srgbClr val="E4E6EA"/>
              </a:fgClr>
              <a:bgClr>
                <a:srgbClr val="ADB5BF"/>
              </a:bgClr>
            </a:pattFill>
            <a:ln w="381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defTabSz="914377"/>
              <a:endParaRPr lang="zh-CN" altLang="en-US" dirty="0">
                <a:cs typeface="+mn-ea"/>
                <a:sym typeface="+mn-lt"/>
              </a:endParaRPr>
            </a:p>
          </p:txBody>
        </p:sp>
        <p:sp>
          <p:nvSpPr>
            <p:cNvPr id="23" name="矩形 22">
              <a:extLst>
                <a:ext uri="{FF2B5EF4-FFF2-40B4-BE49-F238E27FC236}">
                  <a16:creationId xmlns:a16="http://schemas.microsoft.com/office/drawing/2014/main" id="{0B6B971F-32A2-4080-B4CD-201B2864BCED}"/>
                </a:ext>
              </a:extLst>
            </p:cNvPr>
            <p:cNvSpPr/>
            <p:nvPr/>
          </p:nvSpPr>
          <p:spPr>
            <a:xfrm>
              <a:off x="1980815" y="1405445"/>
              <a:ext cx="759209" cy="489700"/>
            </a:xfrm>
            <a:prstGeom prst="rect">
              <a:avLst/>
            </a:prstGeom>
            <a:noFill/>
            <a:ln w="3175" cap="rnd">
              <a:noFill/>
              <a:prstDash val="solid"/>
              <a:round/>
              <a:headEnd/>
              <a:tailE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r>
                <a:rPr lang="en-US" altLang="zh-CN" sz="1600" b="1" dirty="0">
                  <a:solidFill>
                    <a:schemeClr val="tx1"/>
                  </a:solidFill>
                  <a:cs typeface="+mn-ea"/>
                  <a:sym typeface="+mn-lt"/>
                </a:rPr>
                <a:t>USER</a:t>
              </a:r>
              <a:endParaRPr lang="id-ID" altLang="zh-CN" sz="1600" b="1" dirty="0">
                <a:solidFill>
                  <a:schemeClr val="tx1"/>
                </a:solidFill>
                <a:cs typeface="+mn-ea"/>
                <a:sym typeface="+mn-lt"/>
              </a:endParaRPr>
            </a:p>
          </p:txBody>
        </p:sp>
        <p:grpSp>
          <p:nvGrpSpPr>
            <p:cNvPr id="13" name="组合 12">
              <a:extLst>
                <a:ext uri="{FF2B5EF4-FFF2-40B4-BE49-F238E27FC236}">
                  <a16:creationId xmlns:a16="http://schemas.microsoft.com/office/drawing/2014/main" id="{3274CBBC-518C-477D-8654-DD096D19C824}"/>
                </a:ext>
              </a:extLst>
            </p:cNvPr>
            <p:cNvGrpSpPr/>
            <p:nvPr/>
          </p:nvGrpSpPr>
          <p:grpSpPr>
            <a:xfrm>
              <a:off x="1162328" y="2840730"/>
              <a:ext cx="3665848" cy="1749376"/>
              <a:chOff x="8630597" y="1930456"/>
              <a:chExt cx="3667537" cy="1749376"/>
            </a:xfrm>
          </p:grpSpPr>
          <p:sp>
            <p:nvSpPr>
              <p:cNvPr id="20" name="矩形 19">
                <a:extLst>
                  <a:ext uri="{FF2B5EF4-FFF2-40B4-BE49-F238E27FC236}">
                    <a16:creationId xmlns:a16="http://schemas.microsoft.com/office/drawing/2014/main" id="{F8E07573-A8E5-42F7-B445-E2E8E3B47ABD}"/>
                  </a:ext>
                </a:extLst>
              </p:cNvPr>
              <p:cNvSpPr/>
              <p:nvPr/>
            </p:nvSpPr>
            <p:spPr bwMode="auto">
              <a:xfrm>
                <a:off x="8630597" y="2508821"/>
                <a:ext cx="3667537" cy="1171011"/>
              </a:xfrm>
              <a:prstGeom prst="rect">
                <a:avLst/>
              </a:prstGeom>
              <a:noFill/>
              <a:ln>
                <a:noFill/>
              </a:ln>
            </p:spPr>
            <p:txBody>
              <a:bodyPr wrap="square" lIns="91440" tIns="45720" rIns="91440" bIns="45720" anchor="t"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nSpc>
                    <a:spcPct val="150000"/>
                  </a:lnSpc>
                </a:pPr>
                <a:r>
                  <a:rPr lang="zh-CN" altLang="en-US" sz="1600" dirty="0">
                    <a:cs typeface="+mn-ea"/>
                    <a:sym typeface="+mn-lt"/>
                  </a:rPr>
                  <a:t>包含</a:t>
                </a:r>
                <a:r>
                  <a:rPr lang="en-US" altLang="zh-CN" sz="1600" dirty="0">
                    <a:cs typeface="+mn-ea"/>
                    <a:sym typeface="+mn-lt"/>
                  </a:rPr>
                  <a:t>id</a:t>
                </a:r>
                <a:r>
                  <a:rPr lang="zh-CN" altLang="en-US" sz="1600" dirty="0">
                    <a:cs typeface="+mn-ea"/>
                    <a:sym typeface="+mn-lt"/>
                  </a:rPr>
                  <a:t>、</a:t>
                </a:r>
                <a:r>
                  <a:rPr lang="en-US" altLang="zh-CN" sz="1600" dirty="0" err="1">
                    <a:cs typeface="+mn-ea"/>
                    <a:sym typeface="+mn-lt"/>
                  </a:rPr>
                  <a:t>user_id</a:t>
                </a:r>
                <a:r>
                  <a:rPr lang="zh-CN" altLang="en-US" sz="1600" dirty="0">
                    <a:cs typeface="+mn-ea"/>
                    <a:sym typeface="+mn-lt"/>
                  </a:rPr>
                  <a:t>、</a:t>
                </a:r>
                <a:r>
                  <a:rPr lang="en-US" altLang="zh-CN" sz="1600" dirty="0" err="1">
                    <a:cs typeface="+mn-ea"/>
                    <a:sym typeface="+mn-lt"/>
                  </a:rPr>
                  <a:t>category_id</a:t>
                </a:r>
                <a:r>
                  <a:rPr lang="zh-CN" altLang="en-US" sz="1600" dirty="0">
                    <a:cs typeface="+mn-ea"/>
                    <a:sym typeface="+mn-lt"/>
                  </a:rPr>
                  <a:t>、</a:t>
                </a:r>
                <a:r>
                  <a:rPr lang="en-US" altLang="zh-CN" sz="1600" dirty="0">
                    <a:cs typeface="+mn-ea"/>
                    <a:sym typeface="+mn-lt"/>
                  </a:rPr>
                  <a:t>amount</a:t>
                </a:r>
                <a:r>
                  <a:rPr lang="zh-CN" altLang="en-US" sz="1600" dirty="0">
                    <a:cs typeface="+mn-ea"/>
                    <a:sym typeface="+mn-lt"/>
                  </a:rPr>
                  <a:t>、</a:t>
                </a:r>
                <a:r>
                  <a:rPr lang="en-US" altLang="zh-CN" sz="1600" dirty="0">
                    <a:cs typeface="+mn-ea"/>
                    <a:sym typeface="+mn-lt"/>
                  </a:rPr>
                  <a:t>remark</a:t>
                </a:r>
                <a:r>
                  <a:rPr lang="zh-CN" altLang="en-US" sz="1600" dirty="0">
                    <a:cs typeface="+mn-ea"/>
                    <a:sym typeface="+mn-lt"/>
                  </a:rPr>
                  <a:t>、</a:t>
                </a:r>
                <a:r>
                  <a:rPr lang="en-US" altLang="zh-CN" sz="1400" dirty="0">
                    <a:cs typeface="+mn-ea"/>
                    <a:sym typeface="+mn-lt"/>
                  </a:rPr>
                  <a:t>type</a:t>
                </a:r>
              </a:p>
            </p:txBody>
          </p:sp>
          <p:sp>
            <p:nvSpPr>
              <p:cNvPr id="21" name="矩形 20">
                <a:extLst>
                  <a:ext uri="{FF2B5EF4-FFF2-40B4-BE49-F238E27FC236}">
                    <a16:creationId xmlns:a16="http://schemas.microsoft.com/office/drawing/2014/main" id="{F985D672-AB2D-4039-A4E4-BC7974467BB4}"/>
                  </a:ext>
                </a:extLst>
              </p:cNvPr>
              <p:cNvSpPr/>
              <p:nvPr/>
            </p:nvSpPr>
            <p:spPr>
              <a:xfrm>
                <a:off x="9261843" y="1930456"/>
                <a:ext cx="1123650" cy="489700"/>
              </a:xfrm>
              <a:prstGeom prst="rect">
                <a:avLst/>
              </a:prstGeom>
              <a:noFill/>
              <a:ln w="3175" cap="rnd">
                <a:noFill/>
                <a:prstDash val="solid"/>
                <a:round/>
                <a:headEnd/>
                <a:tailE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r>
                  <a:rPr lang="en-US" altLang="zh-CN" sz="1600" b="1" dirty="0">
                    <a:solidFill>
                      <a:schemeClr val="tx1"/>
                    </a:solidFill>
                    <a:cs typeface="+mn-ea"/>
                    <a:sym typeface="+mn-lt"/>
                  </a:rPr>
                  <a:t>RECORD</a:t>
                </a:r>
                <a:endParaRPr lang="id-ID" altLang="zh-CN" sz="1600" b="1" dirty="0">
                  <a:solidFill>
                    <a:schemeClr val="tx1"/>
                  </a:solidFill>
                  <a:cs typeface="+mn-ea"/>
                  <a:sym typeface="+mn-lt"/>
                </a:endParaRPr>
              </a:p>
            </p:txBody>
          </p:sp>
        </p:grpSp>
        <p:grpSp>
          <p:nvGrpSpPr>
            <p:cNvPr id="14" name="组合 13">
              <a:extLst>
                <a:ext uri="{FF2B5EF4-FFF2-40B4-BE49-F238E27FC236}">
                  <a16:creationId xmlns:a16="http://schemas.microsoft.com/office/drawing/2014/main" id="{985577B5-E268-4227-B6B1-A8E519BFBD23}"/>
                </a:ext>
              </a:extLst>
            </p:cNvPr>
            <p:cNvGrpSpPr/>
            <p:nvPr/>
          </p:nvGrpSpPr>
          <p:grpSpPr>
            <a:xfrm>
              <a:off x="8129998" y="3004601"/>
              <a:ext cx="3388902" cy="1319900"/>
              <a:chOff x="8128437" y="1851926"/>
              <a:chExt cx="3390463" cy="1319900"/>
            </a:xfrm>
          </p:grpSpPr>
          <p:sp>
            <p:nvSpPr>
              <p:cNvPr id="18" name="矩形 17">
                <a:extLst>
                  <a:ext uri="{FF2B5EF4-FFF2-40B4-BE49-F238E27FC236}">
                    <a16:creationId xmlns:a16="http://schemas.microsoft.com/office/drawing/2014/main" id="{F8E07573-A8E5-42F7-B445-E2E8E3B47ABD}"/>
                  </a:ext>
                </a:extLst>
              </p:cNvPr>
              <p:cNvSpPr/>
              <p:nvPr/>
            </p:nvSpPr>
            <p:spPr bwMode="auto">
              <a:xfrm>
                <a:off x="8128437" y="2519324"/>
                <a:ext cx="3390463" cy="652502"/>
              </a:xfrm>
              <a:prstGeom prst="rect">
                <a:avLst/>
              </a:prstGeom>
              <a:noFill/>
              <a:ln>
                <a:noFill/>
              </a:ln>
            </p:spPr>
            <p:txBody>
              <a:bodyPr wrap="square" lIns="91440" tIns="45720" rIns="91440" bIns="45720" anchor="t"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nSpc>
                    <a:spcPct val="150000"/>
                  </a:lnSpc>
                </a:pPr>
                <a:r>
                  <a:rPr lang="zh-CN" altLang="en-US" sz="1400" dirty="0">
                    <a:cs typeface="+mn-ea"/>
                    <a:sym typeface="+mn-lt"/>
                  </a:rPr>
                  <a:t>包含</a:t>
                </a:r>
                <a:r>
                  <a:rPr lang="en-US" altLang="zh-CN" sz="1400" dirty="0">
                    <a:cs typeface="+mn-ea"/>
                    <a:sym typeface="+mn-lt"/>
                  </a:rPr>
                  <a:t>id</a:t>
                </a:r>
                <a:r>
                  <a:rPr lang="zh-CN" altLang="en-US" sz="1400" dirty="0">
                    <a:cs typeface="+mn-ea"/>
                    <a:sym typeface="+mn-lt"/>
                  </a:rPr>
                  <a:t>、</a:t>
                </a:r>
                <a:r>
                  <a:rPr lang="en-US" altLang="zh-CN" sz="1400" dirty="0">
                    <a:cs typeface="+mn-ea"/>
                    <a:sym typeface="+mn-lt"/>
                  </a:rPr>
                  <a:t>icon</a:t>
                </a:r>
                <a:r>
                  <a:rPr lang="zh-CN" altLang="en-US" sz="1400" dirty="0">
                    <a:cs typeface="+mn-ea"/>
                    <a:sym typeface="+mn-lt"/>
                  </a:rPr>
                  <a:t>、</a:t>
                </a:r>
                <a:r>
                  <a:rPr lang="en-US" altLang="zh-CN" sz="1400" dirty="0">
                    <a:cs typeface="+mn-ea"/>
                    <a:sym typeface="+mn-lt"/>
                  </a:rPr>
                  <a:t>name</a:t>
                </a:r>
              </a:p>
            </p:txBody>
          </p:sp>
          <p:sp>
            <p:nvSpPr>
              <p:cNvPr id="19" name="矩形 18">
                <a:extLst>
                  <a:ext uri="{FF2B5EF4-FFF2-40B4-BE49-F238E27FC236}">
                    <a16:creationId xmlns:a16="http://schemas.microsoft.com/office/drawing/2014/main" id="{6292A904-AD5E-462D-9B42-E9DED1300544}"/>
                  </a:ext>
                </a:extLst>
              </p:cNvPr>
              <p:cNvSpPr/>
              <p:nvPr/>
            </p:nvSpPr>
            <p:spPr>
              <a:xfrm>
                <a:off x="8347260" y="1851926"/>
                <a:ext cx="1476409" cy="489700"/>
              </a:xfrm>
              <a:prstGeom prst="rect">
                <a:avLst/>
              </a:prstGeom>
              <a:noFill/>
              <a:ln w="3175" cap="rnd">
                <a:noFill/>
                <a:prstDash val="solid"/>
                <a:round/>
                <a:headEnd/>
                <a:tailE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r>
                  <a:rPr lang="en-US" altLang="zh-CN" sz="1600" b="1" dirty="0">
                    <a:solidFill>
                      <a:schemeClr val="tx1"/>
                    </a:solidFill>
                    <a:cs typeface="+mn-ea"/>
                    <a:sym typeface="+mn-lt"/>
                  </a:rPr>
                  <a:t>CATEGORY</a:t>
                </a:r>
                <a:endParaRPr lang="id-ID" altLang="zh-CN" sz="1600" b="1" dirty="0">
                  <a:solidFill>
                    <a:schemeClr val="tx1"/>
                  </a:solidFill>
                  <a:cs typeface="+mn-ea"/>
                  <a:sym typeface="+mn-lt"/>
                </a:endParaRPr>
              </a:p>
            </p:txBody>
          </p:sp>
        </p:grpSp>
        <p:grpSp>
          <p:nvGrpSpPr>
            <p:cNvPr id="15" name="组合 14">
              <a:extLst>
                <a:ext uri="{FF2B5EF4-FFF2-40B4-BE49-F238E27FC236}">
                  <a16:creationId xmlns:a16="http://schemas.microsoft.com/office/drawing/2014/main" id="{7F7A37BA-1E3C-4D10-A2A2-052D64561360}"/>
                </a:ext>
              </a:extLst>
            </p:cNvPr>
            <p:cNvGrpSpPr/>
            <p:nvPr/>
          </p:nvGrpSpPr>
          <p:grpSpPr>
            <a:xfrm>
              <a:off x="6613102" y="5092776"/>
              <a:ext cx="3388902" cy="1077606"/>
              <a:chOff x="7414309" y="2130502"/>
              <a:chExt cx="3390463" cy="1077606"/>
            </a:xfrm>
          </p:grpSpPr>
          <p:sp>
            <p:nvSpPr>
              <p:cNvPr id="16" name="矩形 15">
                <a:extLst>
                  <a:ext uri="{FF2B5EF4-FFF2-40B4-BE49-F238E27FC236}">
                    <a16:creationId xmlns:a16="http://schemas.microsoft.com/office/drawing/2014/main" id="{F8E07573-A8E5-42F7-B445-E2E8E3B47ABD}"/>
                  </a:ext>
                </a:extLst>
              </p:cNvPr>
              <p:cNvSpPr/>
              <p:nvPr/>
            </p:nvSpPr>
            <p:spPr bwMode="auto">
              <a:xfrm>
                <a:off x="7414309" y="2555606"/>
                <a:ext cx="3390463" cy="652502"/>
              </a:xfrm>
              <a:prstGeom prst="rect">
                <a:avLst/>
              </a:prstGeom>
              <a:noFill/>
              <a:ln>
                <a:noFill/>
              </a:ln>
            </p:spPr>
            <p:txBody>
              <a:bodyPr wrap="square" lIns="91440" tIns="45720" rIns="91440" bIns="45720" anchor="t"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nSpc>
                    <a:spcPct val="150000"/>
                  </a:lnSpc>
                </a:pPr>
                <a:r>
                  <a:rPr lang="zh-CN" altLang="en-US" sz="1400" dirty="0">
                    <a:cs typeface="+mn-ea"/>
                    <a:sym typeface="+mn-lt"/>
                  </a:rPr>
                  <a:t>包含</a:t>
                </a:r>
                <a:r>
                  <a:rPr lang="en-US" altLang="zh-CN" sz="1400" dirty="0">
                    <a:cs typeface="+mn-ea"/>
                    <a:sym typeface="+mn-lt"/>
                  </a:rPr>
                  <a:t>id</a:t>
                </a:r>
                <a:r>
                  <a:rPr lang="zh-CN" altLang="en-US" sz="1400" dirty="0">
                    <a:cs typeface="+mn-ea"/>
                    <a:sym typeface="+mn-lt"/>
                  </a:rPr>
                  <a:t>、</a:t>
                </a:r>
                <a:r>
                  <a:rPr lang="en-US" altLang="zh-CN" sz="1400" dirty="0" err="1">
                    <a:cs typeface="+mn-ea"/>
                    <a:sym typeface="+mn-lt"/>
                  </a:rPr>
                  <a:t>user_id</a:t>
                </a:r>
                <a:r>
                  <a:rPr lang="zh-CN" altLang="en-US" sz="1400" dirty="0">
                    <a:cs typeface="+mn-ea"/>
                    <a:sym typeface="+mn-lt"/>
                  </a:rPr>
                  <a:t>、</a:t>
                </a:r>
                <a:r>
                  <a:rPr lang="en-US" altLang="zh-CN" sz="1400" dirty="0" err="1">
                    <a:cs typeface="+mn-ea"/>
                    <a:sym typeface="+mn-lt"/>
                  </a:rPr>
                  <a:t>category_id</a:t>
                </a:r>
                <a:r>
                  <a:rPr lang="zh-CN" altLang="en-US" sz="1400" dirty="0">
                    <a:cs typeface="+mn-ea"/>
                    <a:sym typeface="+mn-lt"/>
                  </a:rPr>
                  <a:t>、</a:t>
                </a:r>
                <a:r>
                  <a:rPr lang="en-US" altLang="zh-CN" sz="1400" dirty="0">
                    <a:cs typeface="+mn-ea"/>
                    <a:sym typeface="+mn-lt"/>
                  </a:rPr>
                  <a:t>data</a:t>
                </a:r>
              </a:p>
            </p:txBody>
          </p:sp>
          <p:sp>
            <p:nvSpPr>
              <p:cNvPr id="17" name="矩形 16">
                <a:extLst>
                  <a:ext uri="{FF2B5EF4-FFF2-40B4-BE49-F238E27FC236}">
                    <a16:creationId xmlns:a16="http://schemas.microsoft.com/office/drawing/2014/main" id="{E0BC00D2-3D46-4DE1-A7CA-E83837503564}"/>
                  </a:ext>
                </a:extLst>
              </p:cNvPr>
              <p:cNvSpPr/>
              <p:nvPr/>
            </p:nvSpPr>
            <p:spPr>
              <a:xfrm>
                <a:off x="7414309" y="2130502"/>
                <a:ext cx="3390463" cy="489700"/>
              </a:xfrm>
              <a:prstGeom prst="rect">
                <a:avLst/>
              </a:prstGeom>
              <a:noFill/>
              <a:ln w="3175" cap="rnd">
                <a:noFill/>
                <a:prstDash val="solid"/>
                <a:round/>
                <a:headEnd/>
                <a:tailE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r>
                  <a:rPr lang="en-US" altLang="zh-CN" sz="1600" b="1" dirty="0">
                    <a:solidFill>
                      <a:schemeClr val="tx1"/>
                    </a:solidFill>
                    <a:cs typeface="+mn-ea"/>
                    <a:sym typeface="+mn-lt"/>
                  </a:rPr>
                  <a:t>BUDGET</a:t>
                </a:r>
                <a:endParaRPr lang="id-ID" altLang="zh-CN" sz="1600" b="1" dirty="0">
                  <a:solidFill>
                    <a:schemeClr val="tx1"/>
                  </a:solidFill>
                  <a:cs typeface="+mn-ea"/>
                  <a:sym typeface="+mn-lt"/>
                </a:endParaRPr>
              </a:p>
            </p:txBody>
          </p:sp>
        </p:grpSp>
      </p:grpSp>
      <p:sp>
        <p:nvSpPr>
          <p:cNvPr id="32" name="矩形 31">
            <a:extLst>
              <a:ext uri="{FF2B5EF4-FFF2-40B4-BE49-F238E27FC236}">
                <a16:creationId xmlns:a16="http://schemas.microsoft.com/office/drawing/2014/main" id="{21895656-2E73-B781-ADAE-BD35B2D1134C}"/>
              </a:ext>
            </a:extLst>
          </p:cNvPr>
          <p:cNvSpPr/>
          <p:nvPr/>
        </p:nvSpPr>
        <p:spPr bwMode="auto">
          <a:xfrm>
            <a:off x="1270000" y="2450846"/>
            <a:ext cx="3388902" cy="652502"/>
          </a:xfrm>
          <a:prstGeom prst="rect">
            <a:avLst/>
          </a:prstGeom>
          <a:noFill/>
          <a:ln>
            <a:noFill/>
          </a:ln>
        </p:spPr>
        <p:txBody>
          <a:bodyPr wrap="square" lIns="91440" tIns="45720" rIns="91440" bIns="45720" anchor="t"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nSpc>
                <a:spcPct val="150000"/>
              </a:lnSpc>
            </a:pPr>
            <a:endParaRPr lang="en-US" altLang="zh-CN" sz="1600" dirty="0">
              <a:cs typeface="+mn-ea"/>
              <a:sym typeface="+mn-lt"/>
            </a:endParaRPr>
          </a:p>
        </p:txBody>
      </p:sp>
      <p:sp>
        <p:nvSpPr>
          <p:cNvPr id="33" name="矩形 32">
            <a:extLst>
              <a:ext uri="{FF2B5EF4-FFF2-40B4-BE49-F238E27FC236}">
                <a16:creationId xmlns:a16="http://schemas.microsoft.com/office/drawing/2014/main" id="{968353FB-7F27-94A6-C9BF-16E3504C099A}"/>
              </a:ext>
            </a:extLst>
          </p:cNvPr>
          <p:cNvSpPr/>
          <p:nvPr/>
        </p:nvSpPr>
        <p:spPr bwMode="auto">
          <a:xfrm>
            <a:off x="1591620" y="1836945"/>
            <a:ext cx="3405830" cy="572285"/>
          </a:xfrm>
          <a:prstGeom prst="rect">
            <a:avLst/>
          </a:prstGeom>
          <a:noFill/>
          <a:ln>
            <a:noFill/>
          </a:ln>
        </p:spPr>
        <p:txBody>
          <a:bodyPr wrap="square" lIns="91440" tIns="45720" rIns="91440" bIns="45720" anchor="t"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nSpc>
                <a:spcPct val="150000"/>
              </a:lnSpc>
            </a:pPr>
            <a:r>
              <a:rPr lang="zh-CN" altLang="en-US" sz="1400" dirty="0">
                <a:cs typeface="+mn-ea"/>
                <a:sym typeface="+mn-lt"/>
              </a:rPr>
              <a:t>包含了</a:t>
            </a:r>
            <a:r>
              <a:rPr lang="en-US" altLang="zh-CN" sz="1400" dirty="0">
                <a:cs typeface="+mn-ea"/>
                <a:sym typeface="+mn-lt"/>
              </a:rPr>
              <a:t>id</a:t>
            </a:r>
            <a:r>
              <a:rPr lang="zh-CN" altLang="en-US" sz="1400" dirty="0">
                <a:cs typeface="+mn-ea"/>
                <a:sym typeface="+mn-lt"/>
              </a:rPr>
              <a:t>、</a:t>
            </a:r>
            <a:r>
              <a:rPr lang="en-US" altLang="zh-CN" sz="1400" dirty="0" err="1">
                <a:cs typeface="+mn-ea"/>
                <a:sym typeface="+mn-lt"/>
              </a:rPr>
              <a:t>openid</a:t>
            </a:r>
            <a:r>
              <a:rPr lang="zh-CN" altLang="en-US" sz="1400" dirty="0">
                <a:cs typeface="+mn-ea"/>
                <a:sym typeface="+mn-lt"/>
              </a:rPr>
              <a:t>、</a:t>
            </a:r>
            <a:r>
              <a:rPr lang="en-US" altLang="zh-CN" sz="1400" dirty="0">
                <a:cs typeface="+mn-ea"/>
                <a:sym typeface="+mn-lt"/>
              </a:rPr>
              <a:t>nickname</a:t>
            </a:r>
            <a:r>
              <a:rPr lang="zh-CN" altLang="en-US" sz="1400" dirty="0">
                <a:cs typeface="+mn-ea"/>
                <a:sym typeface="+mn-lt"/>
              </a:rPr>
              <a:t>、</a:t>
            </a:r>
            <a:r>
              <a:rPr lang="en-US" altLang="zh-CN" sz="1400" dirty="0" err="1">
                <a:cs typeface="+mn-ea"/>
                <a:sym typeface="+mn-lt"/>
              </a:rPr>
              <a:t>avator</a:t>
            </a:r>
            <a:endParaRPr lang="en-US" altLang="zh-CN" sz="1400" dirty="0">
              <a:cs typeface="+mn-ea"/>
              <a:sym typeface="+mn-lt"/>
            </a:endParaRPr>
          </a:p>
        </p:txBody>
      </p:sp>
    </p:spTree>
    <p:extLst>
      <p:ext uri="{BB962C8B-B14F-4D97-AF65-F5344CB8AC3E}">
        <p14:creationId xmlns:p14="http://schemas.microsoft.com/office/powerpoint/2010/main" val="218067538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pattFill prst="pct10">
          <a:fgClr>
            <a:schemeClr val="accent1"/>
          </a:fgClr>
          <a:bgClr>
            <a:schemeClr val="bg1"/>
          </a:bgClr>
        </a:pattFill>
        <a:effectLst/>
      </p:bgPr>
    </p:bg>
    <p:spTree>
      <p:nvGrpSpPr>
        <p:cNvPr id="1" name=""/>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EEAEF73C-B22F-4920-97BE-D8DA8770A1FE}"/>
              </a:ext>
            </a:extLst>
          </p:cNvPr>
          <p:cNvSpPr>
            <a:spLocks noGrp="1"/>
          </p:cNvSpPr>
          <p:nvPr>
            <p:ph type="sldNum" sz="quarter" idx="12"/>
          </p:nvPr>
        </p:nvSpPr>
        <p:spPr/>
        <p:txBody>
          <a:bodyPr/>
          <a:lstStyle/>
          <a:p>
            <a:fld id="{5DD3DB80-B894-403A-B48E-6FDC1A72010E}" type="slidenum">
              <a:rPr lang="zh-CN" altLang="en-US" smtClean="0">
                <a:cs typeface="+mn-ea"/>
                <a:sym typeface="+mn-lt"/>
              </a:rPr>
              <a:pPr/>
              <a:t>9</a:t>
            </a:fld>
            <a:endParaRPr lang="zh-CN" altLang="en-US">
              <a:cs typeface="+mn-ea"/>
              <a:sym typeface="+mn-lt"/>
            </a:endParaRPr>
          </a:p>
        </p:txBody>
      </p:sp>
      <p:grpSp>
        <p:nvGrpSpPr>
          <p:cNvPr id="5" name="组合 4"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title="iSlide™ 版权声明  COPYRIGHT NOTICE">
            <a:extLst>
              <a:ext uri="{FF2B5EF4-FFF2-40B4-BE49-F238E27FC236}">
                <a16:creationId xmlns:a16="http://schemas.microsoft.com/office/drawing/2014/main" id="{DE369DDC-F50E-443F-BD87-71D840EBD2C1}"/>
              </a:ext>
            </a:extLst>
          </p:cNvPr>
          <p:cNvGrpSpPr>
            <a:grpSpLocks noChangeAspect="1"/>
          </p:cNvGrpSpPr>
          <p:nvPr/>
        </p:nvGrpSpPr>
        <p:grpSpPr>
          <a:xfrm>
            <a:off x="2138539" y="764241"/>
            <a:ext cx="7254491" cy="3490888"/>
            <a:chOff x="2694687" y="1468904"/>
            <a:chExt cx="6776719" cy="3117978"/>
          </a:xfrm>
        </p:grpSpPr>
        <p:sp>
          <p:nvSpPr>
            <p:cNvPr id="6" name="矩形: 圆角 5">
              <a:extLst>
                <a:ext uri="{FF2B5EF4-FFF2-40B4-BE49-F238E27FC236}">
                  <a16:creationId xmlns:a16="http://schemas.microsoft.com/office/drawing/2014/main" id="{2BA06A6B-CCAB-415B-BF4E-FB91D3BED95A}"/>
                </a:ext>
              </a:extLst>
            </p:cNvPr>
            <p:cNvSpPr/>
            <p:nvPr/>
          </p:nvSpPr>
          <p:spPr>
            <a:xfrm>
              <a:off x="4802780" y="1468904"/>
              <a:ext cx="2650971" cy="505968"/>
            </a:xfrm>
            <a:prstGeom prst="roundRect">
              <a:avLst>
                <a:gd name="adj" fmla="val 5000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Autofit/>
            </a:bodyPr>
            <a:lstStyle/>
            <a:p>
              <a:pPr algn="ctr"/>
              <a:r>
                <a:rPr lang="zh-CN" altLang="en-US" sz="1600" b="1" dirty="0">
                  <a:solidFill>
                    <a:schemeClr val="bg1"/>
                  </a:solidFill>
                  <a:cs typeface="+mn-ea"/>
                  <a:sym typeface="+mn-lt"/>
                </a:rPr>
                <a:t>底部导航栏</a:t>
              </a:r>
            </a:p>
          </p:txBody>
        </p:sp>
        <p:sp>
          <p:nvSpPr>
            <p:cNvPr id="14" name="矩形: 圆角 13">
              <a:extLst>
                <a:ext uri="{FF2B5EF4-FFF2-40B4-BE49-F238E27FC236}">
                  <a16:creationId xmlns:a16="http://schemas.microsoft.com/office/drawing/2014/main" id="{C6EAF95A-1878-43FD-9521-4563828EA640}"/>
                </a:ext>
              </a:extLst>
            </p:cNvPr>
            <p:cNvSpPr/>
            <p:nvPr/>
          </p:nvSpPr>
          <p:spPr>
            <a:xfrm>
              <a:off x="5609431" y="4189410"/>
              <a:ext cx="2070725" cy="397472"/>
            </a:xfrm>
            <a:prstGeom prst="roundRect">
              <a:avLst>
                <a:gd name="adj" fmla="val 8562"/>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Autofit/>
            </a:bodyPr>
            <a:lstStyle/>
            <a:p>
              <a:pPr algn="ctr"/>
              <a:endParaRPr lang="zh-CN" altLang="en-US" sz="1600" dirty="0">
                <a:solidFill>
                  <a:schemeClr val="tx1"/>
                </a:solidFill>
                <a:cs typeface="+mn-ea"/>
                <a:sym typeface="+mn-lt"/>
              </a:endParaRPr>
            </a:p>
          </p:txBody>
        </p:sp>
        <p:sp>
          <p:nvSpPr>
            <p:cNvPr id="21" name="任意多边形: 形状 20">
              <a:extLst>
                <a:ext uri="{FF2B5EF4-FFF2-40B4-BE49-F238E27FC236}">
                  <a16:creationId xmlns:a16="http://schemas.microsoft.com/office/drawing/2014/main" id="{8FAE916B-8721-4A69-988A-5FF4FC105285}"/>
                </a:ext>
              </a:extLst>
            </p:cNvPr>
            <p:cNvSpPr/>
            <p:nvPr/>
          </p:nvSpPr>
          <p:spPr bwMode="auto">
            <a:xfrm>
              <a:off x="2756563" y="2876558"/>
              <a:ext cx="94192" cy="94191"/>
            </a:xfrm>
            <a:custGeom>
              <a:avLst/>
              <a:gdLst>
                <a:gd name="T0" fmla="*/ 185 w 787"/>
                <a:gd name="T1" fmla="*/ 0 h 787"/>
                <a:gd name="T2" fmla="*/ 198 w 787"/>
                <a:gd name="T3" fmla="*/ 4 h 787"/>
                <a:gd name="T4" fmla="*/ 209 w 787"/>
                <a:gd name="T5" fmla="*/ 12 h 787"/>
                <a:gd name="T6" fmla="*/ 394 w 787"/>
                <a:gd name="T7" fmla="*/ 196 h 787"/>
                <a:gd name="T8" fmla="*/ 578 w 787"/>
                <a:gd name="T9" fmla="*/ 12 h 787"/>
                <a:gd name="T10" fmla="*/ 589 w 787"/>
                <a:gd name="T11" fmla="*/ 4 h 787"/>
                <a:gd name="T12" fmla="*/ 602 w 787"/>
                <a:gd name="T13" fmla="*/ 0 h 787"/>
                <a:gd name="T14" fmla="*/ 615 w 787"/>
                <a:gd name="T15" fmla="*/ 0 h 787"/>
                <a:gd name="T16" fmla="*/ 627 w 787"/>
                <a:gd name="T17" fmla="*/ 4 h 787"/>
                <a:gd name="T18" fmla="*/ 638 w 787"/>
                <a:gd name="T19" fmla="*/ 12 h 787"/>
                <a:gd name="T20" fmla="*/ 775 w 787"/>
                <a:gd name="T21" fmla="*/ 149 h 787"/>
                <a:gd name="T22" fmla="*/ 784 w 787"/>
                <a:gd name="T23" fmla="*/ 160 h 787"/>
                <a:gd name="T24" fmla="*/ 787 w 787"/>
                <a:gd name="T25" fmla="*/ 172 h 787"/>
                <a:gd name="T26" fmla="*/ 787 w 787"/>
                <a:gd name="T27" fmla="*/ 185 h 787"/>
                <a:gd name="T28" fmla="*/ 784 w 787"/>
                <a:gd name="T29" fmla="*/ 199 h 787"/>
                <a:gd name="T30" fmla="*/ 775 w 787"/>
                <a:gd name="T31" fmla="*/ 209 h 787"/>
                <a:gd name="T32" fmla="*/ 591 w 787"/>
                <a:gd name="T33" fmla="*/ 394 h 787"/>
                <a:gd name="T34" fmla="*/ 775 w 787"/>
                <a:gd name="T35" fmla="*/ 578 h 787"/>
                <a:gd name="T36" fmla="*/ 784 w 787"/>
                <a:gd name="T37" fmla="*/ 589 h 787"/>
                <a:gd name="T38" fmla="*/ 787 w 787"/>
                <a:gd name="T39" fmla="*/ 602 h 787"/>
                <a:gd name="T40" fmla="*/ 787 w 787"/>
                <a:gd name="T41" fmla="*/ 615 h 787"/>
                <a:gd name="T42" fmla="*/ 784 w 787"/>
                <a:gd name="T43" fmla="*/ 627 h 787"/>
                <a:gd name="T44" fmla="*/ 775 w 787"/>
                <a:gd name="T45" fmla="*/ 638 h 787"/>
                <a:gd name="T46" fmla="*/ 638 w 787"/>
                <a:gd name="T47" fmla="*/ 775 h 787"/>
                <a:gd name="T48" fmla="*/ 627 w 787"/>
                <a:gd name="T49" fmla="*/ 783 h 787"/>
                <a:gd name="T50" fmla="*/ 615 w 787"/>
                <a:gd name="T51" fmla="*/ 787 h 787"/>
                <a:gd name="T52" fmla="*/ 602 w 787"/>
                <a:gd name="T53" fmla="*/ 787 h 787"/>
                <a:gd name="T54" fmla="*/ 589 w 787"/>
                <a:gd name="T55" fmla="*/ 783 h 787"/>
                <a:gd name="T56" fmla="*/ 578 w 787"/>
                <a:gd name="T57" fmla="*/ 775 h 787"/>
                <a:gd name="T58" fmla="*/ 394 w 787"/>
                <a:gd name="T59" fmla="*/ 591 h 787"/>
                <a:gd name="T60" fmla="*/ 209 w 787"/>
                <a:gd name="T61" fmla="*/ 775 h 787"/>
                <a:gd name="T62" fmla="*/ 198 w 787"/>
                <a:gd name="T63" fmla="*/ 783 h 787"/>
                <a:gd name="T64" fmla="*/ 185 w 787"/>
                <a:gd name="T65" fmla="*/ 787 h 787"/>
                <a:gd name="T66" fmla="*/ 173 w 787"/>
                <a:gd name="T67" fmla="*/ 787 h 787"/>
                <a:gd name="T68" fmla="*/ 160 w 787"/>
                <a:gd name="T69" fmla="*/ 783 h 787"/>
                <a:gd name="T70" fmla="*/ 149 w 787"/>
                <a:gd name="T71" fmla="*/ 775 h 787"/>
                <a:gd name="T72" fmla="*/ 12 w 787"/>
                <a:gd name="T73" fmla="*/ 638 h 787"/>
                <a:gd name="T74" fmla="*/ 4 w 787"/>
                <a:gd name="T75" fmla="*/ 627 h 787"/>
                <a:gd name="T76" fmla="*/ 0 w 787"/>
                <a:gd name="T77" fmla="*/ 615 h 787"/>
                <a:gd name="T78" fmla="*/ 0 w 787"/>
                <a:gd name="T79" fmla="*/ 602 h 787"/>
                <a:gd name="T80" fmla="*/ 4 w 787"/>
                <a:gd name="T81" fmla="*/ 589 h 787"/>
                <a:gd name="T82" fmla="*/ 12 w 787"/>
                <a:gd name="T83" fmla="*/ 578 h 787"/>
                <a:gd name="T84" fmla="*/ 196 w 787"/>
                <a:gd name="T85" fmla="*/ 394 h 787"/>
                <a:gd name="T86" fmla="*/ 12 w 787"/>
                <a:gd name="T87" fmla="*/ 209 h 787"/>
                <a:gd name="T88" fmla="*/ 4 w 787"/>
                <a:gd name="T89" fmla="*/ 199 h 787"/>
                <a:gd name="T90" fmla="*/ 0 w 787"/>
                <a:gd name="T91" fmla="*/ 185 h 787"/>
                <a:gd name="T92" fmla="*/ 0 w 787"/>
                <a:gd name="T93" fmla="*/ 172 h 787"/>
                <a:gd name="T94" fmla="*/ 4 w 787"/>
                <a:gd name="T95" fmla="*/ 160 h 787"/>
                <a:gd name="T96" fmla="*/ 12 w 787"/>
                <a:gd name="T97" fmla="*/ 149 h 787"/>
                <a:gd name="T98" fmla="*/ 149 w 787"/>
                <a:gd name="T99" fmla="*/ 12 h 787"/>
                <a:gd name="T100" fmla="*/ 160 w 787"/>
                <a:gd name="T101" fmla="*/ 4 h 787"/>
                <a:gd name="T102" fmla="*/ 173 w 787"/>
                <a:gd name="T103" fmla="*/ 0 h 787"/>
                <a:gd name="T104" fmla="*/ 185 w 787"/>
                <a:gd name="T105" fmla="*/ 0 h 7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787" h="787">
                  <a:moveTo>
                    <a:pt x="185" y="0"/>
                  </a:moveTo>
                  <a:lnTo>
                    <a:pt x="198" y="4"/>
                  </a:lnTo>
                  <a:lnTo>
                    <a:pt x="209" y="12"/>
                  </a:lnTo>
                  <a:lnTo>
                    <a:pt x="394" y="196"/>
                  </a:lnTo>
                  <a:lnTo>
                    <a:pt x="578" y="12"/>
                  </a:lnTo>
                  <a:lnTo>
                    <a:pt x="589" y="4"/>
                  </a:lnTo>
                  <a:lnTo>
                    <a:pt x="602" y="0"/>
                  </a:lnTo>
                  <a:lnTo>
                    <a:pt x="615" y="0"/>
                  </a:lnTo>
                  <a:lnTo>
                    <a:pt x="627" y="4"/>
                  </a:lnTo>
                  <a:lnTo>
                    <a:pt x="638" y="12"/>
                  </a:lnTo>
                  <a:lnTo>
                    <a:pt x="775" y="149"/>
                  </a:lnTo>
                  <a:lnTo>
                    <a:pt x="784" y="160"/>
                  </a:lnTo>
                  <a:lnTo>
                    <a:pt x="787" y="172"/>
                  </a:lnTo>
                  <a:lnTo>
                    <a:pt x="787" y="185"/>
                  </a:lnTo>
                  <a:lnTo>
                    <a:pt x="784" y="199"/>
                  </a:lnTo>
                  <a:lnTo>
                    <a:pt x="775" y="209"/>
                  </a:lnTo>
                  <a:lnTo>
                    <a:pt x="591" y="394"/>
                  </a:lnTo>
                  <a:lnTo>
                    <a:pt x="775" y="578"/>
                  </a:lnTo>
                  <a:lnTo>
                    <a:pt x="784" y="589"/>
                  </a:lnTo>
                  <a:lnTo>
                    <a:pt x="787" y="602"/>
                  </a:lnTo>
                  <a:lnTo>
                    <a:pt x="787" y="615"/>
                  </a:lnTo>
                  <a:lnTo>
                    <a:pt x="784" y="627"/>
                  </a:lnTo>
                  <a:lnTo>
                    <a:pt x="775" y="638"/>
                  </a:lnTo>
                  <a:lnTo>
                    <a:pt x="638" y="775"/>
                  </a:lnTo>
                  <a:lnTo>
                    <a:pt x="627" y="783"/>
                  </a:lnTo>
                  <a:lnTo>
                    <a:pt x="615" y="787"/>
                  </a:lnTo>
                  <a:lnTo>
                    <a:pt x="602" y="787"/>
                  </a:lnTo>
                  <a:lnTo>
                    <a:pt x="589" y="783"/>
                  </a:lnTo>
                  <a:lnTo>
                    <a:pt x="578" y="775"/>
                  </a:lnTo>
                  <a:lnTo>
                    <a:pt x="394" y="591"/>
                  </a:lnTo>
                  <a:lnTo>
                    <a:pt x="209" y="775"/>
                  </a:lnTo>
                  <a:lnTo>
                    <a:pt x="198" y="783"/>
                  </a:lnTo>
                  <a:lnTo>
                    <a:pt x="185" y="787"/>
                  </a:lnTo>
                  <a:lnTo>
                    <a:pt x="173" y="787"/>
                  </a:lnTo>
                  <a:lnTo>
                    <a:pt x="160" y="783"/>
                  </a:lnTo>
                  <a:lnTo>
                    <a:pt x="149" y="775"/>
                  </a:lnTo>
                  <a:lnTo>
                    <a:pt x="12" y="638"/>
                  </a:lnTo>
                  <a:lnTo>
                    <a:pt x="4" y="627"/>
                  </a:lnTo>
                  <a:lnTo>
                    <a:pt x="0" y="615"/>
                  </a:lnTo>
                  <a:lnTo>
                    <a:pt x="0" y="602"/>
                  </a:lnTo>
                  <a:lnTo>
                    <a:pt x="4" y="589"/>
                  </a:lnTo>
                  <a:lnTo>
                    <a:pt x="12" y="578"/>
                  </a:lnTo>
                  <a:lnTo>
                    <a:pt x="196" y="394"/>
                  </a:lnTo>
                  <a:lnTo>
                    <a:pt x="12" y="209"/>
                  </a:lnTo>
                  <a:lnTo>
                    <a:pt x="4" y="199"/>
                  </a:lnTo>
                  <a:lnTo>
                    <a:pt x="0" y="185"/>
                  </a:lnTo>
                  <a:lnTo>
                    <a:pt x="0" y="172"/>
                  </a:lnTo>
                  <a:lnTo>
                    <a:pt x="4" y="160"/>
                  </a:lnTo>
                  <a:lnTo>
                    <a:pt x="12" y="149"/>
                  </a:lnTo>
                  <a:lnTo>
                    <a:pt x="149" y="12"/>
                  </a:lnTo>
                  <a:lnTo>
                    <a:pt x="160" y="4"/>
                  </a:lnTo>
                  <a:lnTo>
                    <a:pt x="173" y="0"/>
                  </a:lnTo>
                  <a:lnTo>
                    <a:pt x="185" y="0"/>
                  </a:lnTo>
                  <a:close/>
                </a:path>
              </a:pathLst>
            </a:custGeom>
            <a:solidFill>
              <a:schemeClr val="bg1"/>
            </a:solidFill>
            <a:ln w="0">
              <a:noFill/>
              <a:prstDash val="solid"/>
              <a:round/>
              <a:headEnd/>
              <a:tailEnd/>
            </a:ln>
          </p:spPr>
          <p:txBody>
            <a:bodyPr wrap="square" lIns="91440" tIns="45720" rIns="91440" bIns="45720" anchor="ctr">
              <a:noAutofit/>
            </a:bodyPr>
            <a:lstStyle/>
            <a:p>
              <a:pPr algn="ctr"/>
              <a:endParaRPr>
                <a:cs typeface="+mn-ea"/>
                <a:sym typeface="+mn-lt"/>
              </a:endParaRPr>
            </a:p>
          </p:txBody>
        </p:sp>
        <p:sp>
          <p:nvSpPr>
            <p:cNvPr id="22" name="任意多边形: 形状 21">
              <a:extLst>
                <a:ext uri="{FF2B5EF4-FFF2-40B4-BE49-F238E27FC236}">
                  <a16:creationId xmlns:a16="http://schemas.microsoft.com/office/drawing/2014/main" id="{C7068F03-4912-48F8-B1E9-C48911B88BC0}"/>
                </a:ext>
              </a:extLst>
            </p:cNvPr>
            <p:cNvSpPr/>
            <p:nvPr/>
          </p:nvSpPr>
          <p:spPr bwMode="auto">
            <a:xfrm>
              <a:off x="2958591" y="3009526"/>
              <a:ext cx="94431" cy="94310"/>
            </a:xfrm>
            <a:custGeom>
              <a:avLst/>
              <a:gdLst>
                <a:gd name="T0" fmla="*/ 174 w 789"/>
                <a:gd name="T1" fmla="*/ 0 h 788"/>
                <a:gd name="T2" fmla="*/ 187 w 789"/>
                <a:gd name="T3" fmla="*/ 0 h 788"/>
                <a:gd name="T4" fmla="*/ 199 w 789"/>
                <a:gd name="T5" fmla="*/ 4 h 788"/>
                <a:gd name="T6" fmla="*/ 211 w 789"/>
                <a:gd name="T7" fmla="*/ 12 h 788"/>
                <a:gd name="T8" fmla="*/ 395 w 789"/>
                <a:gd name="T9" fmla="*/ 197 h 788"/>
                <a:gd name="T10" fmla="*/ 579 w 789"/>
                <a:gd name="T11" fmla="*/ 12 h 788"/>
                <a:gd name="T12" fmla="*/ 590 w 789"/>
                <a:gd name="T13" fmla="*/ 4 h 788"/>
                <a:gd name="T14" fmla="*/ 602 w 789"/>
                <a:gd name="T15" fmla="*/ 0 h 788"/>
                <a:gd name="T16" fmla="*/ 615 w 789"/>
                <a:gd name="T17" fmla="*/ 0 h 788"/>
                <a:gd name="T18" fmla="*/ 628 w 789"/>
                <a:gd name="T19" fmla="*/ 4 h 788"/>
                <a:gd name="T20" fmla="*/ 639 w 789"/>
                <a:gd name="T21" fmla="*/ 12 h 788"/>
                <a:gd name="T22" fmla="*/ 777 w 789"/>
                <a:gd name="T23" fmla="*/ 149 h 788"/>
                <a:gd name="T24" fmla="*/ 784 w 789"/>
                <a:gd name="T25" fmla="*/ 161 h 788"/>
                <a:gd name="T26" fmla="*/ 789 w 789"/>
                <a:gd name="T27" fmla="*/ 173 h 788"/>
                <a:gd name="T28" fmla="*/ 789 w 789"/>
                <a:gd name="T29" fmla="*/ 186 h 788"/>
                <a:gd name="T30" fmla="*/ 784 w 789"/>
                <a:gd name="T31" fmla="*/ 199 h 788"/>
                <a:gd name="T32" fmla="*/ 777 w 789"/>
                <a:gd name="T33" fmla="*/ 210 h 788"/>
                <a:gd name="T34" fmla="*/ 592 w 789"/>
                <a:gd name="T35" fmla="*/ 394 h 788"/>
                <a:gd name="T36" fmla="*/ 776 w 789"/>
                <a:gd name="T37" fmla="*/ 578 h 788"/>
                <a:gd name="T38" fmla="*/ 784 w 789"/>
                <a:gd name="T39" fmla="*/ 589 h 788"/>
                <a:gd name="T40" fmla="*/ 788 w 789"/>
                <a:gd name="T41" fmla="*/ 601 h 788"/>
                <a:gd name="T42" fmla="*/ 788 w 789"/>
                <a:gd name="T43" fmla="*/ 614 h 788"/>
                <a:gd name="T44" fmla="*/ 784 w 789"/>
                <a:gd name="T45" fmla="*/ 628 h 788"/>
                <a:gd name="T46" fmla="*/ 776 w 789"/>
                <a:gd name="T47" fmla="*/ 638 h 788"/>
                <a:gd name="T48" fmla="*/ 639 w 789"/>
                <a:gd name="T49" fmla="*/ 776 h 788"/>
                <a:gd name="T50" fmla="*/ 627 w 789"/>
                <a:gd name="T51" fmla="*/ 783 h 788"/>
                <a:gd name="T52" fmla="*/ 615 w 789"/>
                <a:gd name="T53" fmla="*/ 788 h 788"/>
                <a:gd name="T54" fmla="*/ 602 w 789"/>
                <a:gd name="T55" fmla="*/ 788 h 788"/>
                <a:gd name="T56" fmla="*/ 589 w 789"/>
                <a:gd name="T57" fmla="*/ 783 h 788"/>
                <a:gd name="T58" fmla="*/ 578 w 789"/>
                <a:gd name="T59" fmla="*/ 776 h 788"/>
                <a:gd name="T60" fmla="*/ 394 w 789"/>
                <a:gd name="T61" fmla="*/ 592 h 788"/>
                <a:gd name="T62" fmla="*/ 210 w 789"/>
                <a:gd name="T63" fmla="*/ 776 h 788"/>
                <a:gd name="T64" fmla="*/ 199 w 789"/>
                <a:gd name="T65" fmla="*/ 783 h 788"/>
                <a:gd name="T66" fmla="*/ 187 w 789"/>
                <a:gd name="T67" fmla="*/ 788 h 788"/>
                <a:gd name="T68" fmla="*/ 174 w 789"/>
                <a:gd name="T69" fmla="*/ 788 h 788"/>
                <a:gd name="T70" fmla="*/ 161 w 789"/>
                <a:gd name="T71" fmla="*/ 783 h 788"/>
                <a:gd name="T72" fmla="*/ 150 w 789"/>
                <a:gd name="T73" fmla="*/ 776 h 788"/>
                <a:gd name="T74" fmla="*/ 12 w 789"/>
                <a:gd name="T75" fmla="*/ 638 h 788"/>
                <a:gd name="T76" fmla="*/ 5 w 789"/>
                <a:gd name="T77" fmla="*/ 628 h 788"/>
                <a:gd name="T78" fmla="*/ 0 w 789"/>
                <a:gd name="T79" fmla="*/ 614 h 788"/>
                <a:gd name="T80" fmla="*/ 0 w 789"/>
                <a:gd name="T81" fmla="*/ 601 h 788"/>
                <a:gd name="T82" fmla="*/ 5 w 789"/>
                <a:gd name="T83" fmla="*/ 589 h 788"/>
                <a:gd name="T84" fmla="*/ 12 w 789"/>
                <a:gd name="T85" fmla="*/ 578 h 788"/>
                <a:gd name="T86" fmla="*/ 197 w 789"/>
                <a:gd name="T87" fmla="*/ 394 h 788"/>
                <a:gd name="T88" fmla="*/ 12 w 789"/>
                <a:gd name="T89" fmla="*/ 210 h 788"/>
                <a:gd name="T90" fmla="*/ 5 w 789"/>
                <a:gd name="T91" fmla="*/ 199 h 788"/>
                <a:gd name="T92" fmla="*/ 0 w 789"/>
                <a:gd name="T93" fmla="*/ 186 h 788"/>
                <a:gd name="T94" fmla="*/ 0 w 789"/>
                <a:gd name="T95" fmla="*/ 173 h 788"/>
                <a:gd name="T96" fmla="*/ 5 w 789"/>
                <a:gd name="T97" fmla="*/ 161 h 788"/>
                <a:gd name="T98" fmla="*/ 12 w 789"/>
                <a:gd name="T99" fmla="*/ 149 h 788"/>
                <a:gd name="T100" fmla="*/ 150 w 789"/>
                <a:gd name="T101" fmla="*/ 12 h 788"/>
                <a:gd name="T102" fmla="*/ 161 w 789"/>
                <a:gd name="T103" fmla="*/ 4 h 788"/>
                <a:gd name="T104" fmla="*/ 174 w 789"/>
                <a:gd name="T105" fmla="*/ 0 h 7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789" h="788">
                  <a:moveTo>
                    <a:pt x="174" y="0"/>
                  </a:moveTo>
                  <a:lnTo>
                    <a:pt x="187" y="0"/>
                  </a:lnTo>
                  <a:lnTo>
                    <a:pt x="199" y="4"/>
                  </a:lnTo>
                  <a:lnTo>
                    <a:pt x="211" y="12"/>
                  </a:lnTo>
                  <a:lnTo>
                    <a:pt x="395" y="197"/>
                  </a:lnTo>
                  <a:lnTo>
                    <a:pt x="579" y="12"/>
                  </a:lnTo>
                  <a:lnTo>
                    <a:pt x="590" y="4"/>
                  </a:lnTo>
                  <a:lnTo>
                    <a:pt x="602" y="0"/>
                  </a:lnTo>
                  <a:lnTo>
                    <a:pt x="615" y="0"/>
                  </a:lnTo>
                  <a:lnTo>
                    <a:pt x="628" y="4"/>
                  </a:lnTo>
                  <a:lnTo>
                    <a:pt x="639" y="12"/>
                  </a:lnTo>
                  <a:lnTo>
                    <a:pt x="777" y="149"/>
                  </a:lnTo>
                  <a:lnTo>
                    <a:pt x="784" y="161"/>
                  </a:lnTo>
                  <a:lnTo>
                    <a:pt x="789" y="173"/>
                  </a:lnTo>
                  <a:lnTo>
                    <a:pt x="789" y="186"/>
                  </a:lnTo>
                  <a:lnTo>
                    <a:pt x="784" y="199"/>
                  </a:lnTo>
                  <a:lnTo>
                    <a:pt x="777" y="210"/>
                  </a:lnTo>
                  <a:lnTo>
                    <a:pt x="592" y="394"/>
                  </a:lnTo>
                  <a:lnTo>
                    <a:pt x="776" y="578"/>
                  </a:lnTo>
                  <a:lnTo>
                    <a:pt x="784" y="589"/>
                  </a:lnTo>
                  <a:lnTo>
                    <a:pt x="788" y="601"/>
                  </a:lnTo>
                  <a:lnTo>
                    <a:pt x="788" y="614"/>
                  </a:lnTo>
                  <a:lnTo>
                    <a:pt x="784" y="628"/>
                  </a:lnTo>
                  <a:lnTo>
                    <a:pt x="776" y="638"/>
                  </a:lnTo>
                  <a:lnTo>
                    <a:pt x="639" y="776"/>
                  </a:lnTo>
                  <a:lnTo>
                    <a:pt x="627" y="783"/>
                  </a:lnTo>
                  <a:lnTo>
                    <a:pt x="615" y="788"/>
                  </a:lnTo>
                  <a:lnTo>
                    <a:pt x="602" y="788"/>
                  </a:lnTo>
                  <a:lnTo>
                    <a:pt x="589" y="783"/>
                  </a:lnTo>
                  <a:lnTo>
                    <a:pt x="578" y="776"/>
                  </a:lnTo>
                  <a:lnTo>
                    <a:pt x="394" y="592"/>
                  </a:lnTo>
                  <a:lnTo>
                    <a:pt x="210" y="776"/>
                  </a:lnTo>
                  <a:lnTo>
                    <a:pt x="199" y="783"/>
                  </a:lnTo>
                  <a:lnTo>
                    <a:pt x="187" y="788"/>
                  </a:lnTo>
                  <a:lnTo>
                    <a:pt x="174" y="788"/>
                  </a:lnTo>
                  <a:lnTo>
                    <a:pt x="161" y="783"/>
                  </a:lnTo>
                  <a:lnTo>
                    <a:pt x="150" y="776"/>
                  </a:lnTo>
                  <a:lnTo>
                    <a:pt x="12" y="638"/>
                  </a:lnTo>
                  <a:lnTo>
                    <a:pt x="5" y="628"/>
                  </a:lnTo>
                  <a:lnTo>
                    <a:pt x="0" y="614"/>
                  </a:lnTo>
                  <a:lnTo>
                    <a:pt x="0" y="601"/>
                  </a:lnTo>
                  <a:lnTo>
                    <a:pt x="5" y="589"/>
                  </a:lnTo>
                  <a:lnTo>
                    <a:pt x="12" y="578"/>
                  </a:lnTo>
                  <a:lnTo>
                    <a:pt x="197" y="394"/>
                  </a:lnTo>
                  <a:lnTo>
                    <a:pt x="12" y="210"/>
                  </a:lnTo>
                  <a:lnTo>
                    <a:pt x="5" y="199"/>
                  </a:lnTo>
                  <a:lnTo>
                    <a:pt x="0" y="186"/>
                  </a:lnTo>
                  <a:lnTo>
                    <a:pt x="0" y="173"/>
                  </a:lnTo>
                  <a:lnTo>
                    <a:pt x="5" y="161"/>
                  </a:lnTo>
                  <a:lnTo>
                    <a:pt x="12" y="149"/>
                  </a:lnTo>
                  <a:lnTo>
                    <a:pt x="150" y="12"/>
                  </a:lnTo>
                  <a:lnTo>
                    <a:pt x="161" y="4"/>
                  </a:lnTo>
                  <a:lnTo>
                    <a:pt x="174" y="0"/>
                  </a:lnTo>
                  <a:close/>
                </a:path>
              </a:pathLst>
            </a:custGeom>
            <a:solidFill>
              <a:schemeClr val="bg1"/>
            </a:solidFill>
            <a:ln w="0">
              <a:noFill/>
              <a:prstDash val="solid"/>
              <a:round/>
              <a:headEnd/>
              <a:tailEnd/>
            </a:ln>
          </p:spPr>
          <p:txBody>
            <a:bodyPr wrap="square" lIns="91440" tIns="45720" rIns="91440" bIns="45720" anchor="ctr">
              <a:noAutofit/>
            </a:bodyPr>
            <a:lstStyle/>
            <a:p>
              <a:pPr algn="ctr"/>
              <a:endParaRPr>
                <a:cs typeface="+mn-ea"/>
                <a:sym typeface="+mn-lt"/>
              </a:endParaRPr>
            </a:p>
          </p:txBody>
        </p:sp>
        <p:sp>
          <p:nvSpPr>
            <p:cNvPr id="23" name="任意多边形: 形状 22">
              <a:extLst>
                <a:ext uri="{FF2B5EF4-FFF2-40B4-BE49-F238E27FC236}">
                  <a16:creationId xmlns:a16="http://schemas.microsoft.com/office/drawing/2014/main" id="{C054635C-966C-43A3-8298-7535191C3636}"/>
                </a:ext>
              </a:extLst>
            </p:cNvPr>
            <p:cNvSpPr/>
            <p:nvPr/>
          </p:nvSpPr>
          <p:spPr bwMode="auto">
            <a:xfrm>
              <a:off x="2803720" y="3113292"/>
              <a:ext cx="108075" cy="108314"/>
            </a:xfrm>
            <a:custGeom>
              <a:avLst/>
              <a:gdLst>
                <a:gd name="T0" fmla="*/ 451 w 903"/>
                <a:gd name="T1" fmla="*/ 0 h 905"/>
                <a:gd name="T2" fmla="*/ 505 w 903"/>
                <a:gd name="T3" fmla="*/ 4 h 905"/>
                <a:gd name="T4" fmla="*/ 555 w 903"/>
                <a:gd name="T5" fmla="*/ 12 h 905"/>
                <a:gd name="T6" fmla="*/ 604 w 903"/>
                <a:gd name="T7" fmla="*/ 28 h 905"/>
                <a:gd name="T8" fmla="*/ 650 w 903"/>
                <a:gd name="T9" fmla="*/ 47 h 905"/>
                <a:gd name="T10" fmla="*/ 693 w 903"/>
                <a:gd name="T11" fmla="*/ 71 h 905"/>
                <a:gd name="T12" fmla="*/ 734 w 903"/>
                <a:gd name="T13" fmla="*/ 100 h 905"/>
                <a:gd name="T14" fmla="*/ 771 w 903"/>
                <a:gd name="T15" fmla="*/ 133 h 905"/>
                <a:gd name="T16" fmla="*/ 803 w 903"/>
                <a:gd name="T17" fmla="*/ 171 h 905"/>
                <a:gd name="T18" fmla="*/ 833 w 903"/>
                <a:gd name="T19" fmla="*/ 211 h 905"/>
                <a:gd name="T20" fmla="*/ 857 w 903"/>
                <a:gd name="T21" fmla="*/ 253 h 905"/>
                <a:gd name="T22" fmla="*/ 877 w 903"/>
                <a:gd name="T23" fmla="*/ 300 h 905"/>
                <a:gd name="T24" fmla="*/ 891 w 903"/>
                <a:gd name="T25" fmla="*/ 349 h 905"/>
                <a:gd name="T26" fmla="*/ 901 w 903"/>
                <a:gd name="T27" fmla="*/ 400 h 905"/>
                <a:gd name="T28" fmla="*/ 903 w 903"/>
                <a:gd name="T29" fmla="*/ 453 h 905"/>
                <a:gd name="T30" fmla="*/ 901 w 903"/>
                <a:gd name="T31" fmla="*/ 505 h 905"/>
                <a:gd name="T32" fmla="*/ 891 w 903"/>
                <a:gd name="T33" fmla="*/ 556 h 905"/>
                <a:gd name="T34" fmla="*/ 877 w 903"/>
                <a:gd name="T35" fmla="*/ 605 h 905"/>
                <a:gd name="T36" fmla="*/ 857 w 903"/>
                <a:gd name="T37" fmla="*/ 652 h 905"/>
                <a:gd name="T38" fmla="*/ 833 w 903"/>
                <a:gd name="T39" fmla="*/ 695 h 905"/>
                <a:gd name="T40" fmla="*/ 803 w 903"/>
                <a:gd name="T41" fmla="*/ 736 h 905"/>
                <a:gd name="T42" fmla="*/ 771 w 903"/>
                <a:gd name="T43" fmla="*/ 771 h 905"/>
                <a:gd name="T44" fmla="*/ 734 w 903"/>
                <a:gd name="T45" fmla="*/ 805 h 905"/>
                <a:gd name="T46" fmla="*/ 693 w 903"/>
                <a:gd name="T47" fmla="*/ 834 h 905"/>
                <a:gd name="T48" fmla="*/ 650 w 903"/>
                <a:gd name="T49" fmla="*/ 859 h 905"/>
                <a:gd name="T50" fmla="*/ 604 w 903"/>
                <a:gd name="T51" fmla="*/ 878 h 905"/>
                <a:gd name="T52" fmla="*/ 555 w 903"/>
                <a:gd name="T53" fmla="*/ 893 h 905"/>
                <a:gd name="T54" fmla="*/ 505 w 903"/>
                <a:gd name="T55" fmla="*/ 901 h 905"/>
                <a:gd name="T56" fmla="*/ 451 w 903"/>
                <a:gd name="T57" fmla="*/ 905 h 905"/>
                <a:gd name="T58" fmla="*/ 399 w 903"/>
                <a:gd name="T59" fmla="*/ 901 h 905"/>
                <a:gd name="T60" fmla="*/ 348 w 903"/>
                <a:gd name="T61" fmla="*/ 893 h 905"/>
                <a:gd name="T62" fmla="*/ 300 w 903"/>
                <a:gd name="T63" fmla="*/ 878 h 905"/>
                <a:gd name="T64" fmla="*/ 253 w 903"/>
                <a:gd name="T65" fmla="*/ 859 h 905"/>
                <a:gd name="T66" fmla="*/ 209 w 903"/>
                <a:gd name="T67" fmla="*/ 834 h 905"/>
                <a:gd name="T68" fmla="*/ 169 w 903"/>
                <a:gd name="T69" fmla="*/ 805 h 905"/>
                <a:gd name="T70" fmla="*/ 132 w 903"/>
                <a:gd name="T71" fmla="*/ 771 h 905"/>
                <a:gd name="T72" fmla="*/ 99 w 903"/>
                <a:gd name="T73" fmla="*/ 736 h 905"/>
                <a:gd name="T74" fmla="*/ 71 w 903"/>
                <a:gd name="T75" fmla="*/ 695 h 905"/>
                <a:gd name="T76" fmla="*/ 45 w 903"/>
                <a:gd name="T77" fmla="*/ 652 h 905"/>
                <a:gd name="T78" fmla="*/ 26 w 903"/>
                <a:gd name="T79" fmla="*/ 605 h 905"/>
                <a:gd name="T80" fmla="*/ 12 w 903"/>
                <a:gd name="T81" fmla="*/ 556 h 905"/>
                <a:gd name="T82" fmla="*/ 3 w 903"/>
                <a:gd name="T83" fmla="*/ 505 h 905"/>
                <a:gd name="T84" fmla="*/ 0 w 903"/>
                <a:gd name="T85" fmla="*/ 453 h 905"/>
                <a:gd name="T86" fmla="*/ 3 w 903"/>
                <a:gd name="T87" fmla="*/ 400 h 905"/>
                <a:gd name="T88" fmla="*/ 12 w 903"/>
                <a:gd name="T89" fmla="*/ 349 h 905"/>
                <a:gd name="T90" fmla="*/ 26 w 903"/>
                <a:gd name="T91" fmla="*/ 300 h 905"/>
                <a:gd name="T92" fmla="*/ 45 w 903"/>
                <a:gd name="T93" fmla="*/ 253 h 905"/>
                <a:gd name="T94" fmla="*/ 71 w 903"/>
                <a:gd name="T95" fmla="*/ 211 h 905"/>
                <a:gd name="T96" fmla="*/ 99 w 903"/>
                <a:gd name="T97" fmla="*/ 171 h 905"/>
                <a:gd name="T98" fmla="*/ 132 w 903"/>
                <a:gd name="T99" fmla="*/ 133 h 905"/>
                <a:gd name="T100" fmla="*/ 169 w 903"/>
                <a:gd name="T101" fmla="*/ 100 h 905"/>
                <a:gd name="T102" fmla="*/ 209 w 903"/>
                <a:gd name="T103" fmla="*/ 71 h 905"/>
                <a:gd name="T104" fmla="*/ 253 w 903"/>
                <a:gd name="T105" fmla="*/ 47 h 905"/>
                <a:gd name="T106" fmla="*/ 300 w 903"/>
                <a:gd name="T107" fmla="*/ 28 h 905"/>
                <a:gd name="T108" fmla="*/ 348 w 903"/>
                <a:gd name="T109" fmla="*/ 12 h 905"/>
                <a:gd name="T110" fmla="*/ 399 w 903"/>
                <a:gd name="T111" fmla="*/ 4 h 905"/>
                <a:gd name="T112" fmla="*/ 451 w 903"/>
                <a:gd name="T113" fmla="*/ 0 h 9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903" h="905">
                  <a:moveTo>
                    <a:pt x="451" y="0"/>
                  </a:moveTo>
                  <a:lnTo>
                    <a:pt x="505" y="4"/>
                  </a:lnTo>
                  <a:lnTo>
                    <a:pt x="555" y="12"/>
                  </a:lnTo>
                  <a:lnTo>
                    <a:pt x="604" y="28"/>
                  </a:lnTo>
                  <a:lnTo>
                    <a:pt x="650" y="47"/>
                  </a:lnTo>
                  <a:lnTo>
                    <a:pt x="693" y="71"/>
                  </a:lnTo>
                  <a:lnTo>
                    <a:pt x="734" y="100"/>
                  </a:lnTo>
                  <a:lnTo>
                    <a:pt x="771" y="133"/>
                  </a:lnTo>
                  <a:lnTo>
                    <a:pt x="803" y="171"/>
                  </a:lnTo>
                  <a:lnTo>
                    <a:pt x="833" y="211"/>
                  </a:lnTo>
                  <a:lnTo>
                    <a:pt x="857" y="253"/>
                  </a:lnTo>
                  <a:lnTo>
                    <a:pt x="877" y="300"/>
                  </a:lnTo>
                  <a:lnTo>
                    <a:pt x="891" y="349"/>
                  </a:lnTo>
                  <a:lnTo>
                    <a:pt x="901" y="400"/>
                  </a:lnTo>
                  <a:lnTo>
                    <a:pt x="903" y="453"/>
                  </a:lnTo>
                  <a:lnTo>
                    <a:pt x="901" y="505"/>
                  </a:lnTo>
                  <a:lnTo>
                    <a:pt x="891" y="556"/>
                  </a:lnTo>
                  <a:lnTo>
                    <a:pt x="877" y="605"/>
                  </a:lnTo>
                  <a:lnTo>
                    <a:pt x="857" y="652"/>
                  </a:lnTo>
                  <a:lnTo>
                    <a:pt x="833" y="695"/>
                  </a:lnTo>
                  <a:lnTo>
                    <a:pt x="803" y="736"/>
                  </a:lnTo>
                  <a:lnTo>
                    <a:pt x="771" y="771"/>
                  </a:lnTo>
                  <a:lnTo>
                    <a:pt x="734" y="805"/>
                  </a:lnTo>
                  <a:lnTo>
                    <a:pt x="693" y="834"/>
                  </a:lnTo>
                  <a:lnTo>
                    <a:pt x="650" y="859"/>
                  </a:lnTo>
                  <a:lnTo>
                    <a:pt x="604" y="878"/>
                  </a:lnTo>
                  <a:lnTo>
                    <a:pt x="555" y="893"/>
                  </a:lnTo>
                  <a:lnTo>
                    <a:pt x="505" y="901"/>
                  </a:lnTo>
                  <a:lnTo>
                    <a:pt x="451" y="905"/>
                  </a:lnTo>
                  <a:lnTo>
                    <a:pt x="399" y="901"/>
                  </a:lnTo>
                  <a:lnTo>
                    <a:pt x="348" y="893"/>
                  </a:lnTo>
                  <a:lnTo>
                    <a:pt x="300" y="878"/>
                  </a:lnTo>
                  <a:lnTo>
                    <a:pt x="253" y="859"/>
                  </a:lnTo>
                  <a:lnTo>
                    <a:pt x="209" y="834"/>
                  </a:lnTo>
                  <a:lnTo>
                    <a:pt x="169" y="805"/>
                  </a:lnTo>
                  <a:lnTo>
                    <a:pt x="132" y="771"/>
                  </a:lnTo>
                  <a:lnTo>
                    <a:pt x="99" y="736"/>
                  </a:lnTo>
                  <a:lnTo>
                    <a:pt x="71" y="695"/>
                  </a:lnTo>
                  <a:lnTo>
                    <a:pt x="45" y="652"/>
                  </a:lnTo>
                  <a:lnTo>
                    <a:pt x="26" y="605"/>
                  </a:lnTo>
                  <a:lnTo>
                    <a:pt x="12" y="556"/>
                  </a:lnTo>
                  <a:lnTo>
                    <a:pt x="3" y="505"/>
                  </a:lnTo>
                  <a:lnTo>
                    <a:pt x="0" y="453"/>
                  </a:lnTo>
                  <a:lnTo>
                    <a:pt x="3" y="400"/>
                  </a:lnTo>
                  <a:lnTo>
                    <a:pt x="12" y="349"/>
                  </a:lnTo>
                  <a:lnTo>
                    <a:pt x="26" y="300"/>
                  </a:lnTo>
                  <a:lnTo>
                    <a:pt x="45" y="253"/>
                  </a:lnTo>
                  <a:lnTo>
                    <a:pt x="71" y="211"/>
                  </a:lnTo>
                  <a:lnTo>
                    <a:pt x="99" y="171"/>
                  </a:lnTo>
                  <a:lnTo>
                    <a:pt x="132" y="133"/>
                  </a:lnTo>
                  <a:lnTo>
                    <a:pt x="169" y="100"/>
                  </a:lnTo>
                  <a:lnTo>
                    <a:pt x="209" y="71"/>
                  </a:lnTo>
                  <a:lnTo>
                    <a:pt x="253" y="47"/>
                  </a:lnTo>
                  <a:lnTo>
                    <a:pt x="300" y="28"/>
                  </a:lnTo>
                  <a:lnTo>
                    <a:pt x="348" y="12"/>
                  </a:lnTo>
                  <a:lnTo>
                    <a:pt x="399" y="4"/>
                  </a:lnTo>
                  <a:lnTo>
                    <a:pt x="451" y="0"/>
                  </a:lnTo>
                  <a:close/>
                </a:path>
              </a:pathLst>
            </a:custGeom>
            <a:solidFill>
              <a:schemeClr val="bg1"/>
            </a:solidFill>
            <a:ln w="0">
              <a:noFill/>
              <a:prstDash val="solid"/>
              <a:round/>
              <a:headEnd/>
              <a:tailEnd/>
            </a:ln>
          </p:spPr>
          <p:txBody>
            <a:bodyPr wrap="square" lIns="91440" tIns="45720" rIns="91440" bIns="45720" anchor="ctr">
              <a:noAutofit/>
            </a:bodyPr>
            <a:lstStyle/>
            <a:p>
              <a:pPr algn="ctr"/>
              <a:endParaRPr>
                <a:cs typeface="+mn-ea"/>
                <a:sym typeface="+mn-lt"/>
              </a:endParaRPr>
            </a:p>
          </p:txBody>
        </p:sp>
        <p:sp>
          <p:nvSpPr>
            <p:cNvPr id="24" name="任意多边形: 形状 23">
              <a:extLst>
                <a:ext uri="{FF2B5EF4-FFF2-40B4-BE49-F238E27FC236}">
                  <a16:creationId xmlns:a16="http://schemas.microsoft.com/office/drawing/2014/main" id="{ECF3461D-E623-4773-9BC3-7E22A767FA4B}"/>
                </a:ext>
              </a:extLst>
            </p:cNvPr>
            <p:cNvSpPr/>
            <p:nvPr/>
          </p:nvSpPr>
          <p:spPr bwMode="auto">
            <a:xfrm>
              <a:off x="2995215" y="2810732"/>
              <a:ext cx="108194" cy="108075"/>
            </a:xfrm>
            <a:custGeom>
              <a:avLst/>
              <a:gdLst>
                <a:gd name="T0" fmla="*/ 452 w 904"/>
                <a:gd name="T1" fmla="*/ 0 h 903"/>
                <a:gd name="T2" fmla="*/ 505 w 904"/>
                <a:gd name="T3" fmla="*/ 4 h 903"/>
                <a:gd name="T4" fmla="*/ 555 w 904"/>
                <a:gd name="T5" fmla="*/ 12 h 903"/>
                <a:gd name="T6" fmla="*/ 604 w 904"/>
                <a:gd name="T7" fmla="*/ 27 h 903"/>
                <a:gd name="T8" fmla="*/ 651 w 904"/>
                <a:gd name="T9" fmla="*/ 46 h 903"/>
                <a:gd name="T10" fmla="*/ 694 w 904"/>
                <a:gd name="T11" fmla="*/ 71 h 903"/>
                <a:gd name="T12" fmla="*/ 735 w 904"/>
                <a:gd name="T13" fmla="*/ 100 h 903"/>
                <a:gd name="T14" fmla="*/ 771 w 904"/>
                <a:gd name="T15" fmla="*/ 133 h 903"/>
                <a:gd name="T16" fmla="*/ 804 w 904"/>
                <a:gd name="T17" fmla="*/ 169 h 903"/>
                <a:gd name="T18" fmla="*/ 833 w 904"/>
                <a:gd name="T19" fmla="*/ 210 h 903"/>
                <a:gd name="T20" fmla="*/ 858 w 904"/>
                <a:gd name="T21" fmla="*/ 253 h 903"/>
                <a:gd name="T22" fmla="*/ 878 w 904"/>
                <a:gd name="T23" fmla="*/ 300 h 903"/>
                <a:gd name="T24" fmla="*/ 892 w 904"/>
                <a:gd name="T25" fmla="*/ 348 h 903"/>
                <a:gd name="T26" fmla="*/ 900 w 904"/>
                <a:gd name="T27" fmla="*/ 400 h 903"/>
                <a:gd name="T28" fmla="*/ 904 w 904"/>
                <a:gd name="T29" fmla="*/ 452 h 903"/>
                <a:gd name="T30" fmla="*/ 900 w 904"/>
                <a:gd name="T31" fmla="*/ 505 h 903"/>
                <a:gd name="T32" fmla="*/ 892 w 904"/>
                <a:gd name="T33" fmla="*/ 556 h 903"/>
                <a:gd name="T34" fmla="*/ 878 w 904"/>
                <a:gd name="T35" fmla="*/ 605 h 903"/>
                <a:gd name="T36" fmla="*/ 858 w 904"/>
                <a:gd name="T37" fmla="*/ 650 h 903"/>
                <a:gd name="T38" fmla="*/ 833 w 904"/>
                <a:gd name="T39" fmla="*/ 694 h 903"/>
                <a:gd name="T40" fmla="*/ 804 w 904"/>
                <a:gd name="T41" fmla="*/ 734 h 903"/>
                <a:gd name="T42" fmla="*/ 771 w 904"/>
                <a:gd name="T43" fmla="*/ 771 h 903"/>
                <a:gd name="T44" fmla="*/ 735 w 904"/>
                <a:gd name="T45" fmla="*/ 804 h 903"/>
                <a:gd name="T46" fmla="*/ 694 w 904"/>
                <a:gd name="T47" fmla="*/ 834 h 903"/>
                <a:gd name="T48" fmla="*/ 651 w 904"/>
                <a:gd name="T49" fmla="*/ 858 h 903"/>
                <a:gd name="T50" fmla="*/ 604 w 904"/>
                <a:gd name="T51" fmla="*/ 877 h 903"/>
                <a:gd name="T52" fmla="*/ 555 w 904"/>
                <a:gd name="T53" fmla="*/ 893 h 903"/>
                <a:gd name="T54" fmla="*/ 505 w 904"/>
                <a:gd name="T55" fmla="*/ 901 h 903"/>
                <a:gd name="T56" fmla="*/ 452 w 904"/>
                <a:gd name="T57" fmla="*/ 903 h 903"/>
                <a:gd name="T58" fmla="*/ 399 w 904"/>
                <a:gd name="T59" fmla="*/ 901 h 903"/>
                <a:gd name="T60" fmla="*/ 349 w 904"/>
                <a:gd name="T61" fmla="*/ 893 h 903"/>
                <a:gd name="T62" fmla="*/ 300 w 904"/>
                <a:gd name="T63" fmla="*/ 877 h 903"/>
                <a:gd name="T64" fmla="*/ 253 w 904"/>
                <a:gd name="T65" fmla="*/ 858 h 903"/>
                <a:gd name="T66" fmla="*/ 210 w 904"/>
                <a:gd name="T67" fmla="*/ 834 h 903"/>
                <a:gd name="T68" fmla="*/ 170 w 904"/>
                <a:gd name="T69" fmla="*/ 804 h 903"/>
                <a:gd name="T70" fmla="*/ 133 w 904"/>
                <a:gd name="T71" fmla="*/ 771 h 903"/>
                <a:gd name="T72" fmla="*/ 99 w 904"/>
                <a:gd name="T73" fmla="*/ 734 h 903"/>
                <a:gd name="T74" fmla="*/ 70 w 904"/>
                <a:gd name="T75" fmla="*/ 694 h 903"/>
                <a:gd name="T76" fmla="*/ 47 w 904"/>
                <a:gd name="T77" fmla="*/ 650 h 903"/>
                <a:gd name="T78" fmla="*/ 27 w 904"/>
                <a:gd name="T79" fmla="*/ 605 h 903"/>
                <a:gd name="T80" fmla="*/ 12 w 904"/>
                <a:gd name="T81" fmla="*/ 556 h 903"/>
                <a:gd name="T82" fmla="*/ 3 w 904"/>
                <a:gd name="T83" fmla="*/ 505 h 903"/>
                <a:gd name="T84" fmla="*/ 0 w 904"/>
                <a:gd name="T85" fmla="*/ 452 h 903"/>
                <a:gd name="T86" fmla="*/ 3 w 904"/>
                <a:gd name="T87" fmla="*/ 400 h 903"/>
                <a:gd name="T88" fmla="*/ 12 w 904"/>
                <a:gd name="T89" fmla="*/ 348 h 903"/>
                <a:gd name="T90" fmla="*/ 27 w 904"/>
                <a:gd name="T91" fmla="*/ 300 h 903"/>
                <a:gd name="T92" fmla="*/ 47 w 904"/>
                <a:gd name="T93" fmla="*/ 253 h 903"/>
                <a:gd name="T94" fmla="*/ 70 w 904"/>
                <a:gd name="T95" fmla="*/ 210 h 903"/>
                <a:gd name="T96" fmla="*/ 99 w 904"/>
                <a:gd name="T97" fmla="*/ 169 h 903"/>
                <a:gd name="T98" fmla="*/ 133 w 904"/>
                <a:gd name="T99" fmla="*/ 133 h 903"/>
                <a:gd name="T100" fmla="*/ 170 w 904"/>
                <a:gd name="T101" fmla="*/ 100 h 903"/>
                <a:gd name="T102" fmla="*/ 210 w 904"/>
                <a:gd name="T103" fmla="*/ 71 h 903"/>
                <a:gd name="T104" fmla="*/ 253 w 904"/>
                <a:gd name="T105" fmla="*/ 46 h 903"/>
                <a:gd name="T106" fmla="*/ 300 w 904"/>
                <a:gd name="T107" fmla="*/ 27 h 903"/>
                <a:gd name="T108" fmla="*/ 349 w 904"/>
                <a:gd name="T109" fmla="*/ 12 h 903"/>
                <a:gd name="T110" fmla="*/ 399 w 904"/>
                <a:gd name="T111" fmla="*/ 4 h 903"/>
                <a:gd name="T112" fmla="*/ 452 w 904"/>
                <a:gd name="T113" fmla="*/ 0 h 9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904" h="903">
                  <a:moveTo>
                    <a:pt x="452" y="0"/>
                  </a:moveTo>
                  <a:lnTo>
                    <a:pt x="505" y="4"/>
                  </a:lnTo>
                  <a:lnTo>
                    <a:pt x="555" y="12"/>
                  </a:lnTo>
                  <a:lnTo>
                    <a:pt x="604" y="27"/>
                  </a:lnTo>
                  <a:lnTo>
                    <a:pt x="651" y="46"/>
                  </a:lnTo>
                  <a:lnTo>
                    <a:pt x="694" y="71"/>
                  </a:lnTo>
                  <a:lnTo>
                    <a:pt x="735" y="100"/>
                  </a:lnTo>
                  <a:lnTo>
                    <a:pt x="771" y="133"/>
                  </a:lnTo>
                  <a:lnTo>
                    <a:pt x="804" y="169"/>
                  </a:lnTo>
                  <a:lnTo>
                    <a:pt x="833" y="210"/>
                  </a:lnTo>
                  <a:lnTo>
                    <a:pt x="858" y="253"/>
                  </a:lnTo>
                  <a:lnTo>
                    <a:pt x="878" y="300"/>
                  </a:lnTo>
                  <a:lnTo>
                    <a:pt x="892" y="348"/>
                  </a:lnTo>
                  <a:lnTo>
                    <a:pt x="900" y="400"/>
                  </a:lnTo>
                  <a:lnTo>
                    <a:pt x="904" y="452"/>
                  </a:lnTo>
                  <a:lnTo>
                    <a:pt x="900" y="505"/>
                  </a:lnTo>
                  <a:lnTo>
                    <a:pt x="892" y="556"/>
                  </a:lnTo>
                  <a:lnTo>
                    <a:pt x="878" y="605"/>
                  </a:lnTo>
                  <a:lnTo>
                    <a:pt x="858" y="650"/>
                  </a:lnTo>
                  <a:lnTo>
                    <a:pt x="833" y="694"/>
                  </a:lnTo>
                  <a:lnTo>
                    <a:pt x="804" y="734"/>
                  </a:lnTo>
                  <a:lnTo>
                    <a:pt x="771" y="771"/>
                  </a:lnTo>
                  <a:lnTo>
                    <a:pt x="735" y="804"/>
                  </a:lnTo>
                  <a:lnTo>
                    <a:pt x="694" y="834"/>
                  </a:lnTo>
                  <a:lnTo>
                    <a:pt x="651" y="858"/>
                  </a:lnTo>
                  <a:lnTo>
                    <a:pt x="604" y="877"/>
                  </a:lnTo>
                  <a:lnTo>
                    <a:pt x="555" y="893"/>
                  </a:lnTo>
                  <a:lnTo>
                    <a:pt x="505" y="901"/>
                  </a:lnTo>
                  <a:lnTo>
                    <a:pt x="452" y="903"/>
                  </a:lnTo>
                  <a:lnTo>
                    <a:pt x="399" y="901"/>
                  </a:lnTo>
                  <a:lnTo>
                    <a:pt x="349" y="893"/>
                  </a:lnTo>
                  <a:lnTo>
                    <a:pt x="300" y="877"/>
                  </a:lnTo>
                  <a:lnTo>
                    <a:pt x="253" y="858"/>
                  </a:lnTo>
                  <a:lnTo>
                    <a:pt x="210" y="834"/>
                  </a:lnTo>
                  <a:lnTo>
                    <a:pt x="170" y="804"/>
                  </a:lnTo>
                  <a:lnTo>
                    <a:pt x="133" y="771"/>
                  </a:lnTo>
                  <a:lnTo>
                    <a:pt x="99" y="734"/>
                  </a:lnTo>
                  <a:lnTo>
                    <a:pt x="70" y="694"/>
                  </a:lnTo>
                  <a:lnTo>
                    <a:pt x="47" y="650"/>
                  </a:lnTo>
                  <a:lnTo>
                    <a:pt x="27" y="605"/>
                  </a:lnTo>
                  <a:lnTo>
                    <a:pt x="12" y="556"/>
                  </a:lnTo>
                  <a:lnTo>
                    <a:pt x="3" y="505"/>
                  </a:lnTo>
                  <a:lnTo>
                    <a:pt x="0" y="452"/>
                  </a:lnTo>
                  <a:lnTo>
                    <a:pt x="3" y="400"/>
                  </a:lnTo>
                  <a:lnTo>
                    <a:pt x="12" y="348"/>
                  </a:lnTo>
                  <a:lnTo>
                    <a:pt x="27" y="300"/>
                  </a:lnTo>
                  <a:lnTo>
                    <a:pt x="47" y="253"/>
                  </a:lnTo>
                  <a:lnTo>
                    <a:pt x="70" y="210"/>
                  </a:lnTo>
                  <a:lnTo>
                    <a:pt x="99" y="169"/>
                  </a:lnTo>
                  <a:lnTo>
                    <a:pt x="133" y="133"/>
                  </a:lnTo>
                  <a:lnTo>
                    <a:pt x="170" y="100"/>
                  </a:lnTo>
                  <a:lnTo>
                    <a:pt x="210" y="71"/>
                  </a:lnTo>
                  <a:lnTo>
                    <a:pt x="253" y="46"/>
                  </a:lnTo>
                  <a:lnTo>
                    <a:pt x="300" y="27"/>
                  </a:lnTo>
                  <a:lnTo>
                    <a:pt x="349" y="12"/>
                  </a:lnTo>
                  <a:lnTo>
                    <a:pt x="399" y="4"/>
                  </a:lnTo>
                  <a:lnTo>
                    <a:pt x="452" y="0"/>
                  </a:lnTo>
                  <a:close/>
                </a:path>
              </a:pathLst>
            </a:custGeom>
            <a:solidFill>
              <a:schemeClr val="bg1"/>
            </a:solidFill>
            <a:ln w="0">
              <a:noFill/>
              <a:prstDash val="solid"/>
              <a:round/>
              <a:headEnd/>
              <a:tailEnd/>
            </a:ln>
          </p:spPr>
          <p:txBody>
            <a:bodyPr wrap="square" lIns="91440" tIns="45720" rIns="91440" bIns="45720" anchor="ctr">
              <a:noAutofit/>
            </a:bodyPr>
            <a:lstStyle/>
            <a:p>
              <a:pPr algn="ctr"/>
              <a:endParaRPr>
                <a:cs typeface="+mn-ea"/>
                <a:sym typeface="+mn-lt"/>
              </a:endParaRPr>
            </a:p>
          </p:txBody>
        </p:sp>
        <p:sp>
          <p:nvSpPr>
            <p:cNvPr id="25" name="任意多边形: 形状 24">
              <a:extLst>
                <a:ext uri="{FF2B5EF4-FFF2-40B4-BE49-F238E27FC236}">
                  <a16:creationId xmlns:a16="http://schemas.microsoft.com/office/drawing/2014/main" id="{BD038520-613C-4000-8E45-5448E6F7D2DD}"/>
                </a:ext>
              </a:extLst>
            </p:cNvPr>
            <p:cNvSpPr/>
            <p:nvPr/>
          </p:nvSpPr>
          <p:spPr bwMode="auto">
            <a:xfrm>
              <a:off x="2858296" y="2901572"/>
              <a:ext cx="128181" cy="194248"/>
            </a:xfrm>
            <a:custGeom>
              <a:avLst/>
              <a:gdLst>
                <a:gd name="T0" fmla="*/ 1055 w 1071"/>
                <a:gd name="T1" fmla="*/ 0 h 1623"/>
                <a:gd name="T2" fmla="*/ 1069 w 1071"/>
                <a:gd name="T3" fmla="*/ 10 h 1623"/>
                <a:gd name="T4" fmla="*/ 1068 w 1071"/>
                <a:gd name="T5" fmla="*/ 30 h 1623"/>
                <a:gd name="T6" fmla="*/ 888 w 1071"/>
                <a:gd name="T7" fmla="*/ 224 h 1623"/>
                <a:gd name="T8" fmla="*/ 708 w 1071"/>
                <a:gd name="T9" fmla="*/ 399 h 1623"/>
                <a:gd name="T10" fmla="*/ 550 w 1071"/>
                <a:gd name="T11" fmla="*/ 585 h 1623"/>
                <a:gd name="T12" fmla="*/ 421 w 1071"/>
                <a:gd name="T13" fmla="*/ 769 h 1623"/>
                <a:gd name="T14" fmla="*/ 319 w 1071"/>
                <a:gd name="T15" fmla="*/ 946 h 1623"/>
                <a:gd name="T16" fmla="*/ 234 w 1071"/>
                <a:gd name="T17" fmla="*/ 1128 h 1623"/>
                <a:gd name="T18" fmla="*/ 188 w 1071"/>
                <a:gd name="T19" fmla="*/ 1251 h 1623"/>
                <a:gd name="T20" fmla="*/ 156 w 1071"/>
                <a:gd name="T21" fmla="*/ 1358 h 1623"/>
                <a:gd name="T22" fmla="*/ 134 w 1071"/>
                <a:gd name="T23" fmla="*/ 1446 h 1623"/>
                <a:gd name="T24" fmla="*/ 121 w 1071"/>
                <a:gd name="T25" fmla="*/ 1512 h 1623"/>
                <a:gd name="T26" fmla="*/ 114 w 1071"/>
                <a:gd name="T27" fmla="*/ 1555 h 1623"/>
                <a:gd name="T28" fmla="*/ 113 w 1071"/>
                <a:gd name="T29" fmla="*/ 1570 h 1623"/>
                <a:gd name="T30" fmla="*/ 101 w 1071"/>
                <a:gd name="T31" fmla="*/ 1601 h 1623"/>
                <a:gd name="T32" fmla="*/ 74 w 1071"/>
                <a:gd name="T33" fmla="*/ 1620 h 1623"/>
                <a:gd name="T34" fmla="*/ 52 w 1071"/>
                <a:gd name="T35" fmla="*/ 1623 h 1623"/>
                <a:gd name="T36" fmla="*/ 19 w 1071"/>
                <a:gd name="T37" fmla="*/ 1609 h 1623"/>
                <a:gd name="T38" fmla="*/ 2 w 1071"/>
                <a:gd name="T39" fmla="*/ 1580 h 1623"/>
                <a:gd name="T40" fmla="*/ 1 w 1071"/>
                <a:gd name="T41" fmla="*/ 1556 h 1623"/>
                <a:gd name="T42" fmla="*/ 4 w 1071"/>
                <a:gd name="T43" fmla="*/ 1523 h 1623"/>
                <a:gd name="T44" fmla="*/ 14 w 1071"/>
                <a:gd name="T45" fmla="*/ 1463 h 1623"/>
                <a:gd name="T46" fmla="*/ 32 w 1071"/>
                <a:gd name="T47" fmla="*/ 1380 h 1623"/>
                <a:gd name="T48" fmla="*/ 61 w 1071"/>
                <a:gd name="T49" fmla="*/ 1275 h 1623"/>
                <a:gd name="T50" fmla="*/ 103 w 1071"/>
                <a:gd name="T51" fmla="*/ 1152 h 1623"/>
                <a:gd name="T52" fmla="*/ 172 w 1071"/>
                <a:gd name="T53" fmla="*/ 989 h 1623"/>
                <a:gd name="T54" fmla="*/ 270 w 1071"/>
                <a:gd name="T55" fmla="*/ 800 h 1623"/>
                <a:gd name="T56" fmla="*/ 386 w 1071"/>
                <a:gd name="T57" fmla="*/ 618 h 1623"/>
                <a:gd name="T58" fmla="*/ 542 w 1071"/>
                <a:gd name="T59" fmla="*/ 416 h 1623"/>
                <a:gd name="T60" fmla="*/ 720 w 1071"/>
                <a:gd name="T61" fmla="*/ 225 h 1623"/>
                <a:gd name="T62" fmla="*/ 747 w 1071"/>
                <a:gd name="T63" fmla="*/ 47 h 16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071" h="1623">
                  <a:moveTo>
                    <a:pt x="1044" y="0"/>
                  </a:moveTo>
                  <a:lnTo>
                    <a:pt x="1055" y="0"/>
                  </a:lnTo>
                  <a:lnTo>
                    <a:pt x="1064" y="4"/>
                  </a:lnTo>
                  <a:lnTo>
                    <a:pt x="1069" y="10"/>
                  </a:lnTo>
                  <a:lnTo>
                    <a:pt x="1071" y="19"/>
                  </a:lnTo>
                  <a:lnTo>
                    <a:pt x="1068" y="30"/>
                  </a:lnTo>
                  <a:lnTo>
                    <a:pt x="958" y="312"/>
                  </a:lnTo>
                  <a:lnTo>
                    <a:pt x="888" y="224"/>
                  </a:lnTo>
                  <a:lnTo>
                    <a:pt x="796" y="310"/>
                  </a:lnTo>
                  <a:lnTo>
                    <a:pt x="708" y="399"/>
                  </a:lnTo>
                  <a:lnTo>
                    <a:pt x="627" y="491"/>
                  </a:lnTo>
                  <a:lnTo>
                    <a:pt x="550" y="585"/>
                  </a:lnTo>
                  <a:lnTo>
                    <a:pt x="478" y="683"/>
                  </a:lnTo>
                  <a:lnTo>
                    <a:pt x="421" y="769"/>
                  </a:lnTo>
                  <a:lnTo>
                    <a:pt x="367" y="857"/>
                  </a:lnTo>
                  <a:lnTo>
                    <a:pt x="319" y="946"/>
                  </a:lnTo>
                  <a:lnTo>
                    <a:pt x="274" y="1037"/>
                  </a:lnTo>
                  <a:lnTo>
                    <a:pt x="234" y="1128"/>
                  </a:lnTo>
                  <a:lnTo>
                    <a:pt x="209" y="1191"/>
                  </a:lnTo>
                  <a:lnTo>
                    <a:pt x="188" y="1251"/>
                  </a:lnTo>
                  <a:lnTo>
                    <a:pt x="170" y="1307"/>
                  </a:lnTo>
                  <a:lnTo>
                    <a:pt x="156" y="1358"/>
                  </a:lnTo>
                  <a:lnTo>
                    <a:pt x="144" y="1404"/>
                  </a:lnTo>
                  <a:lnTo>
                    <a:pt x="134" y="1446"/>
                  </a:lnTo>
                  <a:lnTo>
                    <a:pt x="126" y="1483"/>
                  </a:lnTo>
                  <a:lnTo>
                    <a:pt x="121" y="1512"/>
                  </a:lnTo>
                  <a:lnTo>
                    <a:pt x="116" y="1537"/>
                  </a:lnTo>
                  <a:lnTo>
                    <a:pt x="114" y="1555"/>
                  </a:lnTo>
                  <a:lnTo>
                    <a:pt x="113" y="1565"/>
                  </a:lnTo>
                  <a:lnTo>
                    <a:pt x="113" y="1570"/>
                  </a:lnTo>
                  <a:lnTo>
                    <a:pt x="109" y="1587"/>
                  </a:lnTo>
                  <a:lnTo>
                    <a:pt x="101" y="1601"/>
                  </a:lnTo>
                  <a:lnTo>
                    <a:pt x="88" y="1613"/>
                  </a:lnTo>
                  <a:lnTo>
                    <a:pt x="74" y="1620"/>
                  </a:lnTo>
                  <a:lnTo>
                    <a:pt x="56" y="1623"/>
                  </a:lnTo>
                  <a:lnTo>
                    <a:pt x="52" y="1623"/>
                  </a:lnTo>
                  <a:lnTo>
                    <a:pt x="34" y="1619"/>
                  </a:lnTo>
                  <a:lnTo>
                    <a:pt x="19" y="1609"/>
                  </a:lnTo>
                  <a:lnTo>
                    <a:pt x="8" y="1596"/>
                  </a:lnTo>
                  <a:lnTo>
                    <a:pt x="2" y="1580"/>
                  </a:lnTo>
                  <a:lnTo>
                    <a:pt x="0" y="1562"/>
                  </a:lnTo>
                  <a:lnTo>
                    <a:pt x="1" y="1556"/>
                  </a:lnTo>
                  <a:lnTo>
                    <a:pt x="2" y="1543"/>
                  </a:lnTo>
                  <a:lnTo>
                    <a:pt x="4" y="1523"/>
                  </a:lnTo>
                  <a:lnTo>
                    <a:pt x="8" y="1496"/>
                  </a:lnTo>
                  <a:lnTo>
                    <a:pt x="14" y="1463"/>
                  </a:lnTo>
                  <a:lnTo>
                    <a:pt x="22" y="1424"/>
                  </a:lnTo>
                  <a:lnTo>
                    <a:pt x="32" y="1380"/>
                  </a:lnTo>
                  <a:lnTo>
                    <a:pt x="45" y="1330"/>
                  </a:lnTo>
                  <a:lnTo>
                    <a:pt x="61" y="1275"/>
                  </a:lnTo>
                  <a:lnTo>
                    <a:pt x="80" y="1215"/>
                  </a:lnTo>
                  <a:lnTo>
                    <a:pt x="103" y="1152"/>
                  </a:lnTo>
                  <a:lnTo>
                    <a:pt x="129" y="1085"/>
                  </a:lnTo>
                  <a:lnTo>
                    <a:pt x="172" y="989"/>
                  </a:lnTo>
                  <a:lnTo>
                    <a:pt x="219" y="894"/>
                  </a:lnTo>
                  <a:lnTo>
                    <a:pt x="270" y="800"/>
                  </a:lnTo>
                  <a:lnTo>
                    <a:pt x="326" y="708"/>
                  </a:lnTo>
                  <a:lnTo>
                    <a:pt x="386" y="618"/>
                  </a:lnTo>
                  <a:lnTo>
                    <a:pt x="461" y="515"/>
                  </a:lnTo>
                  <a:lnTo>
                    <a:pt x="542" y="416"/>
                  </a:lnTo>
                  <a:lnTo>
                    <a:pt x="629" y="319"/>
                  </a:lnTo>
                  <a:lnTo>
                    <a:pt x="720" y="225"/>
                  </a:lnTo>
                  <a:lnTo>
                    <a:pt x="818" y="136"/>
                  </a:lnTo>
                  <a:lnTo>
                    <a:pt x="747" y="47"/>
                  </a:lnTo>
                  <a:lnTo>
                    <a:pt x="1044" y="0"/>
                  </a:lnTo>
                  <a:close/>
                </a:path>
              </a:pathLst>
            </a:custGeom>
            <a:solidFill>
              <a:schemeClr val="bg1"/>
            </a:solidFill>
            <a:ln w="0">
              <a:noFill/>
              <a:prstDash val="solid"/>
              <a:round/>
              <a:headEnd/>
              <a:tailEnd/>
            </a:ln>
          </p:spPr>
          <p:txBody>
            <a:bodyPr wrap="square" lIns="91440" tIns="45720" rIns="91440" bIns="45720" anchor="ctr">
              <a:noAutofit/>
            </a:bodyPr>
            <a:lstStyle/>
            <a:p>
              <a:pPr algn="ctr"/>
              <a:endParaRPr>
                <a:cs typeface="+mn-ea"/>
                <a:sym typeface="+mn-lt"/>
              </a:endParaRPr>
            </a:p>
          </p:txBody>
        </p:sp>
        <p:sp>
          <p:nvSpPr>
            <p:cNvPr id="26" name="任意多边形: 形状 25">
              <a:extLst>
                <a:ext uri="{FF2B5EF4-FFF2-40B4-BE49-F238E27FC236}">
                  <a16:creationId xmlns:a16="http://schemas.microsoft.com/office/drawing/2014/main" id="{7D4CCC2E-2120-4EB6-930E-317595CBE653}"/>
                </a:ext>
              </a:extLst>
            </p:cNvPr>
            <p:cNvSpPr/>
            <p:nvPr/>
          </p:nvSpPr>
          <p:spPr bwMode="auto">
            <a:xfrm>
              <a:off x="2694687" y="2791582"/>
              <a:ext cx="106998" cy="331165"/>
            </a:xfrm>
            <a:custGeom>
              <a:avLst/>
              <a:gdLst>
                <a:gd name="T0" fmla="*/ 377 w 894"/>
                <a:gd name="T1" fmla="*/ 3 h 2767"/>
                <a:gd name="T2" fmla="*/ 384 w 894"/>
                <a:gd name="T3" fmla="*/ 22 h 2767"/>
                <a:gd name="T4" fmla="*/ 301 w 894"/>
                <a:gd name="T5" fmla="*/ 274 h 2767"/>
                <a:gd name="T6" fmla="*/ 210 w 894"/>
                <a:gd name="T7" fmla="*/ 518 h 2767"/>
                <a:gd name="T8" fmla="*/ 148 w 894"/>
                <a:gd name="T9" fmla="*/ 762 h 2767"/>
                <a:gd name="T10" fmla="*/ 118 w 894"/>
                <a:gd name="T11" fmla="*/ 1003 h 2767"/>
                <a:gd name="T12" fmla="*/ 118 w 894"/>
                <a:gd name="T13" fmla="*/ 1240 h 2767"/>
                <a:gd name="T14" fmla="*/ 145 w 894"/>
                <a:gd name="T15" fmla="*/ 1465 h 2767"/>
                <a:gd name="T16" fmla="*/ 202 w 894"/>
                <a:gd name="T17" fmla="*/ 1685 h 2767"/>
                <a:gd name="T18" fmla="*/ 285 w 894"/>
                <a:gd name="T19" fmla="*/ 1901 h 2767"/>
                <a:gd name="T20" fmla="*/ 371 w 894"/>
                <a:gd name="T21" fmla="*/ 2068 h 2767"/>
                <a:gd name="T22" fmla="*/ 441 w 894"/>
                <a:gd name="T23" fmla="*/ 2182 h 2767"/>
                <a:gd name="T24" fmla="*/ 514 w 894"/>
                <a:gd name="T25" fmla="*/ 2285 h 2767"/>
                <a:gd name="T26" fmla="*/ 585 w 894"/>
                <a:gd name="T27" fmla="*/ 2377 h 2767"/>
                <a:gd name="T28" fmla="*/ 653 w 894"/>
                <a:gd name="T29" fmla="*/ 2456 h 2767"/>
                <a:gd name="T30" fmla="*/ 717 w 894"/>
                <a:gd name="T31" fmla="*/ 2524 h 2767"/>
                <a:gd name="T32" fmla="*/ 772 w 894"/>
                <a:gd name="T33" fmla="*/ 2578 h 2767"/>
                <a:gd name="T34" fmla="*/ 818 w 894"/>
                <a:gd name="T35" fmla="*/ 2620 h 2767"/>
                <a:gd name="T36" fmla="*/ 851 w 894"/>
                <a:gd name="T37" fmla="*/ 2648 h 2767"/>
                <a:gd name="T38" fmla="*/ 869 w 894"/>
                <a:gd name="T39" fmla="*/ 2662 h 2767"/>
                <a:gd name="T40" fmla="*/ 882 w 894"/>
                <a:gd name="T41" fmla="*/ 2675 h 2767"/>
                <a:gd name="T42" fmla="*/ 893 w 894"/>
                <a:gd name="T43" fmla="*/ 2703 h 2767"/>
                <a:gd name="T44" fmla="*/ 890 w 894"/>
                <a:gd name="T45" fmla="*/ 2731 h 2767"/>
                <a:gd name="T46" fmla="*/ 869 w 894"/>
                <a:gd name="T47" fmla="*/ 2757 h 2767"/>
                <a:gd name="T48" fmla="*/ 838 w 894"/>
                <a:gd name="T49" fmla="*/ 2767 h 2767"/>
                <a:gd name="T50" fmla="*/ 803 w 894"/>
                <a:gd name="T51" fmla="*/ 2756 h 2767"/>
                <a:gd name="T52" fmla="*/ 791 w 894"/>
                <a:gd name="T53" fmla="*/ 2746 h 2767"/>
                <a:gd name="T54" fmla="*/ 761 w 894"/>
                <a:gd name="T55" fmla="*/ 2722 h 2767"/>
                <a:gd name="T56" fmla="*/ 719 w 894"/>
                <a:gd name="T57" fmla="*/ 2685 h 2767"/>
                <a:gd name="T58" fmla="*/ 665 w 894"/>
                <a:gd name="T59" fmla="*/ 2634 h 2767"/>
                <a:gd name="T60" fmla="*/ 603 w 894"/>
                <a:gd name="T61" fmla="*/ 2571 h 2767"/>
                <a:gd name="T62" fmla="*/ 534 w 894"/>
                <a:gd name="T63" fmla="*/ 2494 h 2767"/>
                <a:gd name="T64" fmla="*/ 460 w 894"/>
                <a:gd name="T65" fmla="*/ 2405 h 2767"/>
                <a:gd name="T66" fmla="*/ 385 w 894"/>
                <a:gd name="T67" fmla="*/ 2303 h 2767"/>
                <a:gd name="T68" fmla="*/ 311 w 894"/>
                <a:gd name="T69" fmla="*/ 2190 h 2767"/>
                <a:gd name="T70" fmla="*/ 238 w 894"/>
                <a:gd name="T71" fmla="*/ 2064 h 2767"/>
                <a:gd name="T72" fmla="*/ 146 w 894"/>
                <a:gd name="T73" fmla="*/ 1867 h 2767"/>
                <a:gd name="T74" fmla="*/ 76 w 894"/>
                <a:gd name="T75" fmla="*/ 1665 h 2767"/>
                <a:gd name="T76" fmla="*/ 28 w 894"/>
                <a:gd name="T77" fmla="*/ 1460 h 2767"/>
                <a:gd name="T78" fmla="*/ 3 w 894"/>
                <a:gd name="T79" fmla="*/ 1251 h 2767"/>
                <a:gd name="T80" fmla="*/ 2 w 894"/>
                <a:gd name="T81" fmla="*/ 1026 h 2767"/>
                <a:gd name="T82" fmla="*/ 26 w 894"/>
                <a:gd name="T83" fmla="*/ 798 h 2767"/>
                <a:gd name="T84" fmla="*/ 76 w 894"/>
                <a:gd name="T85" fmla="*/ 568 h 2767"/>
                <a:gd name="T86" fmla="*/ 152 w 894"/>
                <a:gd name="T87" fmla="*/ 338 h 2767"/>
                <a:gd name="T88" fmla="*/ 97 w 894"/>
                <a:gd name="T89" fmla="*/ 171 h 2767"/>
                <a:gd name="T90" fmla="*/ 361 w 894"/>
                <a:gd name="T91" fmla="*/ 0 h 27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894" h="2767">
                  <a:moveTo>
                    <a:pt x="370" y="0"/>
                  </a:moveTo>
                  <a:lnTo>
                    <a:pt x="377" y="3"/>
                  </a:lnTo>
                  <a:lnTo>
                    <a:pt x="382" y="11"/>
                  </a:lnTo>
                  <a:lnTo>
                    <a:pt x="384" y="22"/>
                  </a:lnTo>
                  <a:lnTo>
                    <a:pt x="402" y="324"/>
                  </a:lnTo>
                  <a:lnTo>
                    <a:pt x="301" y="274"/>
                  </a:lnTo>
                  <a:lnTo>
                    <a:pt x="252" y="396"/>
                  </a:lnTo>
                  <a:lnTo>
                    <a:pt x="210" y="518"/>
                  </a:lnTo>
                  <a:lnTo>
                    <a:pt x="176" y="640"/>
                  </a:lnTo>
                  <a:lnTo>
                    <a:pt x="148" y="762"/>
                  </a:lnTo>
                  <a:lnTo>
                    <a:pt x="130" y="882"/>
                  </a:lnTo>
                  <a:lnTo>
                    <a:pt x="118" y="1003"/>
                  </a:lnTo>
                  <a:lnTo>
                    <a:pt x="113" y="1122"/>
                  </a:lnTo>
                  <a:lnTo>
                    <a:pt x="118" y="1240"/>
                  </a:lnTo>
                  <a:lnTo>
                    <a:pt x="128" y="1354"/>
                  </a:lnTo>
                  <a:lnTo>
                    <a:pt x="145" y="1465"/>
                  </a:lnTo>
                  <a:lnTo>
                    <a:pt x="170" y="1576"/>
                  </a:lnTo>
                  <a:lnTo>
                    <a:pt x="202" y="1685"/>
                  </a:lnTo>
                  <a:lnTo>
                    <a:pt x="240" y="1793"/>
                  </a:lnTo>
                  <a:lnTo>
                    <a:pt x="285" y="1901"/>
                  </a:lnTo>
                  <a:lnTo>
                    <a:pt x="337" y="2006"/>
                  </a:lnTo>
                  <a:lnTo>
                    <a:pt x="371" y="2068"/>
                  </a:lnTo>
                  <a:lnTo>
                    <a:pt x="406" y="2126"/>
                  </a:lnTo>
                  <a:lnTo>
                    <a:pt x="441" y="2182"/>
                  </a:lnTo>
                  <a:lnTo>
                    <a:pt x="477" y="2235"/>
                  </a:lnTo>
                  <a:lnTo>
                    <a:pt x="514" y="2285"/>
                  </a:lnTo>
                  <a:lnTo>
                    <a:pt x="550" y="2333"/>
                  </a:lnTo>
                  <a:lnTo>
                    <a:pt x="585" y="2377"/>
                  </a:lnTo>
                  <a:lnTo>
                    <a:pt x="619" y="2418"/>
                  </a:lnTo>
                  <a:lnTo>
                    <a:pt x="653" y="2456"/>
                  </a:lnTo>
                  <a:lnTo>
                    <a:pt x="686" y="2491"/>
                  </a:lnTo>
                  <a:lnTo>
                    <a:pt x="717" y="2524"/>
                  </a:lnTo>
                  <a:lnTo>
                    <a:pt x="746" y="2552"/>
                  </a:lnTo>
                  <a:lnTo>
                    <a:pt x="772" y="2578"/>
                  </a:lnTo>
                  <a:lnTo>
                    <a:pt x="796" y="2600"/>
                  </a:lnTo>
                  <a:lnTo>
                    <a:pt x="818" y="2620"/>
                  </a:lnTo>
                  <a:lnTo>
                    <a:pt x="837" y="2635"/>
                  </a:lnTo>
                  <a:lnTo>
                    <a:pt x="851" y="2648"/>
                  </a:lnTo>
                  <a:lnTo>
                    <a:pt x="862" y="2657"/>
                  </a:lnTo>
                  <a:lnTo>
                    <a:pt x="869" y="2662"/>
                  </a:lnTo>
                  <a:lnTo>
                    <a:pt x="871" y="2664"/>
                  </a:lnTo>
                  <a:lnTo>
                    <a:pt x="882" y="2675"/>
                  </a:lnTo>
                  <a:lnTo>
                    <a:pt x="890" y="2688"/>
                  </a:lnTo>
                  <a:lnTo>
                    <a:pt x="893" y="2703"/>
                  </a:lnTo>
                  <a:lnTo>
                    <a:pt x="894" y="2717"/>
                  </a:lnTo>
                  <a:lnTo>
                    <a:pt x="890" y="2731"/>
                  </a:lnTo>
                  <a:lnTo>
                    <a:pt x="882" y="2744"/>
                  </a:lnTo>
                  <a:lnTo>
                    <a:pt x="869" y="2757"/>
                  </a:lnTo>
                  <a:lnTo>
                    <a:pt x="854" y="2765"/>
                  </a:lnTo>
                  <a:lnTo>
                    <a:pt x="838" y="2767"/>
                  </a:lnTo>
                  <a:lnTo>
                    <a:pt x="819" y="2765"/>
                  </a:lnTo>
                  <a:lnTo>
                    <a:pt x="803" y="2756"/>
                  </a:lnTo>
                  <a:lnTo>
                    <a:pt x="798" y="2753"/>
                  </a:lnTo>
                  <a:lnTo>
                    <a:pt x="791" y="2746"/>
                  </a:lnTo>
                  <a:lnTo>
                    <a:pt x="778" y="2735"/>
                  </a:lnTo>
                  <a:lnTo>
                    <a:pt x="761" y="2722"/>
                  </a:lnTo>
                  <a:lnTo>
                    <a:pt x="742" y="2705"/>
                  </a:lnTo>
                  <a:lnTo>
                    <a:pt x="719" y="2685"/>
                  </a:lnTo>
                  <a:lnTo>
                    <a:pt x="694" y="2661"/>
                  </a:lnTo>
                  <a:lnTo>
                    <a:pt x="665" y="2634"/>
                  </a:lnTo>
                  <a:lnTo>
                    <a:pt x="636" y="2604"/>
                  </a:lnTo>
                  <a:lnTo>
                    <a:pt x="603" y="2571"/>
                  </a:lnTo>
                  <a:lnTo>
                    <a:pt x="569" y="2535"/>
                  </a:lnTo>
                  <a:lnTo>
                    <a:pt x="534" y="2494"/>
                  </a:lnTo>
                  <a:lnTo>
                    <a:pt x="497" y="2452"/>
                  </a:lnTo>
                  <a:lnTo>
                    <a:pt x="460" y="2405"/>
                  </a:lnTo>
                  <a:lnTo>
                    <a:pt x="423" y="2356"/>
                  </a:lnTo>
                  <a:lnTo>
                    <a:pt x="385" y="2303"/>
                  </a:lnTo>
                  <a:lnTo>
                    <a:pt x="348" y="2248"/>
                  </a:lnTo>
                  <a:lnTo>
                    <a:pt x="311" y="2190"/>
                  </a:lnTo>
                  <a:lnTo>
                    <a:pt x="274" y="2128"/>
                  </a:lnTo>
                  <a:lnTo>
                    <a:pt x="238" y="2064"/>
                  </a:lnTo>
                  <a:lnTo>
                    <a:pt x="190" y="1966"/>
                  </a:lnTo>
                  <a:lnTo>
                    <a:pt x="146" y="1867"/>
                  </a:lnTo>
                  <a:lnTo>
                    <a:pt x="108" y="1767"/>
                  </a:lnTo>
                  <a:lnTo>
                    <a:pt x="76" y="1665"/>
                  </a:lnTo>
                  <a:lnTo>
                    <a:pt x="50" y="1563"/>
                  </a:lnTo>
                  <a:lnTo>
                    <a:pt x="28" y="1460"/>
                  </a:lnTo>
                  <a:lnTo>
                    <a:pt x="13" y="1356"/>
                  </a:lnTo>
                  <a:lnTo>
                    <a:pt x="3" y="1251"/>
                  </a:lnTo>
                  <a:lnTo>
                    <a:pt x="0" y="1139"/>
                  </a:lnTo>
                  <a:lnTo>
                    <a:pt x="2" y="1026"/>
                  </a:lnTo>
                  <a:lnTo>
                    <a:pt x="11" y="913"/>
                  </a:lnTo>
                  <a:lnTo>
                    <a:pt x="26" y="798"/>
                  </a:lnTo>
                  <a:lnTo>
                    <a:pt x="48" y="684"/>
                  </a:lnTo>
                  <a:lnTo>
                    <a:pt x="76" y="568"/>
                  </a:lnTo>
                  <a:lnTo>
                    <a:pt x="111" y="454"/>
                  </a:lnTo>
                  <a:lnTo>
                    <a:pt x="152" y="338"/>
                  </a:lnTo>
                  <a:lnTo>
                    <a:pt x="200" y="223"/>
                  </a:lnTo>
                  <a:lnTo>
                    <a:pt x="97" y="171"/>
                  </a:lnTo>
                  <a:lnTo>
                    <a:pt x="350" y="4"/>
                  </a:lnTo>
                  <a:lnTo>
                    <a:pt x="361" y="0"/>
                  </a:lnTo>
                  <a:lnTo>
                    <a:pt x="370" y="0"/>
                  </a:lnTo>
                  <a:close/>
                </a:path>
              </a:pathLst>
            </a:custGeom>
            <a:solidFill>
              <a:schemeClr val="bg1"/>
            </a:solidFill>
            <a:ln w="0">
              <a:noFill/>
              <a:prstDash val="solid"/>
              <a:round/>
              <a:headEnd/>
              <a:tailEnd/>
            </a:ln>
          </p:spPr>
          <p:txBody>
            <a:bodyPr wrap="square" lIns="91440" tIns="45720" rIns="91440" bIns="45720" anchor="ctr">
              <a:noAutofit/>
            </a:bodyPr>
            <a:lstStyle/>
            <a:p>
              <a:pPr algn="ctr"/>
              <a:endParaRPr>
                <a:cs typeface="+mn-ea"/>
                <a:sym typeface="+mn-lt"/>
              </a:endParaRPr>
            </a:p>
          </p:txBody>
        </p:sp>
        <p:sp>
          <p:nvSpPr>
            <p:cNvPr id="27" name="任意多边形: 形状 26">
              <a:extLst>
                <a:ext uri="{FF2B5EF4-FFF2-40B4-BE49-F238E27FC236}">
                  <a16:creationId xmlns:a16="http://schemas.microsoft.com/office/drawing/2014/main" id="{225D2461-C1C8-41E7-BD7B-2BDFF3F505AF}"/>
                </a:ext>
              </a:extLst>
            </p:cNvPr>
            <p:cNvSpPr/>
            <p:nvPr/>
          </p:nvSpPr>
          <p:spPr bwMode="auto">
            <a:xfrm>
              <a:off x="5888706" y="2791582"/>
              <a:ext cx="430206" cy="430024"/>
            </a:xfrm>
            <a:custGeom>
              <a:avLst/>
              <a:gdLst>
                <a:gd name="T0" fmla="*/ 3068 w 4740"/>
                <a:gd name="T1" fmla="*/ 1025 h 4737"/>
                <a:gd name="T2" fmla="*/ 2844 w 4740"/>
                <a:gd name="T3" fmla="*/ 1224 h 4737"/>
                <a:gd name="T4" fmla="*/ 2777 w 4740"/>
                <a:gd name="T5" fmla="*/ 1503 h 4737"/>
                <a:gd name="T6" fmla="*/ 2877 w 4740"/>
                <a:gd name="T7" fmla="*/ 1774 h 4737"/>
                <a:gd name="T8" fmla="*/ 3123 w 4740"/>
                <a:gd name="T9" fmla="*/ 1943 h 4737"/>
                <a:gd name="T10" fmla="*/ 3408 w 4740"/>
                <a:gd name="T11" fmla="*/ 1943 h 4737"/>
                <a:gd name="T12" fmla="*/ 3653 w 4740"/>
                <a:gd name="T13" fmla="*/ 1774 h 4737"/>
                <a:gd name="T14" fmla="*/ 3754 w 4740"/>
                <a:gd name="T15" fmla="*/ 1503 h 4737"/>
                <a:gd name="T16" fmla="*/ 3686 w 4740"/>
                <a:gd name="T17" fmla="*/ 1224 h 4737"/>
                <a:gd name="T18" fmla="*/ 3463 w 4740"/>
                <a:gd name="T19" fmla="*/ 1025 h 4737"/>
                <a:gd name="T20" fmla="*/ 4675 w 4740"/>
                <a:gd name="T21" fmla="*/ 2 h 4737"/>
                <a:gd name="T22" fmla="*/ 4740 w 4740"/>
                <a:gd name="T23" fmla="*/ 89 h 4737"/>
                <a:gd name="T24" fmla="*/ 4731 w 4740"/>
                <a:gd name="T25" fmla="*/ 240 h 4737"/>
                <a:gd name="T26" fmla="*/ 4679 w 4740"/>
                <a:gd name="T27" fmla="*/ 584 h 4737"/>
                <a:gd name="T28" fmla="*/ 4551 w 4740"/>
                <a:gd name="T29" fmla="*/ 1047 h 4737"/>
                <a:gd name="T30" fmla="*/ 4310 w 4740"/>
                <a:gd name="T31" fmla="*/ 1547 h 4737"/>
                <a:gd name="T32" fmla="*/ 3124 w 4740"/>
                <a:gd name="T33" fmla="*/ 2811 h 4737"/>
                <a:gd name="T34" fmla="*/ 3163 w 4740"/>
                <a:gd name="T35" fmla="*/ 2968 h 4737"/>
                <a:gd name="T36" fmla="*/ 3173 w 4740"/>
                <a:gd name="T37" fmla="*/ 3212 h 4737"/>
                <a:gd name="T38" fmla="*/ 3114 w 4740"/>
                <a:gd name="T39" fmla="*/ 3537 h 4737"/>
                <a:gd name="T40" fmla="*/ 2945 w 4740"/>
                <a:gd name="T41" fmla="*/ 3935 h 4737"/>
                <a:gd name="T42" fmla="*/ 2627 w 4740"/>
                <a:gd name="T43" fmla="*/ 4399 h 4737"/>
                <a:gd name="T44" fmla="*/ 2324 w 4740"/>
                <a:gd name="T45" fmla="*/ 4726 h 4737"/>
                <a:gd name="T46" fmla="*/ 2220 w 4740"/>
                <a:gd name="T47" fmla="*/ 4713 h 4737"/>
                <a:gd name="T48" fmla="*/ 2196 w 4740"/>
                <a:gd name="T49" fmla="*/ 4632 h 4737"/>
                <a:gd name="T50" fmla="*/ 2230 w 4740"/>
                <a:gd name="T51" fmla="*/ 4551 h 4737"/>
                <a:gd name="T52" fmla="*/ 2302 w 4740"/>
                <a:gd name="T53" fmla="*/ 4353 h 4737"/>
                <a:gd name="T54" fmla="*/ 2364 w 4740"/>
                <a:gd name="T55" fmla="*/ 4076 h 4737"/>
                <a:gd name="T56" fmla="*/ 2357 w 4740"/>
                <a:gd name="T57" fmla="*/ 3789 h 4737"/>
                <a:gd name="T58" fmla="*/ 2069 w 4740"/>
                <a:gd name="T59" fmla="*/ 3866 h 4737"/>
                <a:gd name="T60" fmla="*/ 2011 w 4740"/>
                <a:gd name="T61" fmla="*/ 3893 h 4737"/>
                <a:gd name="T62" fmla="*/ 1855 w 4740"/>
                <a:gd name="T63" fmla="*/ 3922 h 4737"/>
                <a:gd name="T64" fmla="*/ 1610 w 4740"/>
                <a:gd name="T65" fmla="*/ 3887 h 4737"/>
                <a:gd name="T66" fmla="*/ 1293 w 4740"/>
                <a:gd name="T67" fmla="*/ 3712 h 4737"/>
                <a:gd name="T68" fmla="*/ 976 w 4740"/>
                <a:gd name="T69" fmla="*/ 3376 h 4737"/>
                <a:gd name="T70" fmla="*/ 833 w 4740"/>
                <a:gd name="T71" fmla="*/ 3072 h 4737"/>
                <a:gd name="T72" fmla="*/ 817 w 4740"/>
                <a:gd name="T73" fmla="*/ 2843 h 4737"/>
                <a:gd name="T74" fmla="*/ 852 w 4740"/>
                <a:gd name="T75" fmla="*/ 2708 h 4737"/>
                <a:gd name="T76" fmla="*/ 879 w 4740"/>
                <a:gd name="T77" fmla="*/ 2661 h 4737"/>
                <a:gd name="T78" fmla="*/ 892 w 4740"/>
                <a:gd name="T79" fmla="*/ 2371 h 4737"/>
                <a:gd name="T80" fmla="*/ 601 w 4740"/>
                <a:gd name="T81" fmla="*/ 2383 h 4737"/>
                <a:gd name="T82" fmla="*/ 336 w 4740"/>
                <a:gd name="T83" fmla="*/ 2451 h 4737"/>
                <a:gd name="T84" fmla="*/ 160 w 4740"/>
                <a:gd name="T85" fmla="*/ 2519 h 4737"/>
                <a:gd name="T86" fmla="*/ 82 w 4740"/>
                <a:gd name="T87" fmla="*/ 2545 h 4737"/>
                <a:gd name="T88" fmla="*/ 16 w 4740"/>
                <a:gd name="T89" fmla="*/ 2507 h 4737"/>
                <a:gd name="T90" fmla="*/ 25 w 4740"/>
                <a:gd name="T91" fmla="*/ 2395 h 4737"/>
                <a:gd name="T92" fmla="*/ 528 w 4740"/>
                <a:gd name="T93" fmla="*/ 1966 h 4737"/>
                <a:gd name="T94" fmla="*/ 967 w 4740"/>
                <a:gd name="T95" fmla="*/ 1711 h 4737"/>
                <a:gd name="T96" fmla="*/ 1338 w 4740"/>
                <a:gd name="T97" fmla="*/ 1591 h 4737"/>
                <a:gd name="T98" fmla="*/ 1632 w 4740"/>
                <a:gd name="T99" fmla="*/ 1564 h 4737"/>
                <a:gd name="T100" fmla="*/ 1844 w 4740"/>
                <a:gd name="T101" fmla="*/ 1590 h 4737"/>
                <a:gd name="T102" fmla="*/ 2905 w 4740"/>
                <a:gd name="T103" fmla="*/ 642 h 4737"/>
                <a:gd name="T104" fmla="*/ 3392 w 4740"/>
                <a:gd name="T105" fmla="*/ 318 h 4737"/>
                <a:gd name="T106" fmla="*/ 3887 w 4740"/>
                <a:gd name="T107" fmla="*/ 126 h 4737"/>
                <a:gd name="T108" fmla="*/ 4312 w 4740"/>
                <a:gd name="T109" fmla="*/ 33 h 4737"/>
                <a:gd name="T110" fmla="*/ 4589 w 4740"/>
                <a:gd name="T111" fmla="*/ 2 h 47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4740" h="4737">
                  <a:moveTo>
                    <a:pt x="3294" y="985"/>
                  </a:moveTo>
                  <a:lnTo>
                    <a:pt x="3236" y="985"/>
                  </a:lnTo>
                  <a:lnTo>
                    <a:pt x="3179" y="992"/>
                  </a:lnTo>
                  <a:lnTo>
                    <a:pt x="3123" y="1005"/>
                  </a:lnTo>
                  <a:lnTo>
                    <a:pt x="3068" y="1025"/>
                  </a:lnTo>
                  <a:lnTo>
                    <a:pt x="3014" y="1053"/>
                  </a:lnTo>
                  <a:lnTo>
                    <a:pt x="2965" y="1087"/>
                  </a:lnTo>
                  <a:lnTo>
                    <a:pt x="2919" y="1127"/>
                  </a:lnTo>
                  <a:lnTo>
                    <a:pt x="2877" y="1174"/>
                  </a:lnTo>
                  <a:lnTo>
                    <a:pt x="2844" y="1224"/>
                  </a:lnTo>
                  <a:lnTo>
                    <a:pt x="2817" y="1276"/>
                  </a:lnTo>
                  <a:lnTo>
                    <a:pt x="2797" y="1331"/>
                  </a:lnTo>
                  <a:lnTo>
                    <a:pt x="2782" y="1388"/>
                  </a:lnTo>
                  <a:lnTo>
                    <a:pt x="2777" y="1444"/>
                  </a:lnTo>
                  <a:lnTo>
                    <a:pt x="2777" y="1503"/>
                  </a:lnTo>
                  <a:lnTo>
                    <a:pt x="2782" y="1561"/>
                  </a:lnTo>
                  <a:lnTo>
                    <a:pt x="2797" y="1617"/>
                  </a:lnTo>
                  <a:lnTo>
                    <a:pt x="2817" y="1672"/>
                  </a:lnTo>
                  <a:lnTo>
                    <a:pt x="2844" y="1724"/>
                  </a:lnTo>
                  <a:lnTo>
                    <a:pt x="2877" y="1774"/>
                  </a:lnTo>
                  <a:lnTo>
                    <a:pt x="2919" y="1820"/>
                  </a:lnTo>
                  <a:lnTo>
                    <a:pt x="2965" y="1861"/>
                  </a:lnTo>
                  <a:lnTo>
                    <a:pt x="3014" y="1895"/>
                  </a:lnTo>
                  <a:lnTo>
                    <a:pt x="3068" y="1923"/>
                  </a:lnTo>
                  <a:lnTo>
                    <a:pt x="3123" y="1943"/>
                  </a:lnTo>
                  <a:lnTo>
                    <a:pt x="3179" y="1956"/>
                  </a:lnTo>
                  <a:lnTo>
                    <a:pt x="3236" y="1963"/>
                  </a:lnTo>
                  <a:lnTo>
                    <a:pt x="3294" y="1963"/>
                  </a:lnTo>
                  <a:lnTo>
                    <a:pt x="3352" y="1956"/>
                  </a:lnTo>
                  <a:lnTo>
                    <a:pt x="3408" y="1943"/>
                  </a:lnTo>
                  <a:lnTo>
                    <a:pt x="3463" y="1923"/>
                  </a:lnTo>
                  <a:lnTo>
                    <a:pt x="3516" y="1895"/>
                  </a:lnTo>
                  <a:lnTo>
                    <a:pt x="3565" y="1861"/>
                  </a:lnTo>
                  <a:lnTo>
                    <a:pt x="3611" y="1820"/>
                  </a:lnTo>
                  <a:lnTo>
                    <a:pt x="3653" y="1774"/>
                  </a:lnTo>
                  <a:lnTo>
                    <a:pt x="3686" y="1724"/>
                  </a:lnTo>
                  <a:lnTo>
                    <a:pt x="3714" y="1672"/>
                  </a:lnTo>
                  <a:lnTo>
                    <a:pt x="3734" y="1617"/>
                  </a:lnTo>
                  <a:lnTo>
                    <a:pt x="3748" y="1560"/>
                  </a:lnTo>
                  <a:lnTo>
                    <a:pt x="3754" y="1503"/>
                  </a:lnTo>
                  <a:lnTo>
                    <a:pt x="3754" y="1444"/>
                  </a:lnTo>
                  <a:lnTo>
                    <a:pt x="3748" y="1388"/>
                  </a:lnTo>
                  <a:lnTo>
                    <a:pt x="3734" y="1331"/>
                  </a:lnTo>
                  <a:lnTo>
                    <a:pt x="3714" y="1276"/>
                  </a:lnTo>
                  <a:lnTo>
                    <a:pt x="3686" y="1224"/>
                  </a:lnTo>
                  <a:lnTo>
                    <a:pt x="3653" y="1174"/>
                  </a:lnTo>
                  <a:lnTo>
                    <a:pt x="3611" y="1127"/>
                  </a:lnTo>
                  <a:lnTo>
                    <a:pt x="3565" y="1087"/>
                  </a:lnTo>
                  <a:lnTo>
                    <a:pt x="3516" y="1053"/>
                  </a:lnTo>
                  <a:lnTo>
                    <a:pt x="3463" y="1025"/>
                  </a:lnTo>
                  <a:lnTo>
                    <a:pt x="3408" y="1005"/>
                  </a:lnTo>
                  <a:lnTo>
                    <a:pt x="3352" y="992"/>
                  </a:lnTo>
                  <a:lnTo>
                    <a:pt x="3294" y="985"/>
                  </a:lnTo>
                  <a:close/>
                  <a:moveTo>
                    <a:pt x="4652" y="0"/>
                  </a:moveTo>
                  <a:lnTo>
                    <a:pt x="4675" y="2"/>
                  </a:lnTo>
                  <a:lnTo>
                    <a:pt x="4697" y="11"/>
                  </a:lnTo>
                  <a:lnTo>
                    <a:pt x="4715" y="25"/>
                  </a:lnTo>
                  <a:lnTo>
                    <a:pt x="4728" y="44"/>
                  </a:lnTo>
                  <a:lnTo>
                    <a:pt x="4737" y="64"/>
                  </a:lnTo>
                  <a:lnTo>
                    <a:pt x="4740" y="89"/>
                  </a:lnTo>
                  <a:lnTo>
                    <a:pt x="4740" y="99"/>
                  </a:lnTo>
                  <a:lnTo>
                    <a:pt x="4740" y="121"/>
                  </a:lnTo>
                  <a:lnTo>
                    <a:pt x="4737" y="151"/>
                  </a:lnTo>
                  <a:lnTo>
                    <a:pt x="4736" y="191"/>
                  </a:lnTo>
                  <a:lnTo>
                    <a:pt x="4731" y="240"/>
                  </a:lnTo>
                  <a:lnTo>
                    <a:pt x="4726" y="296"/>
                  </a:lnTo>
                  <a:lnTo>
                    <a:pt x="4717" y="358"/>
                  </a:lnTo>
                  <a:lnTo>
                    <a:pt x="4707" y="429"/>
                  </a:lnTo>
                  <a:lnTo>
                    <a:pt x="4695" y="504"/>
                  </a:lnTo>
                  <a:lnTo>
                    <a:pt x="4679" y="584"/>
                  </a:lnTo>
                  <a:lnTo>
                    <a:pt x="4661" y="671"/>
                  </a:lnTo>
                  <a:lnTo>
                    <a:pt x="4639" y="760"/>
                  </a:lnTo>
                  <a:lnTo>
                    <a:pt x="4615" y="852"/>
                  </a:lnTo>
                  <a:lnTo>
                    <a:pt x="4584" y="949"/>
                  </a:lnTo>
                  <a:lnTo>
                    <a:pt x="4551" y="1047"/>
                  </a:lnTo>
                  <a:lnTo>
                    <a:pt x="4514" y="1146"/>
                  </a:lnTo>
                  <a:lnTo>
                    <a:pt x="4470" y="1247"/>
                  </a:lnTo>
                  <a:lnTo>
                    <a:pt x="4423" y="1346"/>
                  </a:lnTo>
                  <a:lnTo>
                    <a:pt x="4370" y="1447"/>
                  </a:lnTo>
                  <a:lnTo>
                    <a:pt x="4310" y="1547"/>
                  </a:lnTo>
                  <a:lnTo>
                    <a:pt x="4246" y="1645"/>
                  </a:lnTo>
                  <a:lnTo>
                    <a:pt x="4175" y="1741"/>
                  </a:lnTo>
                  <a:lnTo>
                    <a:pt x="4097" y="1833"/>
                  </a:lnTo>
                  <a:lnTo>
                    <a:pt x="4013" y="1923"/>
                  </a:lnTo>
                  <a:lnTo>
                    <a:pt x="3124" y="2811"/>
                  </a:lnTo>
                  <a:lnTo>
                    <a:pt x="3133" y="2834"/>
                  </a:lnTo>
                  <a:lnTo>
                    <a:pt x="3140" y="2863"/>
                  </a:lnTo>
                  <a:lnTo>
                    <a:pt x="3148" y="2893"/>
                  </a:lnTo>
                  <a:lnTo>
                    <a:pt x="3156" y="2929"/>
                  </a:lnTo>
                  <a:lnTo>
                    <a:pt x="3163" y="2968"/>
                  </a:lnTo>
                  <a:lnTo>
                    <a:pt x="3169" y="3010"/>
                  </a:lnTo>
                  <a:lnTo>
                    <a:pt x="3172" y="3055"/>
                  </a:lnTo>
                  <a:lnTo>
                    <a:pt x="3174" y="3104"/>
                  </a:lnTo>
                  <a:lnTo>
                    <a:pt x="3174" y="3157"/>
                  </a:lnTo>
                  <a:lnTo>
                    <a:pt x="3173" y="3212"/>
                  </a:lnTo>
                  <a:lnTo>
                    <a:pt x="3167" y="3271"/>
                  </a:lnTo>
                  <a:lnTo>
                    <a:pt x="3160" y="3333"/>
                  </a:lnTo>
                  <a:lnTo>
                    <a:pt x="3148" y="3398"/>
                  </a:lnTo>
                  <a:lnTo>
                    <a:pt x="3133" y="3465"/>
                  </a:lnTo>
                  <a:lnTo>
                    <a:pt x="3114" y="3537"/>
                  </a:lnTo>
                  <a:lnTo>
                    <a:pt x="3089" y="3611"/>
                  </a:lnTo>
                  <a:lnTo>
                    <a:pt x="3062" y="3687"/>
                  </a:lnTo>
                  <a:lnTo>
                    <a:pt x="3029" y="3768"/>
                  </a:lnTo>
                  <a:lnTo>
                    <a:pt x="2990" y="3850"/>
                  </a:lnTo>
                  <a:lnTo>
                    <a:pt x="2945" y="3935"/>
                  </a:lnTo>
                  <a:lnTo>
                    <a:pt x="2895" y="4023"/>
                  </a:lnTo>
                  <a:lnTo>
                    <a:pt x="2839" y="4113"/>
                  </a:lnTo>
                  <a:lnTo>
                    <a:pt x="2775" y="4206"/>
                  </a:lnTo>
                  <a:lnTo>
                    <a:pt x="2704" y="4301"/>
                  </a:lnTo>
                  <a:lnTo>
                    <a:pt x="2627" y="4399"/>
                  </a:lnTo>
                  <a:lnTo>
                    <a:pt x="2542" y="4499"/>
                  </a:lnTo>
                  <a:lnTo>
                    <a:pt x="2449" y="4602"/>
                  </a:lnTo>
                  <a:lnTo>
                    <a:pt x="2347" y="4707"/>
                  </a:lnTo>
                  <a:lnTo>
                    <a:pt x="2343" y="4711"/>
                  </a:lnTo>
                  <a:lnTo>
                    <a:pt x="2324" y="4726"/>
                  </a:lnTo>
                  <a:lnTo>
                    <a:pt x="2304" y="4734"/>
                  </a:lnTo>
                  <a:lnTo>
                    <a:pt x="2282" y="4737"/>
                  </a:lnTo>
                  <a:lnTo>
                    <a:pt x="2260" y="4734"/>
                  </a:lnTo>
                  <a:lnTo>
                    <a:pt x="2239" y="4727"/>
                  </a:lnTo>
                  <a:lnTo>
                    <a:pt x="2220" y="4713"/>
                  </a:lnTo>
                  <a:lnTo>
                    <a:pt x="2219" y="4711"/>
                  </a:lnTo>
                  <a:lnTo>
                    <a:pt x="2206" y="4694"/>
                  </a:lnTo>
                  <a:lnTo>
                    <a:pt x="2197" y="4675"/>
                  </a:lnTo>
                  <a:lnTo>
                    <a:pt x="2194" y="4654"/>
                  </a:lnTo>
                  <a:lnTo>
                    <a:pt x="2196" y="4632"/>
                  </a:lnTo>
                  <a:lnTo>
                    <a:pt x="2203" y="4612"/>
                  </a:lnTo>
                  <a:lnTo>
                    <a:pt x="2204" y="4606"/>
                  </a:lnTo>
                  <a:lnTo>
                    <a:pt x="2210" y="4595"/>
                  </a:lnTo>
                  <a:lnTo>
                    <a:pt x="2219" y="4576"/>
                  </a:lnTo>
                  <a:lnTo>
                    <a:pt x="2230" y="4551"/>
                  </a:lnTo>
                  <a:lnTo>
                    <a:pt x="2242" y="4521"/>
                  </a:lnTo>
                  <a:lnTo>
                    <a:pt x="2256" y="4485"/>
                  </a:lnTo>
                  <a:lnTo>
                    <a:pt x="2271" y="4445"/>
                  </a:lnTo>
                  <a:lnTo>
                    <a:pt x="2286" y="4400"/>
                  </a:lnTo>
                  <a:lnTo>
                    <a:pt x="2302" y="4353"/>
                  </a:lnTo>
                  <a:lnTo>
                    <a:pt x="2317" y="4301"/>
                  </a:lnTo>
                  <a:lnTo>
                    <a:pt x="2331" y="4247"/>
                  </a:lnTo>
                  <a:lnTo>
                    <a:pt x="2344" y="4193"/>
                  </a:lnTo>
                  <a:lnTo>
                    <a:pt x="2356" y="4135"/>
                  </a:lnTo>
                  <a:lnTo>
                    <a:pt x="2364" y="4076"/>
                  </a:lnTo>
                  <a:lnTo>
                    <a:pt x="2370" y="4018"/>
                  </a:lnTo>
                  <a:lnTo>
                    <a:pt x="2373" y="3959"/>
                  </a:lnTo>
                  <a:lnTo>
                    <a:pt x="2371" y="3902"/>
                  </a:lnTo>
                  <a:lnTo>
                    <a:pt x="2367" y="3844"/>
                  </a:lnTo>
                  <a:lnTo>
                    <a:pt x="2357" y="3789"/>
                  </a:lnTo>
                  <a:lnTo>
                    <a:pt x="2343" y="3736"/>
                  </a:lnTo>
                  <a:lnTo>
                    <a:pt x="2322" y="3686"/>
                  </a:lnTo>
                  <a:lnTo>
                    <a:pt x="2296" y="3638"/>
                  </a:lnTo>
                  <a:lnTo>
                    <a:pt x="2077" y="3857"/>
                  </a:lnTo>
                  <a:lnTo>
                    <a:pt x="2069" y="3866"/>
                  </a:lnTo>
                  <a:lnTo>
                    <a:pt x="2059" y="3871"/>
                  </a:lnTo>
                  <a:lnTo>
                    <a:pt x="2054" y="3874"/>
                  </a:lnTo>
                  <a:lnTo>
                    <a:pt x="2044" y="3879"/>
                  </a:lnTo>
                  <a:lnTo>
                    <a:pt x="2030" y="3884"/>
                  </a:lnTo>
                  <a:lnTo>
                    <a:pt x="2011" y="3893"/>
                  </a:lnTo>
                  <a:lnTo>
                    <a:pt x="1988" y="3900"/>
                  </a:lnTo>
                  <a:lnTo>
                    <a:pt x="1961" y="3907"/>
                  </a:lnTo>
                  <a:lnTo>
                    <a:pt x="1930" y="3915"/>
                  </a:lnTo>
                  <a:lnTo>
                    <a:pt x="1894" y="3919"/>
                  </a:lnTo>
                  <a:lnTo>
                    <a:pt x="1855" y="3922"/>
                  </a:lnTo>
                  <a:lnTo>
                    <a:pt x="1812" y="3923"/>
                  </a:lnTo>
                  <a:lnTo>
                    <a:pt x="1767" y="3920"/>
                  </a:lnTo>
                  <a:lnTo>
                    <a:pt x="1717" y="3915"/>
                  </a:lnTo>
                  <a:lnTo>
                    <a:pt x="1665" y="3903"/>
                  </a:lnTo>
                  <a:lnTo>
                    <a:pt x="1610" y="3887"/>
                  </a:lnTo>
                  <a:lnTo>
                    <a:pt x="1551" y="3866"/>
                  </a:lnTo>
                  <a:lnTo>
                    <a:pt x="1491" y="3838"/>
                  </a:lnTo>
                  <a:lnTo>
                    <a:pt x="1427" y="3804"/>
                  </a:lnTo>
                  <a:lnTo>
                    <a:pt x="1361" y="3762"/>
                  </a:lnTo>
                  <a:lnTo>
                    <a:pt x="1293" y="3712"/>
                  </a:lnTo>
                  <a:lnTo>
                    <a:pt x="1224" y="3653"/>
                  </a:lnTo>
                  <a:lnTo>
                    <a:pt x="1152" y="3585"/>
                  </a:lnTo>
                  <a:lnTo>
                    <a:pt x="1084" y="3513"/>
                  </a:lnTo>
                  <a:lnTo>
                    <a:pt x="1025" y="3444"/>
                  </a:lnTo>
                  <a:lnTo>
                    <a:pt x="976" y="3376"/>
                  </a:lnTo>
                  <a:lnTo>
                    <a:pt x="934" y="3310"/>
                  </a:lnTo>
                  <a:lnTo>
                    <a:pt x="900" y="3246"/>
                  </a:lnTo>
                  <a:lnTo>
                    <a:pt x="871" y="3186"/>
                  </a:lnTo>
                  <a:lnTo>
                    <a:pt x="849" y="3128"/>
                  </a:lnTo>
                  <a:lnTo>
                    <a:pt x="833" y="3072"/>
                  </a:lnTo>
                  <a:lnTo>
                    <a:pt x="823" y="3020"/>
                  </a:lnTo>
                  <a:lnTo>
                    <a:pt x="816" y="2971"/>
                  </a:lnTo>
                  <a:lnTo>
                    <a:pt x="813" y="2925"/>
                  </a:lnTo>
                  <a:lnTo>
                    <a:pt x="815" y="2882"/>
                  </a:lnTo>
                  <a:lnTo>
                    <a:pt x="817" y="2843"/>
                  </a:lnTo>
                  <a:lnTo>
                    <a:pt x="823" y="2808"/>
                  </a:lnTo>
                  <a:lnTo>
                    <a:pt x="829" y="2777"/>
                  </a:lnTo>
                  <a:lnTo>
                    <a:pt x="836" y="2749"/>
                  </a:lnTo>
                  <a:lnTo>
                    <a:pt x="845" y="2726"/>
                  </a:lnTo>
                  <a:lnTo>
                    <a:pt x="852" y="2708"/>
                  </a:lnTo>
                  <a:lnTo>
                    <a:pt x="858" y="2693"/>
                  </a:lnTo>
                  <a:lnTo>
                    <a:pt x="864" y="2683"/>
                  </a:lnTo>
                  <a:lnTo>
                    <a:pt x="865" y="2679"/>
                  </a:lnTo>
                  <a:lnTo>
                    <a:pt x="872" y="2670"/>
                  </a:lnTo>
                  <a:lnTo>
                    <a:pt x="879" y="2661"/>
                  </a:lnTo>
                  <a:lnTo>
                    <a:pt x="1100" y="2441"/>
                  </a:lnTo>
                  <a:lnTo>
                    <a:pt x="1052" y="2415"/>
                  </a:lnTo>
                  <a:lnTo>
                    <a:pt x="1000" y="2395"/>
                  </a:lnTo>
                  <a:lnTo>
                    <a:pt x="947" y="2381"/>
                  </a:lnTo>
                  <a:lnTo>
                    <a:pt x="892" y="2371"/>
                  </a:lnTo>
                  <a:lnTo>
                    <a:pt x="836" y="2366"/>
                  </a:lnTo>
                  <a:lnTo>
                    <a:pt x="777" y="2365"/>
                  </a:lnTo>
                  <a:lnTo>
                    <a:pt x="719" y="2368"/>
                  </a:lnTo>
                  <a:lnTo>
                    <a:pt x="660" y="2373"/>
                  </a:lnTo>
                  <a:lnTo>
                    <a:pt x="601" y="2383"/>
                  </a:lnTo>
                  <a:lnTo>
                    <a:pt x="545" y="2394"/>
                  </a:lnTo>
                  <a:lnTo>
                    <a:pt x="489" y="2407"/>
                  </a:lnTo>
                  <a:lnTo>
                    <a:pt x="435" y="2421"/>
                  </a:lnTo>
                  <a:lnTo>
                    <a:pt x="385" y="2435"/>
                  </a:lnTo>
                  <a:lnTo>
                    <a:pt x="336" y="2451"/>
                  </a:lnTo>
                  <a:lnTo>
                    <a:pt x="291" y="2467"/>
                  </a:lnTo>
                  <a:lnTo>
                    <a:pt x="251" y="2481"/>
                  </a:lnTo>
                  <a:lnTo>
                    <a:pt x="216" y="2496"/>
                  </a:lnTo>
                  <a:lnTo>
                    <a:pt x="186" y="2509"/>
                  </a:lnTo>
                  <a:lnTo>
                    <a:pt x="160" y="2519"/>
                  </a:lnTo>
                  <a:lnTo>
                    <a:pt x="141" y="2528"/>
                  </a:lnTo>
                  <a:lnTo>
                    <a:pt x="130" y="2533"/>
                  </a:lnTo>
                  <a:lnTo>
                    <a:pt x="125" y="2535"/>
                  </a:lnTo>
                  <a:lnTo>
                    <a:pt x="104" y="2542"/>
                  </a:lnTo>
                  <a:lnTo>
                    <a:pt x="82" y="2545"/>
                  </a:lnTo>
                  <a:lnTo>
                    <a:pt x="62" y="2540"/>
                  </a:lnTo>
                  <a:lnTo>
                    <a:pt x="42" y="2532"/>
                  </a:lnTo>
                  <a:lnTo>
                    <a:pt x="25" y="2519"/>
                  </a:lnTo>
                  <a:lnTo>
                    <a:pt x="20" y="2513"/>
                  </a:lnTo>
                  <a:lnTo>
                    <a:pt x="16" y="2507"/>
                  </a:lnTo>
                  <a:lnTo>
                    <a:pt x="4" y="2486"/>
                  </a:lnTo>
                  <a:lnTo>
                    <a:pt x="0" y="2461"/>
                  </a:lnTo>
                  <a:lnTo>
                    <a:pt x="1" y="2438"/>
                  </a:lnTo>
                  <a:lnTo>
                    <a:pt x="10" y="2415"/>
                  </a:lnTo>
                  <a:lnTo>
                    <a:pt x="25" y="2395"/>
                  </a:lnTo>
                  <a:lnTo>
                    <a:pt x="130" y="2294"/>
                  </a:lnTo>
                  <a:lnTo>
                    <a:pt x="232" y="2201"/>
                  </a:lnTo>
                  <a:lnTo>
                    <a:pt x="333" y="2114"/>
                  </a:lnTo>
                  <a:lnTo>
                    <a:pt x="431" y="2036"/>
                  </a:lnTo>
                  <a:lnTo>
                    <a:pt x="528" y="1966"/>
                  </a:lnTo>
                  <a:lnTo>
                    <a:pt x="620" y="1902"/>
                  </a:lnTo>
                  <a:lnTo>
                    <a:pt x="711" y="1845"/>
                  </a:lnTo>
                  <a:lnTo>
                    <a:pt x="799" y="1794"/>
                  </a:lnTo>
                  <a:lnTo>
                    <a:pt x="885" y="1750"/>
                  </a:lnTo>
                  <a:lnTo>
                    <a:pt x="967" y="1711"/>
                  </a:lnTo>
                  <a:lnTo>
                    <a:pt x="1047" y="1678"/>
                  </a:lnTo>
                  <a:lnTo>
                    <a:pt x="1124" y="1649"/>
                  </a:lnTo>
                  <a:lnTo>
                    <a:pt x="1198" y="1626"/>
                  </a:lnTo>
                  <a:lnTo>
                    <a:pt x="1270" y="1606"/>
                  </a:lnTo>
                  <a:lnTo>
                    <a:pt x="1338" y="1591"/>
                  </a:lnTo>
                  <a:lnTo>
                    <a:pt x="1404" y="1580"/>
                  </a:lnTo>
                  <a:lnTo>
                    <a:pt x="1466" y="1571"/>
                  </a:lnTo>
                  <a:lnTo>
                    <a:pt x="1524" y="1567"/>
                  </a:lnTo>
                  <a:lnTo>
                    <a:pt x="1580" y="1564"/>
                  </a:lnTo>
                  <a:lnTo>
                    <a:pt x="1632" y="1564"/>
                  </a:lnTo>
                  <a:lnTo>
                    <a:pt x="1682" y="1567"/>
                  </a:lnTo>
                  <a:lnTo>
                    <a:pt x="1727" y="1571"/>
                  </a:lnTo>
                  <a:lnTo>
                    <a:pt x="1769" y="1577"/>
                  </a:lnTo>
                  <a:lnTo>
                    <a:pt x="1808" y="1583"/>
                  </a:lnTo>
                  <a:lnTo>
                    <a:pt x="1844" y="1590"/>
                  </a:lnTo>
                  <a:lnTo>
                    <a:pt x="1874" y="1598"/>
                  </a:lnTo>
                  <a:lnTo>
                    <a:pt x="1903" y="1607"/>
                  </a:lnTo>
                  <a:lnTo>
                    <a:pt x="1926" y="1614"/>
                  </a:lnTo>
                  <a:lnTo>
                    <a:pt x="2815" y="726"/>
                  </a:lnTo>
                  <a:lnTo>
                    <a:pt x="2905" y="642"/>
                  </a:lnTo>
                  <a:lnTo>
                    <a:pt x="2999" y="564"/>
                  </a:lnTo>
                  <a:lnTo>
                    <a:pt x="3094" y="494"/>
                  </a:lnTo>
                  <a:lnTo>
                    <a:pt x="3192" y="429"/>
                  </a:lnTo>
                  <a:lnTo>
                    <a:pt x="3291" y="370"/>
                  </a:lnTo>
                  <a:lnTo>
                    <a:pt x="3392" y="318"/>
                  </a:lnTo>
                  <a:lnTo>
                    <a:pt x="3493" y="269"/>
                  </a:lnTo>
                  <a:lnTo>
                    <a:pt x="3592" y="227"/>
                  </a:lnTo>
                  <a:lnTo>
                    <a:pt x="3692" y="188"/>
                  </a:lnTo>
                  <a:lnTo>
                    <a:pt x="3790" y="155"/>
                  </a:lnTo>
                  <a:lnTo>
                    <a:pt x="3887" y="126"/>
                  </a:lnTo>
                  <a:lnTo>
                    <a:pt x="3979" y="100"/>
                  </a:lnTo>
                  <a:lnTo>
                    <a:pt x="4070" y="79"/>
                  </a:lnTo>
                  <a:lnTo>
                    <a:pt x="4155" y="60"/>
                  </a:lnTo>
                  <a:lnTo>
                    <a:pt x="4235" y="46"/>
                  </a:lnTo>
                  <a:lnTo>
                    <a:pt x="4312" y="33"/>
                  </a:lnTo>
                  <a:lnTo>
                    <a:pt x="4381" y="23"/>
                  </a:lnTo>
                  <a:lnTo>
                    <a:pt x="4444" y="15"/>
                  </a:lnTo>
                  <a:lnTo>
                    <a:pt x="4501" y="10"/>
                  </a:lnTo>
                  <a:lnTo>
                    <a:pt x="4548" y="5"/>
                  </a:lnTo>
                  <a:lnTo>
                    <a:pt x="4589" y="2"/>
                  </a:lnTo>
                  <a:lnTo>
                    <a:pt x="4619" y="1"/>
                  </a:lnTo>
                  <a:lnTo>
                    <a:pt x="4641" y="0"/>
                  </a:lnTo>
                  <a:lnTo>
                    <a:pt x="4652" y="0"/>
                  </a:lnTo>
                  <a:close/>
                </a:path>
              </a:pathLst>
            </a:custGeom>
            <a:solidFill>
              <a:schemeClr val="bg1"/>
            </a:solidFill>
            <a:ln w="0">
              <a:noFill/>
              <a:prstDash val="solid"/>
              <a:round/>
              <a:headEnd/>
              <a:tailEnd/>
            </a:ln>
          </p:spPr>
          <p:txBody>
            <a:bodyPr wrap="square" lIns="91440" tIns="45720" rIns="91440" bIns="45720" anchor="ctr">
              <a:noAutofit/>
            </a:bodyPr>
            <a:lstStyle/>
            <a:p>
              <a:pPr algn="ctr"/>
              <a:endParaRPr>
                <a:cs typeface="+mn-ea"/>
                <a:sym typeface="+mn-lt"/>
              </a:endParaRPr>
            </a:p>
          </p:txBody>
        </p:sp>
        <p:sp>
          <p:nvSpPr>
            <p:cNvPr id="28" name="任意多边形: 形状 27">
              <a:extLst>
                <a:ext uri="{FF2B5EF4-FFF2-40B4-BE49-F238E27FC236}">
                  <a16:creationId xmlns:a16="http://schemas.microsoft.com/office/drawing/2014/main" id="{AC487FFE-943C-45AF-8FF8-04C06D7EAAD4}"/>
                </a:ext>
              </a:extLst>
            </p:cNvPr>
            <p:cNvSpPr/>
            <p:nvPr/>
          </p:nvSpPr>
          <p:spPr bwMode="auto">
            <a:xfrm>
              <a:off x="5905769" y="3077297"/>
              <a:ext cx="127428" cy="127065"/>
            </a:xfrm>
            <a:custGeom>
              <a:avLst/>
              <a:gdLst>
                <a:gd name="T0" fmla="*/ 558 w 1403"/>
                <a:gd name="T1" fmla="*/ 29 h 1400"/>
                <a:gd name="T2" fmla="*/ 507 w 1403"/>
                <a:gd name="T3" fmla="*/ 166 h 1400"/>
                <a:gd name="T4" fmla="*/ 451 w 1403"/>
                <a:gd name="T5" fmla="*/ 387 h 1400"/>
                <a:gd name="T6" fmla="*/ 416 w 1403"/>
                <a:gd name="T7" fmla="*/ 632 h 1400"/>
                <a:gd name="T8" fmla="*/ 404 w 1403"/>
                <a:gd name="T9" fmla="*/ 879 h 1400"/>
                <a:gd name="T10" fmla="*/ 402 w 1403"/>
                <a:gd name="T11" fmla="*/ 941 h 1400"/>
                <a:gd name="T12" fmla="*/ 405 w 1403"/>
                <a:gd name="T13" fmla="*/ 979 h 1400"/>
                <a:gd name="T14" fmla="*/ 421 w 1403"/>
                <a:gd name="T15" fmla="*/ 997 h 1400"/>
                <a:gd name="T16" fmla="*/ 564 w 1403"/>
                <a:gd name="T17" fmla="*/ 1000 h 1400"/>
                <a:gd name="T18" fmla="*/ 826 w 1403"/>
                <a:gd name="T19" fmla="*/ 979 h 1400"/>
                <a:gd name="T20" fmla="*/ 1061 w 1403"/>
                <a:gd name="T21" fmla="*/ 941 h 1400"/>
                <a:gd name="T22" fmla="*/ 1245 w 1403"/>
                <a:gd name="T23" fmla="*/ 890 h 1400"/>
                <a:gd name="T24" fmla="*/ 1403 w 1403"/>
                <a:gd name="T25" fmla="*/ 832 h 1400"/>
                <a:gd name="T26" fmla="*/ 1343 w 1403"/>
                <a:gd name="T27" fmla="*/ 938 h 1400"/>
                <a:gd name="T28" fmla="*/ 1267 w 1403"/>
                <a:gd name="T29" fmla="*/ 1033 h 1400"/>
                <a:gd name="T30" fmla="*/ 1147 w 1403"/>
                <a:gd name="T31" fmla="*/ 1139 h 1400"/>
                <a:gd name="T32" fmla="*/ 1013 w 1403"/>
                <a:gd name="T33" fmla="*/ 1226 h 1400"/>
                <a:gd name="T34" fmla="*/ 866 w 1403"/>
                <a:gd name="T35" fmla="*/ 1295 h 1400"/>
                <a:gd name="T36" fmla="*/ 712 w 1403"/>
                <a:gd name="T37" fmla="*/ 1345 h 1400"/>
                <a:gd name="T38" fmla="*/ 553 w 1403"/>
                <a:gd name="T39" fmla="*/ 1378 h 1400"/>
                <a:gd name="T40" fmla="*/ 395 w 1403"/>
                <a:gd name="T41" fmla="*/ 1397 h 1400"/>
                <a:gd name="T42" fmla="*/ 187 w 1403"/>
                <a:gd name="T43" fmla="*/ 1397 h 1400"/>
                <a:gd name="T44" fmla="*/ 114 w 1403"/>
                <a:gd name="T45" fmla="*/ 1378 h 1400"/>
                <a:gd name="T46" fmla="*/ 55 w 1403"/>
                <a:gd name="T47" fmla="*/ 1335 h 1400"/>
                <a:gd name="T48" fmla="*/ 14 w 1403"/>
                <a:gd name="T49" fmla="*/ 1270 h 1400"/>
                <a:gd name="T50" fmla="*/ 1 w 1403"/>
                <a:gd name="T51" fmla="*/ 1204 h 1400"/>
                <a:gd name="T52" fmla="*/ 0 w 1403"/>
                <a:gd name="T53" fmla="*/ 1134 h 1400"/>
                <a:gd name="T54" fmla="*/ 4 w 1403"/>
                <a:gd name="T55" fmla="*/ 1002 h 1400"/>
                <a:gd name="T56" fmla="*/ 29 w 1403"/>
                <a:gd name="T57" fmla="*/ 811 h 1400"/>
                <a:gd name="T58" fmla="*/ 78 w 1403"/>
                <a:gd name="T59" fmla="*/ 619 h 1400"/>
                <a:gd name="T60" fmla="*/ 153 w 1403"/>
                <a:gd name="T61" fmla="*/ 435 h 1400"/>
                <a:gd name="T62" fmla="*/ 233 w 1403"/>
                <a:gd name="T63" fmla="*/ 294 h 1400"/>
                <a:gd name="T64" fmla="*/ 313 w 1403"/>
                <a:gd name="T65" fmla="*/ 191 h 1400"/>
                <a:gd name="T66" fmla="*/ 405 w 1403"/>
                <a:gd name="T67" fmla="*/ 102 h 1400"/>
                <a:gd name="T68" fmla="*/ 512 w 1403"/>
                <a:gd name="T69" fmla="*/ 29 h 14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403" h="1400">
                  <a:moveTo>
                    <a:pt x="569" y="0"/>
                  </a:moveTo>
                  <a:lnTo>
                    <a:pt x="558" y="29"/>
                  </a:lnTo>
                  <a:lnTo>
                    <a:pt x="546" y="58"/>
                  </a:lnTo>
                  <a:lnTo>
                    <a:pt x="507" y="166"/>
                  </a:lnTo>
                  <a:lnTo>
                    <a:pt x="477" y="276"/>
                  </a:lnTo>
                  <a:lnTo>
                    <a:pt x="451" y="387"/>
                  </a:lnTo>
                  <a:lnTo>
                    <a:pt x="432" y="501"/>
                  </a:lnTo>
                  <a:lnTo>
                    <a:pt x="416" y="632"/>
                  </a:lnTo>
                  <a:lnTo>
                    <a:pt x="408" y="763"/>
                  </a:lnTo>
                  <a:lnTo>
                    <a:pt x="404" y="879"/>
                  </a:lnTo>
                  <a:lnTo>
                    <a:pt x="402" y="907"/>
                  </a:lnTo>
                  <a:lnTo>
                    <a:pt x="402" y="941"/>
                  </a:lnTo>
                  <a:lnTo>
                    <a:pt x="402" y="969"/>
                  </a:lnTo>
                  <a:lnTo>
                    <a:pt x="405" y="979"/>
                  </a:lnTo>
                  <a:lnTo>
                    <a:pt x="411" y="989"/>
                  </a:lnTo>
                  <a:lnTo>
                    <a:pt x="421" y="997"/>
                  </a:lnTo>
                  <a:lnTo>
                    <a:pt x="432" y="1000"/>
                  </a:lnTo>
                  <a:lnTo>
                    <a:pt x="564" y="1000"/>
                  </a:lnTo>
                  <a:lnTo>
                    <a:pt x="695" y="992"/>
                  </a:lnTo>
                  <a:lnTo>
                    <a:pt x="826" y="979"/>
                  </a:lnTo>
                  <a:lnTo>
                    <a:pt x="956" y="961"/>
                  </a:lnTo>
                  <a:lnTo>
                    <a:pt x="1061" y="941"/>
                  </a:lnTo>
                  <a:lnTo>
                    <a:pt x="1166" y="915"/>
                  </a:lnTo>
                  <a:lnTo>
                    <a:pt x="1245" y="890"/>
                  </a:lnTo>
                  <a:lnTo>
                    <a:pt x="1325" y="861"/>
                  </a:lnTo>
                  <a:lnTo>
                    <a:pt x="1403" y="832"/>
                  </a:lnTo>
                  <a:lnTo>
                    <a:pt x="1375" y="887"/>
                  </a:lnTo>
                  <a:lnTo>
                    <a:pt x="1343" y="938"/>
                  </a:lnTo>
                  <a:lnTo>
                    <a:pt x="1307" y="985"/>
                  </a:lnTo>
                  <a:lnTo>
                    <a:pt x="1267" y="1033"/>
                  </a:lnTo>
                  <a:lnTo>
                    <a:pt x="1209" y="1087"/>
                  </a:lnTo>
                  <a:lnTo>
                    <a:pt x="1147" y="1139"/>
                  </a:lnTo>
                  <a:lnTo>
                    <a:pt x="1082" y="1185"/>
                  </a:lnTo>
                  <a:lnTo>
                    <a:pt x="1013" y="1226"/>
                  </a:lnTo>
                  <a:lnTo>
                    <a:pt x="941" y="1263"/>
                  </a:lnTo>
                  <a:lnTo>
                    <a:pt x="866" y="1295"/>
                  </a:lnTo>
                  <a:lnTo>
                    <a:pt x="790" y="1322"/>
                  </a:lnTo>
                  <a:lnTo>
                    <a:pt x="712" y="1345"/>
                  </a:lnTo>
                  <a:lnTo>
                    <a:pt x="633" y="1364"/>
                  </a:lnTo>
                  <a:lnTo>
                    <a:pt x="553" y="1378"/>
                  </a:lnTo>
                  <a:lnTo>
                    <a:pt x="474" y="1390"/>
                  </a:lnTo>
                  <a:lnTo>
                    <a:pt x="395" y="1397"/>
                  </a:lnTo>
                  <a:lnTo>
                    <a:pt x="291" y="1400"/>
                  </a:lnTo>
                  <a:lnTo>
                    <a:pt x="187" y="1397"/>
                  </a:lnTo>
                  <a:lnTo>
                    <a:pt x="148" y="1391"/>
                  </a:lnTo>
                  <a:lnTo>
                    <a:pt x="114" y="1378"/>
                  </a:lnTo>
                  <a:lnTo>
                    <a:pt x="82" y="1360"/>
                  </a:lnTo>
                  <a:lnTo>
                    <a:pt x="55" y="1335"/>
                  </a:lnTo>
                  <a:lnTo>
                    <a:pt x="32" y="1305"/>
                  </a:lnTo>
                  <a:lnTo>
                    <a:pt x="14" y="1270"/>
                  </a:lnTo>
                  <a:lnTo>
                    <a:pt x="6" y="1237"/>
                  </a:lnTo>
                  <a:lnTo>
                    <a:pt x="1" y="1204"/>
                  </a:lnTo>
                  <a:lnTo>
                    <a:pt x="0" y="1168"/>
                  </a:lnTo>
                  <a:lnTo>
                    <a:pt x="0" y="1134"/>
                  </a:lnTo>
                  <a:lnTo>
                    <a:pt x="0" y="1100"/>
                  </a:lnTo>
                  <a:lnTo>
                    <a:pt x="4" y="1002"/>
                  </a:lnTo>
                  <a:lnTo>
                    <a:pt x="14" y="906"/>
                  </a:lnTo>
                  <a:lnTo>
                    <a:pt x="29" y="811"/>
                  </a:lnTo>
                  <a:lnTo>
                    <a:pt x="50" y="714"/>
                  </a:lnTo>
                  <a:lnTo>
                    <a:pt x="78" y="619"/>
                  </a:lnTo>
                  <a:lnTo>
                    <a:pt x="111" y="526"/>
                  </a:lnTo>
                  <a:lnTo>
                    <a:pt x="153" y="435"/>
                  </a:lnTo>
                  <a:lnTo>
                    <a:pt x="199" y="348"/>
                  </a:lnTo>
                  <a:lnTo>
                    <a:pt x="233" y="294"/>
                  </a:lnTo>
                  <a:lnTo>
                    <a:pt x="272" y="242"/>
                  </a:lnTo>
                  <a:lnTo>
                    <a:pt x="313" y="191"/>
                  </a:lnTo>
                  <a:lnTo>
                    <a:pt x="357" y="145"/>
                  </a:lnTo>
                  <a:lnTo>
                    <a:pt x="405" y="102"/>
                  </a:lnTo>
                  <a:lnTo>
                    <a:pt x="457" y="62"/>
                  </a:lnTo>
                  <a:lnTo>
                    <a:pt x="512" y="29"/>
                  </a:lnTo>
                  <a:lnTo>
                    <a:pt x="569" y="0"/>
                  </a:lnTo>
                  <a:close/>
                </a:path>
              </a:pathLst>
            </a:custGeom>
            <a:solidFill>
              <a:schemeClr val="bg1"/>
            </a:solidFill>
            <a:ln w="0">
              <a:noFill/>
              <a:prstDash val="solid"/>
              <a:round/>
              <a:headEnd/>
              <a:tailEnd/>
            </a:ln>
          </p:spPr>
          <p:txBody>
            <a:bodyPr wrap="square" lIns="91440" tIns="45720" rIns="91440" bIns="45720" anchor="ctr">
              <a:noAutofit/>
            </a:bodyPr>
            <a:lstStyle/>
            <a:p>
              <a:pPr algn="ctr"/>
              <a:endParaRPr>
                <a:cs typeface="+mn-ea"/>
                <a:sym typeface="+mn-lt"/>
              </a:endParaRPr>
            </a:p>
          </p:txBody>
        </p:sp>
        <p:sp>
          <p:nvSpPr>
            <p:cNvPr id="29" name="任意多边形: 形状 28">
              <a:extLst>
                <a:ext uri="{FF2B5EF4-FFF2-40B4-BE49-F238E27FC236}">
                  <a16:creationId xmlns:a16="http://schemas.microsoft.com/office/drawing/2014/main" id="{36A19CEA-E219-419B-AC1E-EEB0750E0F62}"/>
                </a:ext>
              </a:extLst>
            </p:cNvPr>
            <p:cNvSpPr/>
            <p:nvPr/>
          </p:nvSpPr>
          <p:spPr bwMode="auto">
            <a:xfrm>
              <a:off x="9227906" y="3099157"/>
              <a:ext cx="21591" cy="10196"/>
            </a:xfrm>
            <a:custGeom>
              <a:avLst/>
              <a:gdLst>
                <a:gd name="T0" fmla="*/ 170 w 178"/>
                <a:gd name="T1" fmla="*/ 0 h 87"/>
                <a:gd name="T2" fmla="*/ 176 w 178"/>
                <a:gd name="T3" fmla="*/ 6 h 87"/>
                <a:gd name="T4" fmla="*/ 178 w 178"/>
                <a:gd name="T5" fmla="*/ 16 h 87"/>
                <a:gd name="T6" fmla="*/ 176 w 178"/>
                <a:gd name="T7" fmla="*/ 28 h 87"/>
                <a:gd name="T8" fmla="*/ 171 w 178"/>
                <a:gd name="T9" fmla="*/ 40 h 87"/>
                <a:gd name="T10" fmla="*/ 165 w 178"/>
                <a:gd name="T11" fmla="*/ 53 h 87"/>
                <a:gd name="T12" fmla="*/ 156 w 178"/>
                <a:gd name="T13" fmla="*/ 66 h 87"/>
                <a:gd name="T14" fmla="*/ 147 w 178"/>
                <a:gd name="T15" fmla="*/ 76 h 87"/>
                <a:gd name="T16" fmla="*/ 136 w 178"/>
                <a:gd name="T17" fmla="*/ 84 h 87"/>
                <a:gd name="T18" fmla="*/ 126 w 178"/>
                <a:gd name="T19" fmla="*/ 87 h 87"/>
                <a:gd name="T20" fmla="*/ 0 w 178"/>
                <a:gd name="T21" fmla="*/ 19 h 87"/>
                <a:gd name="T22" fmla="*/ 170 w 178"/>
                <a:gd name="T23" fmla="*/ 0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8" h="87">
                  <a:moveTo>
                    <a:pt x="170" y="0"/>
                  </a:moveTo>
                  <a:lnTo>
                    <a:pt x="176" y="6"/>
                  </a:lnTo>
                  <a:lnTo>
                    <a:pt x="178" y="16"/>
                  </a:lnTo>
                  <a:lnTo>
                    <a:pt x="176" y="28"/>
                  </a:lnTo>
                  <a:lnTo>
                    <a:pt x="171" y="40"/>
                  </a:lnTo>
                  <a:lnTo>
                    <a:pt x="165" y="53"/>
                  </a:lnTo>
                  <a:lnTo>
                    <a:pt x="156" y="66"/>
                  </a:lnTo>
                  <a:lnTo>
                    <a:pt x="147" y="76"/>
                  </a:lnTo>
                  <a:lnTo>
                    <a:pt x="136" y="84"/>
                  </a:lnTo>
                  <a:lnTo>
                    <a:pt x="126" y="87"/>
                  </a:lnTo>
                  <a:lnTo>
                    <a:pt x="0" y="19"/>
                  </a:lnTo>
                  <a:lnTo>
                    <a:pt x="170" y="0"/>
                  </a:lnTo>
                  <a:close/>
                </a:path>
              </a:pathLst>
            </a:custGeom>
            <a:solidFill>
              <a:schemeClr val="bg1"/>
            </a:solidFill>
            <a:ln w="0">
              <a:noFill/>
              <a:prstDash val="solid"/>
              <a:round/>
              <a:headEnd/>
              <a:tailEnd/>
            </a:ln>
          </p:spPr>
          <p:txBody>
            <a:bodyPr wrap="square" lIns="91440" tIns="45720" rIns="91440" bIns="45720" anchor="ctr">
              <a:noAutofit/>
            </a:bodyPr>
            <a:lstStyle/>
            <a:p>
              <a:pPr algn="ctr"/>
              <a:endParaRPr>
                <a:cs typeface="+mn-ea"/>
                <a:sym typeface="+mn-lt"/>
              </a:endParaRPr>
            </a:p>
          </p:txBody>
        </p:sp>
        <p:sp>
          <p:nvSpPr>
            <p:cNvPr id="30" name="任意多边形: 形状 29">
              <a:extLst>
                <a:ext uri="{FF2B5EF4-FFF2-40B4-BE49-F238E27FC236}">
                  <a16:creationId xmlns:a16="http://schemas.microsoft.com/office/drawing/2014/main" id="{1615152E-B91B-4D06-82C3-2468881A9C6E}"/>
                </a:ext>
              </a:extLst>
            </p:cNvPr>
            <p:cNvSpPr/>
            <p:nvPr/>
          </p:nvSpPr>
          <p:spPr bwMode="auto">
            <a:xfrm>
              <a:off x="9230905" y="3082363"/>
              <a:ext cx="25790" cy="17992"/>
            </a:xfrm>
            <a:custGeom>
              <a:avLst/>
              <a:gdLst>
                <a:gd name="T0" fmla="*/ 163 w 214"/>
                <a:gd name="T1" fmla="*/ 0 h 147"/>
                <a:gd name="T2" fmla="*/ 174 w 214"/>
                <a:gd name="T3" fmla="*/ 0 h 147"/>
                <a:gd name="T4" fmla="*/ 184 w 214"/>
                <a:gd name="T5" fmla="*/ 6 h 147"/>
                <a:gd name="T6" fmla="*/ 193 w 214"/>
                <a:gd name="T7" fmla="*/ 15 h 147"/>
                <a:gd name="T8" fmla="*/ 200 w 214"/>
                <a:gd name="T9" fmla="*/ 26 h 147"/>
                <a:gd name="T10" fmla="*/ 207 w 214"/>
                <a:gd name="T11" fmla="*/ 41 h 147"/>
                <a:gd name="T12" fmla="*/ 211 w 214"/>
                <a:gd name="T13" fmla="*/ 56 h 147"/>
                <a:gd name="T14" fmla="*/ 214 w 214"/>
                <a:gd name="T15" fmla="*/ 70 h 147"/>
                <a:gd name="T16" fmla="*/ 212 w 214"/>
                <a:gd name="T17" fmla="*/ 85 h 147"/>
                <a:gd name="T18" fmla="*/ 209 w 214"/>
                <a:gd name="T19" fmla="*/ 97 h 147"/>
                <a:gd name="T20" fmla="*/ 202 w 214"/>
                <a:gd name="T21" fmla="*/ 107 h 147"/>
                <a:gd name="T22" fmla="*/ 0 w 214"/>
                <a:gd name="T23" fmla="*/ 147 h 147"/>
                <a:gd name="T24" fmla="*/ 163 w 214"/>
                <a:gd name="T25" fmla="*/ 0 h 1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14" h="147">
                  <a:moveTo>
                    <a:pt x="163" y="0"/>
                  </a:moveTo>
                  <a:lnTo>
                    <a:pt x="174" y="0"/>
                  </a:lnTo>
                  <a:lnTo>
                    <a:pt x="184" y="6"/>
                  </a:lnTo>
                  <a:lnTo>
                    <a:pt x="193" y="15"/>
                  </a:lnTo>
                  <a:lnTo>
                    <a:pt x="200" y="26"/>
                  </a:lnTo>
                  <a:lnTo>
                    <a:pt x="207" y="41"/>
                  </a:lnTo>
                  <a:lnTo>
                    <a:pt x="211" y="56"/>
                  </a:lnTo>
                  <a:lnTo>
                    <a:pt x="214" y="70"/>
                  </a:lnTo>
                  <a:lnTo>
                    <a:pt x="212" y="85"/>
                  </a:lnTo>
                  <a:lnTo>
                    <a:pt x="209" y="97"/>
                  </a:lnTo>
                  <a:lnTo>
                    <a:pt x="202" y="107"/>
                  </a:lnTo>
                  <a:lnTo>
                    <a:pt x="0" y="147"/>
                  </a:lnTo>
                  <a:lnTo>
                    <a:pt x="163" y="0"/>
                  </a:lnTo>
                  <a:close/>
                </a:path>
              </a:pathLst>
            </a:custGeom>
            <a:solidFill>
              <a:schemeClr val="bg1"/>
            </a:solidFill>
            <a:ln w="0">
              <a:noFill/>
              <a:prstDash val="solid"/>
              <a:round/>
              <a:headEnd/>
              <a:tailEnd/>
            </a:ln>
          </p:spPr>
          <p:txBody>
            <a:bodyPr wrap="square" lIns="91440" tIns="45720" rIns="91440" bIns="45720" anchor="ctr">
              <a:noAutofit/>
            </a:bodyPr>
            <a:lstStyle/>
            <a:p>
              <a:pPr algn="ctr"/>
              <a:endParaRPr>
                <a:cs typeface="+mn-ea"/>
                <a:sym typeface="+mn-lt"/>
              </a:endParaRPr>
            </a:p>
          </p:txBody>
        </p:sp>
        <p:sp>
          <p:nvSpPr>
            <p:cNvPr id="31" name="任意多边形: 形状 30">
              <a:extLst>
                <a:ext uri="{FF2B5EF4-FFF2-40B4-BE49-F238E27FC236}">
                  <a16:creationId xmlns:a16="http://schemas.microsoft.com/office/drawing/2014/main" id="{3A8FDE1F-6E01-4DFC-80E0-2F8F060E8388}"/>
                </a:ext>
              </a:extLst>
            </p:cNvPr>
            <p:cNvSpPr/>
            <p:nvPr/>
          </p:nvSpPr>
          <p:spPr bwMode="auto">
            <a:xfrm>
              <a:off x="9232705" y="3066170"/>
              <a:ext cx="20991" cy="31188"/>
            </a:xfrm>
            <a:custGeom>
              <a:avLst/>
              <a:gdLst>
                <a:gd name="T0" fmla="*/ 66 w 173"/>
                <a:gd name="T1" fmla="*/ 0 h 258"/>
                <a:gd name="T2" fmla="*/ 85 w 173"/>
                <a:gd name="T3" fmla="*/ 3 h 258"/>
                <a:gd name="T4" fmla="*/ 104 w 173"/>
                <a:gd name="T5" fmla="*/ 8 h 258"/>
                <a:gd name="T6" fmla="*/ 121 w 173"/>
                <a:gd name="T7" fmla="*/ 15 h 258"/>
                <a:gd name="T8" fmla="*/ 139 w 173"/>
                <a:gd name="T9" fmla="*/ 24 h 258"/>
                <a:gd name="T10" fmla="*/ 153 w 173"/>
                <a:gd name="T11" fmla="*/ 35 h 258"/>
                <a:gd name="T12" fmla="*/ 165 w 173"/>
                <a:gd name="T13" fmla="*/ 46 h 258"/>
                <a:gd name="T14" fmla="*/ 171 w 173"/>
                <a:gd name="T15" fmla="*/ 58 h 258"/>
                <a:gd name="T16" fmla="*/ 173 w 173"/>
                <a:gd name="T17" fmla="*/ 70 h 258"/>
                <a:gd name="T18" fmla="*/ 0 w 173"/>
                <a:gd name="T19" fmla="*/ 258 h 258"/>
                <a:gd name="T20" fmla="*/ 25 w 173"/>
                <a:gd name="T21" fmla="*/ 11 h 258"/>
                <a:gd name="T22" fmla="*/ 36 w 173"/>
                <a:gd name="T23" fmla="*/ 4 h 258"/>
                <a:gd name="T24" fmla="*/ 49 w 173"/>
                <a:gd name="T25" fmla="*/ 1 h 258"/>
                <a:gd name="T26" fmla="*/ 66 w 173"/>
                <a:gd name="T27" fmla="*/ 0 h 2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73" h="258">
                  <a:moveTo>
                    <a:pt x="66" y="0"/>
                  </a:moveTo>
                  <a:lnTo>
                    <a:pt x="85" y="3"/>
                  </a:lnTo>
                  <a:lnTo>
                    <a:pt x="104" y="8"/>
                  </a:lnTo>
                  <a:lnTo>
                    <a:pt x="121" y="15"/>
                  </a:lnTo>
                  <a:lnTo>
                    <a:pt x="139" y="24"/>
                  </a:lnTo>
                  <a:lnTo>
                    <a:pt x="153" y="35"/>
                  </a:lnTo>
                  <a:lnTo>
                    <a:pt x="165" y="46"/>
                  </a:lnTo>
                  <a:lnTo>
                    <a:pt x="171" y="58"/>
                  </a:lnTo>
                  <a:lnTo>
                    <a:pt x="173" y="70"/>
                  </a:lnTo>
                  <a:lnTo>
                    <a:pt x="0" y="258"/>
                  </a:lnTo>
                  <a:lnTo>
                    <a:pt x="25" y="11"/>
                  </a:lnTo>
                  <a:lnTo>
                    <a:pt x="36" y="4"/>
                  </a:lnTo>
                  <a:lnTo>
                    <a:pt x="49" y="1"/>
                  </a:lnTo>
                  <a:lnTo>
                    <a:pt x="66" y="0"/>
                  </a:lnTo>
                  <a:close/>
                </a:path>
              </a:pathLst>
            </a:custGeom>
            <a:solidFill>
              <a:schemeClr val="bg1"/>
            </a:solidFill>
            <a:ln w="0">
              <a:noFill/>
              <a:prstDash val="solid"/>
              <a:round/>
              <a:headEnd/>
              <a:tailEnd/>
            </a:ln>
          </p:spPr>
          <p:txBody>
            <a:bodyPr wrap="square" lIns="91440" tIns="45720" rIns="91440" bIns="45720" anchor="ctr">
              <a:noAutofit/>
            </a:bodyPr>
            <a:lstStyle/>
            <a:p>
              <a:pPr algn="ctr"/>
              <a:endParaRPr>
                <a:cs typeface="+mn-ea"/>
                <a:sym typeface="+mn-lt"/>
              </a:endParaRPr>
            </a:p>
          </p:txBody>
        </p:sp>
        <p:sp>
          <p:nvSpPr>
            <p:cNvPr id="32" name="任意多边形: 形状 31">
              <a:extLst>
                <a:ext uri="{FF2B5EF4-FFF2-40B4-BE49-F238E27FC236}">
                  <a16:creationId xmlns:a16="http://schemas.microsoft.com/office/drawing/2014/main" id="{B20C4F8A-58A9-4B11-B6C4-D4057329F0B8}"/>
                </a:ext>
              </a:extLst>
            </p:cNvPr>
            <p:cNvSpPr/>
            <p:nvPr/>
          </p:nvSpPr>
          <p:spPr bwMode="auto">
            <a:xfrm>
              <a:off x="9205715" y="3056573"/>
              <a:ext cx="26390" cy="36586"/>
            </a:xfrm>
            <a:custGeom>
              <a:avLst/>
              <a:gdLst>
                <a:gd name="T0" fmla="*/ 170 w 219"/>
                <a:gd name="T1" fmla="*/ 0 h 305"/>
                <a:gd name="T2" fmla="*/ 189 w 219"/>
                <a:gd name="T3" fmla="*/ 2 h 305"/>
                <a:gd name="T4" fmla="*/ 204 w 219"/>
                <a:gd name="T5" fmla="*/ 6 h 305"/>
                <a:gd name="T6" fmla="*/ 216 w 219"/>
                <a:gd name="T7" fmla="*/ 14 h 305"/>
                <a:gd name="T8" fmla="*/ 219 w 219"/>
                <a:gd name="T9" fmla="*/ 305 h 305"/>
                <a:gd name="T10" fmla="*/ 0 w 219"/>
                <a:gd name="T11" fmla="*/ 80 h 305"/>
                <a:gd name="T12" fmla="*/ 3 w 219"/>
                <a:gd name="T13" fmla="*/ 68 h 305"/>
                <a:gd name="T14" fmla="*/ 11 w 219"/>
                <a:gd name="T15" fmla="*/ 55 h 305"/>
                <a:gd name="T16" fmla="*/ 24 w 219"/>
                <a:gd name="T17" fmla="*/ 44 h 305"/>
                <a:gd name="T18" fmla="*/ 41 w 219"/>
                <a:gd name="T19" fmla="*/ 33 h 305"/>
                <a:gd name="T20" fmla="*/ 61 w 219"/>
                <a:gd name="T21" fmla="*/ 25 h 305"/>
                <a:gd name="T22" fmla="*/ 82 w 219"/>
                <a:gd name="T23" fmla="*/ 16 h 305"/>
                <a:gd name="T24" fmla="*/ 104 w 219"/>
                <a:gd name="T25" fmla="*/ 9 h 305"/>
                <a:gd name="T26" fmla="*/ 127 w 219"/>
                <a:gd name="T27" fmla="*/ 4 h 305"/>
                <a:gd name="T28" fmla="*/ 149 w 219"/>
                <a:gd name="T29" fmla="*/ 0 h 305"/>
                <a:gd name="T30" fmla="*/ 170 w 219"/>
                <a:gd name="T31" fmla="*/ 0 h 3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19" h="305">
                  <a:moveTo>
                    <a:pt x="170" y="0"/>
                  </a:moveTo>
                  <a:lnTo>
                    <a:pt x="189" y="2"/>
                  </a:lnTo>
                  <a:lnTo>
                    <a:pt x="204" y="6"/>
                  </a:lnTo>
                  <a:lnTo>
                    <a:pt x="216" y="14"/>
                  </a:lnTo>
                  <a:lnTo>
                    <a:pt x="219" y="305"/>
                  </a:lnTo>
                  <a:lnTo>
                    <a:pt x="0" y="80"/>
                  </a:lnTo>
                  <a:lnTo>
                    <a:pt x="3" y="68"/>
                  </a:lnTo>
                  <a:lnTo>
                    <a:pt x="11" y="55"/>
                  </a:lnTo>
                  <a:lnTo>
                    <a:pt x="24" y="44"/>
                  </a:lnTo>
                  <a:lnTo>
                    <a:pt x="41" y="33"/>
                  </a:lnTo>
                  <a:lnTo>
                    <a:pt x="61" y="25"/>
                  </a:lnTo>
                  <a:lnTo>
                    <a:pt x="82" y="16"/>
                  </a:lnTo>
                  <a:lnTo>
                    <a:pt x="104" y="9"/>
                  </a:lnTo>
                  <a:lnTo>
                    <a:pt x="127" y="4"/>
                  </a:lnTo>
                  <a:lnTo>
                    <a:pt x="149" y="0"/>
                  </a:lnTo>
                  <a:lnTo>
                    <a:pt x="170" y="0"/>
                  </a:lnTo>
                  <a:close/>
                </a:path>
              </a:pathLst>
            </a:custGeom>
            <a:solidFill>
              <a:schemeClr val="bg1"/>
            </a:solidFill>
            <a:ln w="0">
              <a:noFill/>
              <a:prstDash val="solid"/>
              <a:round/>
              <a:headEnd/>
              <a:tailEnd/>
            </a:ln>
          </p:spPr>
          <p:txBody>
            <a:bodyPr wrap="square" lIns="91440" tIns="45720" rIns="91440" bIns="45720" anchor="ctr">
              <a:noAutofit/>
            </a:bodyPr>
            <a:lstStyle/>
            <a:p>
              <a:pPr algn="ctr"/>
              <a:endParaRPr>
                <a:cs typeface="+mn-ea"/>
                <a:sym typeface="+mn-lt"/>
              </a:endParaRPr>
            </a:p>
          </p:txBody>
        </p:sp>
        <p:sp>
          <p:nvSpPr>
            <p:cNvPr id="33" name="任意多边形: 形状 32">
              <a:extLst>
                <a:ext uri="{FF2B5EF4-FFF2-40B4-BE49-F238E27FC236}">
                  <a16:creationId xmlns:a16="http://schemas.microsoft.com/office/drawing/2014/main" id="{B99738AD-5A21-47D3-ABC8-CC6385B5F31F}"/>
                </a:ext>
              </a:extLst>
            </p:cNvPr>
            <p:cNvSpPr/>
            <p:nvPr/>
          </p:nvSpPr>
          <p:spPr bwMode="auto">
            <a:xfrm>
              <a:off x="9170929" y="3061972"/>
              <a:ext cx="56377" cy="28788"/>
            </a:xfrm>
            <a:custGeom>
              <a:avLst/>
              <a:gdLst>
                <a:gd name="T0" fmla="*/ 175 w 468"/>
                <a:gd name="T1" fmla="*/ 0 h 239"/>
                <a:gd name="T2" fmla="*/ 468 w 468"/>
                <a:gd name="T3" fmla="*/ 239 h 239"/>
                <a:gd name="T4" fmla="*/ 11 w 468"/>
                <a:gd name="T5" fmla="*/ 220 h 239"/>
                <a:gd name="T6" fmla="*/ 3 w 468"/>
                <a:gd name="T7" fmla="*/ 209 h 239"/>
                <a:gd name="T8" fmla="*/ 0 w 468"/>
                <a:gd name="T9" fmla="*/ 196 h 239"/>
                <a:gd name="T10" fmla="*/ 1 w 468"/>
                <a:gd name="T11" fmla="*/ 181 h 239"/>
                <a:gd name="T12" fmla="*/ 5 w 468"/>
                <a:gd name="T13" fmla="*/ 163 h 239"/>
                <a:gd name="T14" fmla="*/ 12 w 468"/>
                <a:gd name="T15" fmla="*/ 143 h 239"/>
                <a:gd name="T16" fmla="*/ 23 w 468"/>
                <a:gd name="T17" fmla="*/ 124 h 239"/>
                <a:gd name="T18" fmla="*/ 36 w 468"/>
                <a:gd name="T19" fmla="*/ 103 h 239"/>
                <a:gd name="T20" fmla="*/ 50 w 468"/>
                <a:gd name="T21" fmla="*/ 83 h 239"/>
                <a:gd name="T22" fmla="*/ 67 w 468"/>
                <a:gd name="T23" fmla="*/ 64 h 239"/>
                <a:gd name="T24" fmla="*/ 85 w 468"/>
                <a:gd name="T25" fmla="*/ 47 h 239"/>
                <a:gd name="T26" fmla="*/ 103 w 468"/>
                <a:gd name="T27" fmla="*/ 30 h 239"/>
                <a:gd name="T28" fmla="*/ 121 w 468"/>
                <a:gd name="T29" fmla="*/ 18 h 239"/>
                <a:gd name="T30" fmla="*/ 140 w 468"/>
                <a:gd name="T31" fmla="*/ 8 h 239"/>
                <a:gd name="T32" fmla="*/ 158 w 468"/>
                <a:gd name="T33" fmla="*/ 1 h 239"/>
                <a:gd name="T34" fmla="*/ 175 w 468"/>
                <a:gd name="T35" fmla="*/ 0 h 2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468" h="239">
                  <a:moveTo>
                    <a:pt x="175" y="0"/>
                  </a:moveTo>
                  <a:lnTo>
                    <a:pt x="468" y="239"/>
                  </a:lnTo>
                  <a:lnTo>
                    <a:pt x="11" y="220"/>
                  </a:lnTo>
                  <a:lnTo>
                    <a:pt x="3" y="209"/>
                  </a:lnTo>
                  <a:lnTo>
                    <a:pt x="0" y="196"/>
                  </a:lnTo>
                  <a:lnTo>
                    <a:pt x="1" y="181"/>
                  </a:lnTo>
                  <a:lnTo>
                    <a:pt x="5" y="163"/>
                  </a:lnTo>
                  <a:lnTo>
                    <a:pt x="12" y="143"/>
                  </a:lnTo>
                  <a:lnTo>
                    <a:pt x="23" y="124"/>
                  </a:lnTo>
                  <a:lnTo>
                    <a:pt x="36" y="103"/>
                  </a:lnTo>
                  <a:lnTo>
                    <a:pt x="50" y="83"/>
                  </a:lnTo>
                  <a:lnTo>
                    <a:pt x="67" y="64"/>
                  </a:lnTo>
                  <a:lnTo>
                    <a:pt x="85" y="47"/>
                  </a:lnTo>
                  <a:lnTo>
                    <a:pt x="103" y="30"/>
                  </a:lnTo>
                  <a:lnTo>
                    <a:pt x="121" y="18"/>
                  </a:lnTo>
                  <a:lnTo>
                    <a:pt x="140" y="8"/>
                  </a:lnTo>
                  <a:lnTo>
                    <a:pt x="158" y="1"/>
                  </a:lnTo>
                  <a:lnTo>
                    <a:pt x="175" y="0"/>
                  </a:lnTo>
                  <a:close/>
                </a:path>
              </a:pathLst>
            </a:custGeom>
            <a:solidFill>
              <a:schemeClr val="bg1"/>
            </a:solidFill>
            <a:ln w="0">
              <a:noFill/>
              <a:prstDash val="solid"/>
              <a:round/>
              <a:headEnd/>
              <a:tailEnd/>
            </a:ln>
          </p:spPr>
          <p:txBody>
            <a:bodyPr wrap="square" lIns="91440" tIns="45720" rIns="91440" bIns="45720" anchor="ctr">
              <a:noAutofit/>
            </a:bodyPr>
            <a:lstStyle/>
            <a:p>
              <a:pPr algn="ctr"/>
              <a:endParaRPr dirty="0">
                <a:cs typeface="+mn-ea"/>
                <a:sym typeface="+mn-lt"/>
              </a:endParaRPr>
            </a:p>
          </p:txBody>
        </p:sp>
        <p:sp>
          <p:nvSpPr>
            <p:cNvPr id="34" name="任意多边形: 形状 33">
              <a:extLst>
                <a:ext uri="{FF2B5EF4-FFF2-40B4-BE49-F238E27FC236}">
                  <a16:creationId xmlns:a16="http://schemas.microsoft.com/office/drawing/2014/main" id="{CA789BAE-F090-4BDE-A5CD-CAB2ED4519F4}"/>
                </a:ext>
              </a:extLst>
            </p:cNvPr>
            <p:cNvSpPr/>
            <p:nvPr/>
          </p:nvSpPr>
          <p:spPr bwMode="auto">
            <a:xfrm>
              <a:off x="9147539" y="3091960"/>
              <a:ext cx="71971" cy="40184"/>
            </a:xfrm>
            <a:custGeom>
              <a:avLst/>
              <a:gdLst>
                <a:gd name="T0" fmla="*/ 598 w 598"/>
                <a:gd name="T1" fmla="*/ 0 h 336"/>
                <a:gd name="T2" fmla="*/ 95 w 598"/>
                <a:gd name="T3" fmla="*/ 336 h 336"/>
                <a:gd name="T4" fmla="*/ 77 w 598"/>
                <a:gd name="T5" fmla="*/ 333 h 336"/>
                <a:gd name="T6" fmla="*/ 59 w 598"/>
                <a:gd name="T7" fmla="*/ 325 h 336"/>
                <a:gd name="T8" fmla="*/ 45 w 598"/>
                <a:gd name="T9" fmla="*/ 311 h 336"/>
                <a:gd name="T10" fmla="*/ 32 w 598"/>
                <a:gd name="T11" fmla="*/ 293 h 336"/>
                <a:gd name="T12" fmla="*/ 21 w 598"/>
                <a:gd name="T13" fmla="*/ 271 h 336"/>
                <a:gd name="T14" fmla="*/ 12 w 598"/>
                <a:gd name="T15" fmla="*/ 247 h 336"/>
                <a:gd name="T16" fmla="*/ 5 w 598"/>
                <a:gd name="T17" fmla="*/ 219 h 336"/>
                <a:gd name="T18" fmla="*/ 1 w 598"/>
                <a:gd name="T19" fmla="*/ 192 h 336"/>
                <a:gd name="T20" fmla="*/ 0 w 598"/>
                <a:gd name="T21" fmla="*/ 163 h 336"/>
                <a:gd name="T22" fmla="*/ 0 w 598"/>
                <a:gd name="T23" fmla="*/ 134 h 336"/>
                <a:gd name="T24" fmla="*/ 4 w 598"/>
                <a:gd name="T25" fmla="*/ 107 h 336"/>
                <a:gd name="T26" fmla="*/ 11 w 598"/>
                <a:gd name="T27" fmla="*/ 83 h 336"/>
                <a:gd name="T28" fmla="*/ 21 w 598"/>
                <a:gd name="T29" fmla="*/ 60 h 336"/>
                <a:gd name="T30" fmla="*/ 34 w 598"/>
                <a:gd name="T31" fmla="*/ 41 h 336"/>
                <a:gd name="T32" fmla="*/ 49 w 598"/>
                <a:gd name="T33" fmla="*/ 27 h 336"/>
                <a:gd name="T34" fmla="*/ 598 w 598"/>
                <a:gd name="T35" fmla="*/ 0 h 3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598" h="336">
                  <a:moveTo>
                    <a:pt x="598" y="0"/>
                  </a:moveTo>
                  <a:lnTo>
                    <a:pt x="95" y="336"/>
                  </a:lnTo>
                  <a:lnTo>
                    <a:pt x="77" y="333"/>
                  </a:lnTo>
                  <a:lnTo>
                    <a:pt x="59" y="325"/>
                  </a:lnTo>
                  <a:lnTo>
                    <a:pt x="45" y="311"/>
                  </a:lnTo>
                  <a:lnTo>
                    <a:pt x="32" y="293"/>
                  </a:lnTo>
                  <a:lnTo>
                    <a:pt x="21" y="271"/>
                  </a:lnTo>
                  <a:lnTo>
                    <a:pt x="12" y="247"/>
                  </a:lnTo>
                  <a:lnTo>
                    <a:pt x="5" y="219"/>
                  </a:lnTo>
                  <a:lnTo>
                    <a:pt x="1" y="192"/>
                  </a:lnTo>
                  <a:lnTo>
                    <a:pt x="0" y="163"/>
                  </a:lnTo>
                  <a:lnTo>
                    <a:pt x="0" y="134"/>
                  </a:lnTo>
                  <a:lnTo>
                    <a:pt x="4" y="107"/>
                  </a:lnTo>
                  <a:lnTo>
                    <a:pt x="11" y="83"/>
                  </a:lnTo>
                  <a:lnTo>
                    <a:pt x="21" y="60"/>
                  </a:lnTo>
                  <a:lnTo>
                    <a:pt x="34" y="41"/>
                  </a:lnTo>
                  <a:lnTo>
                    <a:pt x="49" y="27"/>
                  </a:lnTo>
                  <a:lnTo>
                    <a:pt x="598" y="0"/>
                  </a:lnTo>
                  <a:close/>
                </a:path>
              </a:pathLst>
            </a:custGeom>
            <a:solidFill>
              <a:schemeClr val="bg1"/>
            </a:solidFill>
            <a:ln w="0">
              <a:noFill/>
              <a:prstDash val="solid"/>
              <a:round/>
              <a:headEnd/>
              <a:tailEnd/>
            </a:ln>
          </p:spPr>
          <p:txBody>
            <a:bodyPr wrap="square" lIns="91440" tIns="45720" rIns="91440" bIns="45720" anchor="ctr">
              <a:noAutofit/>
            </a:bodyPr>
            <a:lstStyle/>
            <a:p>
              <a:pPr algn="ctr"/>
              <a:endParaRPr>
                <a:cs typeface="+mn-ea"/>
                <a:sym typeface="+mn-lt"/>
              </a:endParaRPr>
            </a:p>
          </p:txBody>
        </p:sp>
        <p:sp>
          <p:nvSpPr>
            <p:cNvPr id="35" name="任意多边形: 形状 34">
              <a:extLst>
                <a:ext uri="{FF2B5EF4-FFF2-40B4-BE49-F238E27FC236}">
                  <a16:creationId xmlns:a16="http://schemas.microsoft.com/office/drawing/2014/main" id="{6B8671C0-80EB-42D9-A840-A5F1CE8B64FF}"/>
                </a:ext>
              </a:extLst>
            </p:cNvPr>
            <p:cNvSpPr/>
            <p:nvPr/>
          </p:nvSpPr>
          <p:spPr bwMode="auto">
            <a:xfrm>
              <a:off x="9145739" y="3099157"/>
              <a:ext cx="66572" cy="82167"/>
            </a:xfrm>
            <a:custGeom>
              <a:avLst/>
              <a:gdLst>
                <a:gd name="T0" fmla="*/ 557 w 557"/>
                <a:gd name="T1" fmla="*/ 0 h 684"/>
                <a:gd name="T2" fmla="*/ 359 w 557"/>
                <a:gd name="T3" fmla="*/ 665 h 684"/>
                <a:gd name="T4" fmla="*/ 341 w 557"/>
                <a:gd name="T5" fmla="*/ 676 h 684"/>
                <a:gd name="T6" fmla="*/ 319 w 557"/>
                <a:gd name="T7" fmla="*/ 683 h 684"/>
                <a:gd name="T8" fmla="*/ 296 w 557"/>
                <a:gd name="T9" fmla="*/ 684 h 684"/>
                <a:gd name="T10" fmla="*/ 270 w 557"/>
                <a:gd name="T11" fmla="*/ 683 h 684"/>
                <a:gd name="T12" fmla="*/ 242 w 557"/>
                <a:gd name="T13" fmla="*/ 677 h 684"/>
                <a:gd name="T14" fmla="*/ 215 w 557"/>
                <a:gd name="T15" fmla="*/ 670 h 684"/>
                <a:gd name="T16" fmla="*/ 186 w 557"/>
                <a:gd name="T17" fmla="*/ 657 h 684"/>
                <a:gd name="T18" fmla="*/ 158 w 557"/>
                <a:gd name="T19" fmla="*/ 644 h 684"/>
                <a:gd name="T20" fmla="*/ 131 w 557"/>
                <a:gd name="T21" fmla="*/ 629 h 684"/>
                <a:gd name="T22" fmla="*/ 104 w 557"/>
                <a:gd name="T23" fmla="*/ 610 h 684"/>
                <a:gd name="T24" fmla="*/ 80 w 557"/>
                <a:gd name="T25" fmla="*/ 591 h 684"/>
                <a:gd name="T26" fmla="*/ 57 w 557"/>
                <a:gd name="T27" fmla="*/ 572 h 684"/>
                <a:gd name="T28" fmla="*/ 39 w 557"/>
                <a:gd name="T29" fmla="*/ 550 h 684"/>
                <a:gd name="T30" fmla="*/ 22 w 557"/>
                <a:gd name="T31" fmla="*/ 529 h 684"/>
                <a:gd name="T32" fmla="*/ 10 w 557"/>
                <a:gd name="T33" fmla="*/ 507 h 684"/>
                <a:gd name="T34" fmla="*/ 2 w 557"/>
                <a:gd name="T35" fmla="*/ 485 h 684"/>
                <a:gd name="T36" fmla="*/ 0 w 557"/>
                <a:gd name="T37" fmla="*/ 464 h 684"/>
                <a:gd name="T38" fmla="*/ 3 w 557"/>
                <a:gd name="T39" fmla="*/ 444 h 684"/>
                <a:gd name="T40" fmla="*/ 557 w 557"/>
                <a:gd name="T41" fmla="*/ 0 h 6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57" h="684">
                  <a:moveTo>
                    <a:pt x="557" y="0"/>
                  </a:moveTo>
                  <a:lnTo>
                    <a:pt x="359" y="665"/>
                  </a:lnTo>
                  <a:lnTo>
                    <a:pt x="341" y="676"/>
                  </a:lnTo>
                  <a:lnTo>
                    <a:pt x="319" y="683"/>
                  </a:lnTo>
                  <a:lnTo>
                    <a:pt x="296" y="684"/>
                  </a:lnTo>
                  <a:lnTo>
                    <a:pt x="270" y="683"/>
                  </a:lnTo>
                  <a:lnTo>
                    <a:pt x="242" y="677"/>
                  </a:lnTo>
                  <a:lnTo>
                    <a:pt x="215" y="670"/>
                  </a:lnTo>
                  <a:lnTo>
                    <a:pt x="186" y="657"/>
                  </a:lnTo>
                  <a:lnTo>
                    <a:pt x="158" y="644"/>
                  </a:lnTo>
                  <a:lnTo>
                    <a:pt x="131" y="629"/>
                  </a:lnTo>
                  <a:lnTo>
                    <a:pt x="104" y="610"/>
                  </a:lnTo>
                  <a:lnTo>
                    <a:pt x="80" y="591"/>
                  </a:lnTo>
                  <a:lnTo>
                    <a:pt x="57" y="572"/>
                  </a:lnTo>
                  <a:lnTo>
                    <a:pt x="39" y="550"/>
                  </a:lnTo>
                  <a:lnTo>
                    <a:pt x="22" y="529"/>
                  </a:lnTo>
                  <a:lnTo>
                    <a:pt x="10" y="507"/>
                  </a:lnTo>
                  <a:lnTo>
                    <a:pt x="2" y="485"/>
                  </a:lnTo>
                  <a:lnTo>
                    <a:pt x="0" y="464"/>
                  </a:lnTo>
                  <a:lnTo>
                    <a:pt x="3" y="444"/>
                  </a:lnTo>
                  <a:lnTo>
                    <a:pt x="557" y="0"/>
                  </a:lnTo>
                  <a:close/>
                </a:path>
              </a:pathLst>
            </a:custGeom>
            <a:solidFill>
              <a:schemeClr val="bg1"/>
            </a:solidFill>
            <a:ln w="0">
              <a:noFill/>
              <a:prstDash val="solid"/>
              <a:round/>
              <a:headEnd/>
              <a:tailEnd/>
            </a:ln>
          </p:spPr>
          <p:txBody>
            <a:bodyPr wrap="square" lIns="91440" tIns="45720" rIns="91440" bIns="45720" anchor="ctr">
              <a:noAutofit/>
            </a:bodyPr>
            <a:lstStyle/>
            <a:p>
              <a:pPr algn="ctr"/>
              <a:endParaRPr dirty="0">
                <a:cs typeface="+mn-ea"/>
                <a:sym typeface="+mn-lt"/>
              </a:endParaRPr>
            </a:p>
          </p:txBody>
        </p:sp>
        <p:sp>
          <p:nvSpPr>
            <p:cNvPr id="36" name="任意多边形: 形状 35">
              <a:extLst>
                <a:ext uri="{FF2B5EF4-FFF2-40B4-BE49-F238E27FC236}">
                  <a16:creationId xmlns:a16="http://schemas.microsoft.com/office/drawing/2014/main" id="{5E2C8D3E-F611-4310-902B-F65F5ED51623}"/>
                </a:ext>
              </a:extLst>
            </p:cNvPr>
            <p:cNvSpPr/>
            <p:nvPr/>
          </p:nvSpPr>
          <p:spPr bwMode="auto">
            <a:xfrm>
              <a:off x="9194919" y="3110552"/>
              <a:ext cx="71971" cy="103158"/>
            </a:xfrm>
            <a:custGeom>
              <a:avLst/>
              <a:gdLst>
                <a:gd name="T0" fmla="*/ 145 w 598"/>
                <a:gd name="T1" fmla="*/ 0 h 859"/>
                <a:gd name="T2" fmla="*/ 598 w 598"/>
                <a:gd name="T3" fmla="*/ 706 h 859"/>
                <a:gd name="T4" fmla="*/ 591 w 598"/>
                <a:gd name="T5" fmla="*/ 726 h 859"/>
                <a:gd name="T6" fmla="*/ 578 w 598"/>
                <a:gd name="T7" fmla="*/ 745 h 859"/>
                <a:gd name="T8" fmla="*/ 560 w 598"/>
                <a:gd name="T9" fmla="*/ 763 h 859"/>
                <a:gd name="T10" fmla="*/ 538 w 598"/>
                <a:gd name="T11" fmla="*/ 779 h 859"/>
                <a:gd name="T12" fmla="*/ 511 w 598"/>
                <a:gd name="T13" fmla="*/ 794 h 859"/>
                <a:gd name="T14" fmla="*/ 482 w 598"/>
                <a:gd name="T15" fmla="*/ 808 h 859"/>
                <a:gd name="T16" fmla="*/ 449 w 598"/>
                <a:gd name="T17" fmla="*/ 820 h 859"/>
                <a:gd name="T18" fmla="*/ 414 w 598"/>
                <a:gd name="T19" fmla="*/ 831 h 859"/>
                <a:gd name="T20" fmla="*/ 376 w 598"/>
                <a:gd name="T21" fmla="*/ 841 h 859"/>
                <a:gd name="T22" fmla="*/ 339 w 598"/>
                <a:gd name="T23" fmla="*/ 848 h 859"/>
                <a:gd name="T24" fmla="*/ 300 w 598"/>
                <a:gd name="T25" fmla="*/ 854 h 859"/>
                <a:gd name="T26" fmla="*/ 261 w 598"/>
                <a:gd name="T27" fmla="*/ 858 h 859"/>
                <a:gd name="T28" fmla="*/ 222 w 598"/>
                <a:gd name="T29" fmla="*/ 859 h 859"/>
                <a:gd name="T30" fmla="*/ 185 w 598"/>
                <a:gd name="T31" fmla="*/ 859 h 859"/>
                <a:gd name="T32" fmla="*/ 149 w 598"/>
                <a:gd name="T33" fmla="*/ 858 h 859"/>
                <a:gd name="T34" fmla="*/ 115 w 598"/>
                <a:gd name="T35" fmla="*/ 854 h 859"/>
                <a:gd name="T36" fmla="*/ 85 w 598"/>
                <a:gd name="T37" fmla="*/ 847 h 859"/>
                <a:gd name="T38" fmla="*/ 57 w 598"/>
                <a:gd name="T39" fmla="*/ 837 h 859"/>
                <a:gd name="T40" fmla="*/ 33 w 598"/>
                <a:gd name="T41" fmla="*/ 826 h 859"/>
                <a:gd name="T42" fmla="*/ 14 w 598"/>
                <a:gd name="T43" fmla="*/ 812 h 859"/>
                <a:gd name="T44" fmla="*/ 0 w 598"/>
                <a:gd name="T45" fmla="*/ 796 h 859"/>
                <a:gd name="T46" fmla="*/ 145 w 598"/>
                <a:gd name="T47" fmla="*/ 0 h 8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598" h="859">
                  <a:moveTo>
                    <a:pt x="145" y="0"/>
                  </a:moveTo>
                  <a:lnTo>
                    <a:pt x="598" y="706"/>
                  </a:lnTo>
                  <a:lnTo>
                    <a:pt x="591" y="726"/>
                  </a:lnTo>
                  <a:lnTo>
                    <a:pt x="578" y="745"/>
                  </a:lnTo>
                  <a:lnTo>
                    <a:pt x="560" y="763"/>
                  </a:lnTo>
                  <a:lnTo>
                    <a:pt x="538" y="779"/>
                  </a:lnTo>
                  <a:lnTo>
                    <a:pt x="511" y="794"/>
                  </a:lnTo>
                  <a:lnTo>
                    <a:pt x="482" y="808"/>
                  </a:lnTo>
                  <a:lnTo>
                    <a:pt x="449" y="820"/>
                  </a:lnTo>
                  <a:lnTo>
                    <a:pt x="414" y="831"/>
                  </a:lnTo>
                  <a:lnTo>
                    <a:pt x="376" y="841"/>
                  </a:lnTo>
                  <a:lnTo>
                    <a:pt x="339" y="848"/>
                  </a:lnTo>
                  <a:lnTo>
                    <a:pt x="300" y="854"/>
                  </a:lnTo>
                  <a:lnTo>
                    <a:pt x="261" y="858"/>
                  </a:lnTo>
                  <a:lnTo>
                    <a:pt x="222" y="859"/>
                  </a:lnTo>
                  <a:lnTo>
                    <a:pt x="185" y="859"/>
                  </a:lnTo>
                  <a:lnTo>
                    <a:pt x="149" y="858"/>
                  </a:lnTo>
                  <a:lnTo>
                    <a:pt x="115" y="854"/>
                  </a:lnTo>
                  <a:lnTo>
                    <a:pt x="85" y="847"/>
                  </a:lnTo>
                  <a:lnTo>
                    <a:pt x="57" y="837"/>
                  </a:lnTo>
                  <a:lnTo>
                    <a:pt x="33" y="826"/>
                  </a:lnTo>
                  <a:lnTo>
                    <a:pt x="14" y="812"/>
                  </a:lnTo>
                  <a:lnTo>
                    <a:pt x="0" y="796"/>
                  </a:lnTo>
                  <a:lnTo>
                    <a:pt x="145" y="0"/>
                  </a:lnTo>
                  <a:close/>
                </a:path>
              </a:pathLst>
            </a:custGeom>
            <a:solidFill>
              <a:schemeClr val="bg1"/>
            </a:solidFill>
            <a:ln w="0">
              <a:noFill/>
              <a:prstDash val="solid"/>
              <a:round/>
              <a:headEnd/>
              <a:tailEnd/>
            </a:ln>
          </p:spPr>
          <p:txBody>
            <a:bodyPr wrap="square" lIns="91440" tIns="45720" rIns="91440" bIns="45720" anchor="ctr">
              <a:noAutofit/>
            </a:bodyPr>
            <a:lstStyle/>
            <a:p>
              <a:pPr algn="ctr"/>
              <a:endParaRPr>
                <a:cs typeface="+mn-ea"/>
                <a:sym typeface="+mn-lt"/>
              </a:endParaRPr>
            </a:p>
          </p:txBody>
        </p:sp>
        <p:sp>
          <p:nvSpPr>
            <p:cNvPr id="37" name="任意多边形: 形状 36">
              <a:extLst>
                <a:ext uri="{FF2B5EF4-FFF2-40B4-BE49-F238E27FC236}">
                  <a16:creationId xmlns:a16="http://schemas.microsoft.com/office/drawing/2014/main" id="{155B7DB3-C3D3-4800-99A8-B17DE81354B8}"/>
                </a:ext>
              </a:extLst>
            </p:cNvPr>
            <p:cNvSpPr/>
            <p:nvPr/>
          </p:nvSpPr>
          <p:spPr bwMode="auto">
            <a:xfrm>
              <a:off x="9223707" y="3120148"/>
              <a:ext cx="143940" cy="92962"/>
            </a:xfrm>
            <a:custGeom>
              <a:avLst/>
              <a:gdLst>
                <a:gd name="T0" fmla="*/ 0 w 1200"/>
                <a:gd name="T1" fmla="*/ 0 h 776"/>
                <a:gd name="T2" fmla="*/ 1183 w 1200"/>
                <a:gd name="T3" fmla="*/ 239 h 776"/>
                <a:gd name="T4" fmla="*/ 1194 w 1200"/>
                <a:gd name="T5" fmla="*/ 257 h 776"/>
                <a:gd name="T6" fmla="*/ 1199 w 1200"/>
                <a:gd name="T7" fmla="*/ 278 h 776"/>
                <a:gd name="T8" fmla="*/ 1200 w 1200"/>
                <a:gd name="T9" fmla="*/ 301 h 776"/>
                <a:gd name="T10" fmla="*/ 1197 w 1200"/>
                <a:gd name="T11" fmla="*/ 325 h 776"/>
                <a:gd name="T12" fmla="*/ 1189 w 1200"/>
                <a:gd name="T13" fmla="*/ 351 h 776"/>
                <a:gd name="T14" fmla="*/ 1178 w 1200"/>
                <a:gd name="T15" fmla="*/ 380 h 776"/>
                <a:gd name="T16" fmla="*/ 1164 w 1200"/>
                <a:gd name="T17" fmla="*/ 409 h 776"/>
                <a:gd name="T18" fmla="*/ 1145 w 1200"/>
                <a:gd name="T19" fmla="*/ 438 h 776"/>
                <a:gd name="T20" fmla="*/ 1124 w 1200"/>
                <a:gd name="T21" fmla="*/ 469 h 776"/>
                <a:gd name="T22" fmla="*/ 1101 w 1200"/>
                <a:gd name="T23" fmla="*/ 499 h 776"/>
                <a:gd name="T24" fmla="*/ 1074 w 1200"/>
                <a:gd name="T25" fmla="*/ 530 h 776"/>
                <a:gd name="T26" fmla="*/ 1046 w 1200"/>
                <a:gd name="T27" fmla="*/ 559 h 776"/>
                <a:gd name="T28" fmla="*/ 1017 w 1200"/>
                <a:gd name="T29" fmla="*/ 589 h 776"/>
                <a:gd name="T30" fmla="*/ 986 w 1200"/>
                <a:gd name="T31" fmla="*/ 616 h 776"/>
                <a:gd name="T32" fmla="*/ 953 w 1200"/>
                <a:gd name="T33" fmla="*/ 644 h 776"/>
                <a:gd name="T34" fmla="*/ 920 w 1200"/>
                <a:gd name="T35" fmla="*/ 669 h 776"/>
                <a:gd name="T36" fmla="*/ 887 w 1200"/>
                <a:gd name="T37" fmla="*/ 692 h 776"/>
                <a:gd name="T38" fmla="*/ 854 w 1200"/>
                <a:gd name="T39" fmla="*/ 713 h 776"/>
                <a:gd name="T40" fmla="*/ 819 w 1200"/>
                <a:gd name="T41" fmla="*/ 732 h 776"/>
                <a:gd name="T42" fmla="*/ 786 w 1200"/>
                <a:gd name="T43" fmla="*/ 747 h 776"/>
                <a:gd name="T44" fmla="*/ 754 w 1200"/>
                <a:gd name="T45" fmla="*/ 761 h 776"/>
                <a:gd name="T46" fmla="*/ 723 w 1200"/>
                <a:gd name="T47" fmla="*/ 769 h 776"/>
                <a:gd name="T48" fmla="*/ 693 w 1200"/>
                <a:gd name="T49" fmla="*/ 775 h 776"/>
                <a:gd name="T50" fmla="*/ 664 w 1200"/>
                <a:gd name="T51" fmla="*/ 776 h 776"/>
                <a:gd name="T52" fmla="*/ 639 w 1200"/>
                <a:gd name="T53" fmla="*/ 774 h 776"/>
                <a:gd name="T54" fmla="*/ 0 w 1200"/>
                <a:gd name="T55" fmla="*/ 0 h 7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1200" h="776">
                  <a:moveTo>
                    <a:pt x="0" y="0"/>
                  </a:moveTo>
                  <a:lnTo>
                    <a:pt x="1183" y="239"/>
                  </a:lnTo>
                  <a:lnTo>
                    <a:pt x="1194" y="257"/>
                  </a:lnTo>
                  <a:lnTo>
                    <a:pt x="1199" y="278"/>
                  </a:lnTo>
                  <a:lnTo>
                    <a:pt x="1200" y="301"/>
                  </a:lnTo>
                  <a:lnTo>
                    <a:pt x="1197" y="325"/>
                  </a:lnTo>
                  <a:lnTo>
                    <a:pt x="1189" y="351"/>
                  </a:lnTo>
                  <a:lnTo>
                    <a:pt x="1178" y="380"/>
                  </a:lnTo>
                  <a:lnTo>
                    <a:pt x="1164" y="409"/>
                  </a:lnTo>
                  <a:lnTo>
                    <a:pt x="1145" y="438"/>
                  </a:lnTo>
                  <a:lnTo>
                    <a:pt x="1124" y="469"/>
                  </a:lnTo>
                  <a:lnTo>
                    <a:pt x="1101" y="499"/>
                  </a:lnTo>
                  <a:lnTo>
                    <a:pt x="1074" y="530"/>
                  </a:lnTo>
                  <a:lnTo>
                    <a:pt x="1046" y="559"/>
                  </a:lnTo>
                  <a:lnTo>
                    <a:pt x="1017" y="589"/>
                  </a:lnTo>
                  <a:lnTo>
                    <a:pt x="986" y="616"/>
                  </a:lnTo>
                  <a:lnTo>
                    <a:pt x="953" y="644"/>
                  </a:lnTo>
                  <a:lnTo>
                    <a:pt x="920" y="669"/>
                  </a:lnTo>
                  <a:lnTo>
                    <a:pt x="887" y="692"/>
                  </a:lnTo>
                  <a:lnTo>
                    <a:pt x="854" y="713"/>
                  </a:lnTo>
                  <a:lnTo>
                    <a:pt x="819" y="732"/>
                  </a:lnTo>
                  <a:lnTo>
                    <a:pt x="786" y="747"/>
                  </a:lnTo>
                  <a:lnTo>
                    <a:pt x="754" y="761"/>
                  </a:lnTo>
                  <a:lnTo>
                    <a:pt x="723" y="769"/>
                  </a:lnTo>
                  <a:lnTo>
                    <a:pt x="693" y="775"/>
                  </a:lnTo>
                  <a:lnTo>
                    <a:pt x="664" y="776"/>
                  </a:lnTo>
                  <a:lnTo>
                    <a:pt x="639" y="774"/>
                  </a:lnTo>
                  <a:lnTo>
                    <a:pt x="0" y="0"/>
                  </a:lnTo>
                  <a:close/>
                </a:path>
              </a:pathLst>
            </a:custGeom>
            <a:solidFill>
              <a:schemeClr val="bg1"/>
            </a:solidFill>
            <a:ln w="0">
              <a:noFill/>
              <a:prstDash val="solid"/>
              <a:round/>
              <a:headEnd/>
              <a:tailEnd/>
            </a:ln>
          </p:spPr>
          <p:txBody>
            <a:bodyPr wrap="square" lIns="91440" tIns="45720" rIns="91440" bIns="45720" anchor="ctr">
              <a:noAutofit/>
            </a:bodyPr>
            <a:lstStyle/>
            <a:p>
              <a:pPr algn="ctr"/>
              <a:endParaRPr>
                <a:cs typeface="+mn-ea"/>
                <a:sym typeface="+mn-lt"/>
              </a:endParaRPr>
            </a:p>
          </p:txBody>
        </p:sp>
        <p:sp>
          <p:nvSpPr>
            <p:cNvPr id="38" name="任意多边形: 形状 37">
              <a:extLst>
                <a:ext uri="{FF2B5EF4-FFF2-40B4-BE49-F238E27FC236}">
                  <a16:creationId xmlns:a16="http://schemas.microsoft.com/office/drawing/2014/main" id="{E36AA6A1-4A2F-4BED-9FCD-376A5E2514F3}"/>
                </a:ext>
              </a:extLst>
            </p:cNvPr>
            <p:cNvSpPr/>
            <p:nvPr/>
          </p:nvSpPr>
          <p:spPr bwMode="auto">
            <a:xfrm>
              <a:off x="9244699" y="3033783"/>
              <a:ext cx="199719" cy="103758"/>
            </a:xfrm>
            <a:custGeom>
              <a:avLst/>
              <a:gdLst>
                <a:gd name="T0" fmla="*/ 1491 w 1666"/>
                <a:gd name="T1" fmla="*/ 0 h 863"/>
                <a:gd name="T2" fmla="*/ 1519 w 1666"/>
                <a:gd name="T3" fmla="*/ 6 h 863"/>
                <a:gd name="T4" fmla="*/ 1545 w 1666"/>
                <a:gd name="T5" fmla="*/ 18 h 863"/>
                <a:gd name="T6" fmla="*/ 1568 w 1666"/>
                <a:gd name="T7" fmla="*/ 34 h 863"/>
                <a:gd name="T8" fmla="*/ 1588 w 1666"/>
                <a:gd name="T9" fmla="*/ 56 h 863"/>
                <a:gd name="T10" fmla="*/ 1607 w 1666"/>
                <a:gd name="T11" fmla="*/ 83 h 863"/>
                <a:gd name="T12" fmla="*/ 1623 w 1666"/>
                <a:gd name="T13" fmla="*/ 112 h 863"/>
                <a:gd name="T14" fmla="*/ 1636 w 1666"/>
                <a:gd name="T15" fmla="*/ 145 h 863"/>
                <a:gd name="T16" fmla="*/ 1647 w 1666"/>
                <a:gd name="T17" fmla="*/ 182 h 863"/>
                <a:gd name="T18" fmla="*/ 1655 w 1666"/>
                <a:gd name="T19" fmla="*/ 221 h 863"/>
                <a:gd name="T20" fmla="*/ 1660 w 1666"/>
                <a:gd name="T21" fmla="*/ 262 h 863"/>
                <a:gd name="T22" fmla="*/ 1665 w 1666"/>
                <a:gd name="T23" fmla="*/ 305 h 863"/>
                <a:gd name="T24" fmla="*/ 1666 w 1666"/>
                <a:gd name="T25" fmla="*/ 349 h 863"/>
                <a:gd name="T26" fmla="*/ 1665 w 1666"/>
                <a:gd name="T27" fmla="*/ 394 h 863"/>
                <a:gd name="T28" fmla="*/ 1660 w 1666"/>
                <a:gd name="T29" fmla="*/ 440 h 863"/>
                <a:gd name="T30" fmla="*/ 1655 w 1666"/>
                <a:gd name="T31" fmla="*/ 485 h 863"/>
                <a:gd name="T32" fmla="*/ 1647 w 1666"/>
                <a:gd name="T33" fmla="*/ 530 h 863"/>
                <a:gd name="T34" fmla="*/ 1637 w 1666"/>
                <a:gd name="T35" fmla="*/ 574 h 863"/>
                <a:gd name="T36" fmla="*/ 1624 w 1666"/>
                <a:gd name="T37" fmla="*/ 617 h 863"/>
                <a:gd name="T38" fmla="*/ 1609 w 1666"/>
                <a:gd name="T39" fmla="*/ 659 h 863"/>
                <a:gd name="T40" fmla="*/ 1593 w 1666"/>
                <a:gd name="T41" fmla="*/ 698 h 863"/>
                <a:gd name="T42" fmla="*/ 1573 w 1666"/>
                <a:gd name="T43" fmla="*/ 734 h 863"/>
                <a:gd name="T44" fmla="*/ 1552 w 1666"/>
                <a:gd name="T45" fmla="*/ 768 h 863"/>
                <a:gd name="T46" fmla="*/ 1529 w 1666"/>
                <a:gd name="T47" fmla="*/ 798 h 863"/>
                <a:gd name="T48" fmla="*/ 1503 w 1666"/>
                <a:gd name="T49" fmla="*/ 824 h 863"/>
                <a:gd name="T50" fmla="*/ 1475 w 1666"/>
                <a:gd name="T51" fmla="*/ 846 h 863"/>
                <a:gd name="T52" fmla="*/ 1447 w 1666"/>
                <a:gd name="T53" fmla="*/ 863 h 863"/>
                <a:gd name="T54" fmla="*/ 0 w 1666"/>
                <a:gd name="T55" fmla="*/ 712 h 863"/>
                <a:gd name="T56" fmla="*/ 1491 w 1666"/>
                <a:gd name="T57" fmla="*/ 0 h 8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666" h="863">
                  <a:moveTo>
                    <a:pt x="1491" y="0"/>
                  </a:moveTo>
                  <a:lnTo>
                    <a:pt x="1519" y="6"/>
                  </a:lnTo>
                  <a:lnTo>
                    <a:pt x="1545" y="18"/>
                  </a:lnTo>
                  <a:lnTo>
                    <a:pt x="1568" y="34"/>
                  </a:lnTo>
                  <a:lnTo>
                    <a:pt x="1588" y="56"/>
                  </a:lnTo>
                  <a:lnTo>
                    <a:pt x="1607" y="83"/>
                  </a:lnTo>
                  <a:lnTo>
                    <a:pt x="1623" y="112"/>
                  </a:lnTo>
                  <a:lnTo>
                    <a:pt x="1636" y="145"/>
                  </a:lnTo>
                  <a:lnTo>
                    <a:pt x="1647" y="182"/>
                  </a:lnTo>
                  <a:lnTo>
                    <a:pt x="1655" y="221"/>
                  </a:lnTo>
                  <a:lnTo>
                    <a:pt x="1660" y="262"/>
                  </a:lnTo>
                  <a:lnTo>
                    <a:pt x="1665" y="305"/>
                  </a:lnTo>
                  <a:lnTo>
                    <a:pt x="1666" y="349"/>
                  </a:lnTo>
                  <a:lnTo>
                    <a:pt x="1665" y="394"/>
                  </a:lnTo>
                  <a:lnTo>
                    <a:pt x="1660" y="440"/>
                  </a:lnTo>
                  <a:lnTo>
                    <a:pt x="1655" y="485"/>
                  </a:lnTo>
                  <a:lnTo>
                    <a:pt x="1647" y="530"/>
                  </a:lnTo>
                  <a:lnTo>
                    <a:pt x="1637" y="574"/>
                  </a:lnTo>
                  <a:lnTo>
                    <a:pt x="1624" y="617"/>
                  </a:lnTo>
                  <a:lnTo>
                    <a:pt x="1609" y="659"/>
                  </a:lnTo>
                  <a:lnTo>
                    <a:pt x="1593" y="698"/>
                  </a:lnTo>
                  <a:lnTo>
                    <a:pt x="1573" y="734"/>
                  </a:lnTo>
                  <a:lnTo>
                    <a:pt x="1552" y="768"/>
                  </a:lnTo>
                  <a:lnTo>
                    <a:pt x="1529" y="798"/>
                  </a:lnTo>
                  <a:lnTo>
                    <a:pt x="1503" y="824"/>
                  </a:lnTo>
                  <a:lnTo>
                    <a:pt x="1475" y="846"/>
                  </a:lnTo>
                  <a:lnTo>
                    <a:pt x="1447" y="863"/>
                  </a:lnTo>
                  <a:lnTo>
                    <a:pt x="0" y="712"/>
                  </a:lnTo>
                  <a:lnTo>
                    <a:pt x="1491" y="0"/>
                  </a:lnTo>
                  <a:close/>
                </a:path>
              </a:pathLst>
            </a:custGeom>
            <a:solidFill>
              <a:schemeClr val="bg1"/>
            </a:solidFill>
            <a:ln w="0">
              <a:noFill/>
              <a:prstDash val="solid"/>
              <a:round/>
              <a:headEnd/>
              <a:tailEnd/>
            </a:ln>
          </p:spPr>
          <p:txBody>
            <a:bodyPr wrap="square" lIns="91440" tIns="45720" rIns="91440" bIns="45720" anchor="ctr">
              <a:noAutofit/>
            </a:bodyPr>
            <a:lstStyle/>
            <a:p>
              <a:pPr algn="ctr"/>
              <a:endParaRPr dirty="0">
                <a:cs typeface="+mn-ea"/>
                <a:sym typeface="+mn-lt"/>
              </a:endParaRPr>
            </a:p>
          </p:txBody>
        </p:sp>
        <p:sp>
          <p:nvSpPr>
            <p:cNvPr id="39" name="任意多边形: 形状 38">
              <a:extLst>
                <a:ext uri="{FF2B5EF4-FFF2-40B4-BE49-F238E27FC236}">
                  <a16:creationId xmlns:a16="http://schemas.microsoft.com/office/drawing/2014/main" id="{5462AEA1-2F55-49B1-B2F8-5DEE7B6A2782}"/>
                </a:ext>
              </a:extLst>
            </p:cNvPr>
            <p:cNvSpPr/>
            <p:nvPr/>
          </p:nvSpPr>
          <p:spPr bwMode="auto">
            <a:xfrm>
              <a:off x="9266890" y="2890442"/>
              <a:ext cx="204516" cy="211714"/>
            </a:xfrm>
            <a:custGeom>
              <a:avLst/>
              <a:gdLst>
                <a:gd name="T0" fmla="*/ 1013 w 1707"/>
                <a:gd name="T1" fmla="*/ 0 h 1769"/>
                <a:gd name="T2" fmla="*/ 1053 w 1707"/>
                <a:gd name="T3" fmla="*/ 5 h 1769"/>
                <a:gd name="T4" fmla="*/ 1094 w 1707"/>
                <a:gd name="T5" fmla="*/ 13 h 1769"/>
                <a:gd name="T6" fmla="*/ 1136 w 1707"/>
                <a:gd name="T7" fmla="*/ 27 h 1769"/>
                <a:gd name="T8" fmla="*/ 1178 w 1707"/>
                <a:gd name="T9" fmla="*/ 43 h 1769"/>
                <a:gd name="T10" fmla="*/ 1222 w 1707"/>
                <a:gd name="T11" fmla="*/ 63 h 1769"/>
                <a:gd name="T12" fmla="*/ 1264 w 1707"/>
                <a:gd name="T13" fmla="*/ 86 h 1769"/>
                <a:gd name="T14" fmla="*/ 1307 w 1707"/>
                <a:gd name="T15" fmla="*/ 112 h 1769"/>
                <a:gd name="T16" fmla="*/ 1348 w 1707"/>
                <a:gd name="T17" fmla="*/ 142 h 1769"/>
                <a:gd name="T18" fmla="*/ 1389 w 1707"/>
                <a:gd name="T19" fmla="*/ 173 h 1769"/>
                <a:gd name="T20" fmla="*/ 1429 w 1707"/>
                <a:gd name="T21" fmla="*/ 207 h 1769"/>
                <a:gd name="T22" fmla="*/ 1467 w 1707"/>
                <a:gd name="T23" fmla="*/ 242 h 1769"/>
                <a:gd name="T24" fmla="*/ 1504 w 1707"/>
                <a:gd name="T25" fmla="*/ 280 h 1769"/>
                <a:gd name="T26" fmla="*/ 1538 w 1707"/>
                <a:gd name="T27" fmla="*/ 317 h 1769"/>
                <a:gd name="T28" fmla="*/ 1570 w 1707"/>
                <a:gd name="T29" fmla="*/ 357 h 1769"/>
                <a:gd name="T30" fmla="*/ 1599 w 1707"/>
                <a:gd name="T31" fmla="*/ 397 h 1769"/>
                <a:gd name="T32" fmla="*/ 1626 w 1707"/>
                <a:gd name="T33" fmla="*/ 438 h 1769"/>
                <a:gd name="T34" fmla="*/ 1649 w 1707"/>
                <a:gd name="T35" fmla="*/ 479 h 1769"/>
                <a:gd name="T36" fmla="*/ 1669 w 1707"/>
                <a:gd name="T37" fmla="*/ 519 h 1769"/>
                <a:gd name="T38" fmla="*/ 1684 w 1707"/>
                <a:gd name="T39" fmla="*/ 560 h 1769"/>
                <a:gd name="T40" fmla="*/ 1697 w 1707"/>
                <a:gd name="T41" fmla="*/ 600 h 1769"/>
                <a:gd name="T42" fmla="*/ 1703 w 1707"/>
                <a:gd name="T43" fmla="*/ 639 h 1769"/>
                <a:gd name="T44" fmla="*/ 1707 w 1707"/>
                <a:gd name="T45" fmla="*/ 677 h 1769"/>
                <a:gd name="T46" fmla="*/ 1704 w 1707"/>
                <a:gd name="T47" fmla="*/ 714 h 1769"/>
                <a:gd name="T48" fmla="*/ 1697 w 1707"/>
                <a:gd name="T49" fmla="*/ 749 h 1769"/>
                <a:gd name="T50" fmla="*/ 1683 w 1707"/>
                <a:gd name="T51" fmla="*/ 782 h 1769"/>
                <a:gd name="T52" fmla="*/ 0 w 1707"/>
                <a:gd name="T53" fmla="*/ 1769 h 1769"/>
                <a:gd name="T54" fmla="*/ 872 w 1707"/>
                <a:gd name="T55" fmla="*/ 30 h 1769"/>
                <a:gd name="T56" fmla="*/ 904 w 1707"/>
                <a:gd name="T57" fmla="*/ 15 h 1769"/>
                <a:gd name="T58" fmla="*/ 938 w 1707"/>
                <a:gd name="T59" fmla="*/ 5 h 1769"/>
                <a:gd name="T60" fmla="*/ 976 w 1707"/>
                <a:gd name="T61" fmla="*/ 0 h 1769"/>
                <a:gd name="T62" fmla="*/ 1013 w 1707"/>
                <a:gd name="T63" fmla="*/ 0 h 17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707" h="1769">
                  <a:moveTo>
                    <a:pt x="1013" y="0"/>
                  </a:moveTo>
                  <a:lnTo>
                    <a:pt x="1053" y="5"/>
                  </a:lnTo>
                  <a:lnTo>
                    <a:pt x="1094" y="13"/>
                  </a:lnTo>
                  <a:lnTo>
                    <a:pt x="1136" y="27"/>
                  </a:lnTo>
                  <a:lnTo>
                    <a:pt x="1178" y="43"/>
                  </a:lnTo>
                  <a:lnTo>
                    <a:pt x="1222" y="63"/>
                  </a:lnTo>
                  <a:lnTo>
                    <a:pt x="1264" y="86"/>
                  </a:lnTo>
                  <a:lnTo>
                    <a:pt x="1307" y="112"/>
                  </a:lnTo>
                  <a:lnTo>
                    <a:pt x="1348" y="142"/>
                  </a:lnTo>
                  <a:lnTo>
                    <a:pt x="1389" y="173"/>
                  </a:lnTo>
                  <a:lnTo>
                    <a:pt x="1429" y="207"/>
                  </a:lnTo>
                  <a:lnTo>
                    <a:pt x="1467" y="242"/>
                  </a:lnTo>
                  <a:lnTo>
                    <a:pt x="1504" y="280"/>
                  </a:lnTo>
                  <a:lnTo>
                    <a:pt x="1538" y="317"/>
                  </a:lnTo>
                  <a:lnTo>
                    <a:pt x="1570" y="357"/>
                  </a:lnTo>
                  <a:lnTo>
                    <a:pt x="1599" y="397"/>
                  </a:lnTo>
                  <a:lnTo>
                    <a:pt x="1626" y="438"/>
                  </a:lnTo>
                  <a:lnTo>
                    <a:pt x="1649" y="479"/>
                  </a:lnTo>
                  <a:lnTo>
                    <a:pt x="1669" y="519"/>
                  </a:lnTo>
                  <a:lnTo>
                    <a:pt x="1684" y="560"/>
                  </a:lnTo>
                  <a:lnTo>
                    <a:pt x="1697" y="600"/>
                  </a:lnTo>
                  <a:lnTo>
                    <a:pt x="1703" y="639"/>
                  </a:lnTo>
                  <a:lnTo>
                    <a:pt x="1707" y="677"/>
                  </a:lnTo>
                  <a:lnTo>
                    <a:pt x="1704" y="714"/>
                  </a:lnTo>
                  <a:lnTo>
                    <a:pt x="1697" y="749"/>
                  </a:lnTo>
                  <a:lnTo>
                    <a:pt x="1683" y="782"/>
                  </a:lnTo>
                  <a:lnTo>
                    <a:pt x="0" y="1769"/>
                  </a:lnTo>
                  <a:lnTo>
                    <a:pt x="872" y="30"/>
                  </a:lnTo>
                  <a:lnTo>
                    <a:pt x="904" y="15"/>
                  </a:lnTo>
                  <a:lnTo>
                    <a:pt x="938" y="5"/>
                  </a:lnTo>
                  <a:lnTo>
                    <a:pt x="976" y="0"/>
                  </a:lnTo>
                  <a:lnTo>
                    <a:pt x="1013" y="0"/>
                  </a:lnTo>
                  <a:close/>
                </a:path>
              </a:pathLst>
            </a:custGeom>
            <a:solidFill>
              <a:schemeClr val="bg1"/>
            </a:solidFill>
            <a:ln w="0">
              <a:noFill/>
              <a:prstDash val="solid"/>
              <a:round/>
              <a:headEnd/>
              <a:tailEnd/>
            </a:ln>
          </p:spPr>
          <p:txBody>
            <a:bodyPr wrap="square" lIns="91440" tIns="45720" rIns="91440" bIns="45720" anchor="ctr">
              <a:noAutofit/>
            </a:bodyPr>
            <a:lstStyle/>
            <a:p>
              <a:pPr algn="ctr"/>
              <a:endParaRPr dirty="0">
                <a:cs typeface="+mn-ea"/>
                <a:sym typeface="+mn-lt"/>
              </a:endParaRPr>
            </a:p>
          </p:txBody>
        </p:sp>
        <p:sp>
          <p:nvSpPr>
            <p:cNvPr id="40" name="任意多边形: 形状 39">
              <a:extLst>
                <a:ext uri="{FF2B5EF4-FFF2-40B4-BE49-F238E27FC236}">
                  <a16:creationId xmlns:a16="http://schemas.microsoft.com/office/drawing/2014/main" id="{7F484424-B34F-4E5D-816B-65EEEDFDEDF1}"/>
                </a:ext>
              </a:extLst>
            </p:cNvPr>
            <p:cNvSpPr/>
            <p:nvPr/>
          </p:nvSpPr>
          <p:spPr bwMode="auto">
            <a:xfrm>
              <a:off x="9176327" y="2783685"/>
              <a:ext cx="193121" cy="287883"/>
            </a:xfrm>
            <a:custGeom>
              <a:avLst/>
              <a:gdLst>
                <a:gd name="T0" fmla="*/ 771 w 1608"/>
                <a:gd name="T1" fmla="*/ 0 h 2398"/>
                <a:gd name="T2" fmla="*/ 837 w 1608"/>
                <a:gd name="T3" fmla="*/ 0 h 2398"/>
                <a:gd name="T4" fmla="*/ 904 w 1608"/>
                <a:gd name="T5" fmla="*/ 2 h 2398"/>
                <a:gd name="T6" fmla="*/ 969 w 1608"/>
                <a:gd name="T7" fmla="*/ 5 h 2398"/>
                <a:gd name="T8" fmla="*/ 1034 w 1608"/>
                <a:gd name="T9" fmla="*/ 12 h 2398"/>
                <a:gd name="T10" fmla="*/ 1097 w 1608"/>
                <a:gd name="T11" fmla="*/ 20 h 2398"/>
                <a:gd name="T12" fmla="*/ 1159 w 1608"/>
                <a:gd name="T13" fmla="*/ 30 h 2398"/>
                <a:gd name="T14" fmla="*/ 1218 w 1608"/>
                <a:gd name="T15" fmla="*/ 42 h 2398"/>
                <a:gd name="T16" fmla="*/ 1276 w 1608"/>
                <a:gd name="T17" fmla="*/ 58 h 2398"/>
                <a:gd name="T18" fmla="*/ 1329 w 1608"/>
                <a:gd name="T19" fmla="*/ 74 h 2398"/>
                <a:gd name="T20" fmla="*/ 1380 w 1608"/>
                <a:gd name="T21" fmla="*/ 93 h 2398"/>
                <a:gd name="T22" fmla="*/ 1427 w 1608"/>
                <a:gd name="T23" fmla="*/ 114 h 2398"/>
                <a:gd name="T24" fmla="*/ 1469 w 1608"/>
                <a:gd name="T25" fmla="*/ 136 h 2398"/>
                <a:gd name="T26" fmla="*/ 1508 w 1608"/>
                <a:gd name="T27" fmla="*/ 161 h 2398"/>
                <a:gd name="T28" fmla="*/ 1541 w 1608"/>
                <a:gd name="T29" fmla="*/ 188 h 2398"/>
                <a:gd name="T30" fmla="*/ 1569 w 1608"/>
                <a:gd name="T31" fmla="*/ 217 h 2398"/>
                <a:gd name="T32" fmla="*/ 1591 w 1608"/>
                <a:gd name="T33" fmla="*/ 248 h 2398"/>
                <a:gd name="T34" fmla="*/ 1608 w 1608"/>
                <a:gd name="T35" fmla="*/ 281 h 2398"/>
                <a:gd name="T36" fmla="*/ 806 w 1608"/>
                <a:gd name="T37" fmla="*/ 2398 h 2398"/>
                <a:gd name="T38" fmla="*/ 0 w 1608"/>
                <a:gd name="T39" fmla="*/ 281 h 2398"/>
                <a:gd name="T40" fmla="*/ 15 w 1608"/>
                <a:gd name="T41" fmla="*/ 248 h 2398"/>
                <a:gd name="T42" fmla="*/ 37 w 1608"/>
                <a:gd name="T43" fmla="*/ 217 h 2398"/>
                <a:gd name="T44" fmla="*/ 66 w 1608"/>
                <a:gd name="T45" fmla="*/ 188 h 2398"/>
                <a:gd name="T46" fmla="*/ 100 w 1608"/>
                <a:gd name="T47" fmla="*/ 161 h 2398"/>
                <a:gd name="T48" fmla="*/ 137 w 1608"/>
                <a:gd name="T49" fmla="*/ 136 h 2398"/>
                <a:gd name="T50" fmla="*/ 180 w 1608"/>
                <a:gd name="T51" fmla="*/ 114 h 2398"/>
                <a:gd name="T52" fmla="*/ 227 w 1608"/>
                <a:gd name="T53" fmla="*/ 93 h 2398"/>
                <a:gd name="T54" fmla="*/ 278 w 1608"/>
                <a:gd name="T55" fmla="*/ 74 h 2398"/>
                <a:gd name="T56" fmla="*/ 332 w 1608"/>
                <a:gd name="T57" fmla="*/ 58 h 2398"/>
                <a:gd name="T58" fmla="*/ 389 w 1608"/>
                <a:gd name="T59" fmla="*/ 42 h 2398"/>
                <a:gd name="T60" fmla="*/ 448 w 1608"/>
                <a:gd name="T61" fmla="*/ 30 h 2398"/>
                <a:gd name="T62" fmla="*/ 510 w 1608"/>
                <a:gd name="T63" fmla="*/ 20 h 2398"/>
                <a:gd name="T64" fmla="*/ 574 w 1608"/>
                <a:gd name="T65" fmla="*/ 12 h 2398"/>
                <a:gd name="T66" fmla="*/ 638 w 1608"/>
                <a:gd name="T67" fmla="*/ 5 h 2398"/>
                <a:gd name="T68" fmla="*/ 704 w 1608"/>
                <a:gd name="T69" fmla="*/ 2 h 2398"/>
                <a:gd name="T70" fmla="*/ 771 w 1608"/>
                <a:gd name="T71" fmla="*/ 0 h 23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608" h="2398">
                  <a:moveTo>
                    <a:pt x="771" y="0"/>
                  </a:moveTo>
                  <a:lnTo>
                    <a:pt x="837" y="0"/>
                  </a:lnTo>
                  <a:lnTo>
                    <a:pt x="904" y="2"/>
                  </a:lnTo>
                  <a:lnTo>
                    <a:pt x="969" y="5"/>
                  </a:lnTo>
                  <a:lnTo>
                    <a:pt x="1034" y="12"/>
                  </a:lnTo>
                  <a:lnTo>
                    <a:pt x="1097" y="20"/>
                  </a:lnTo>
                  <a:lnTo>
                    <a:pt x="1159" y="30"/>
                  </a:lnTo>
                  <a:lnTo>
                    <a:pt x="1218" y="42"/>
                  </a:lnTo>
                  <a:lnTo>
                    <a:pt x="1276" y="58"/>
                  </a:lnTo>
                  <a:lnTo>
                    <a:pt x="1329" y="74"/>
                  </a:lnTo>
                  <a:lnTo>
                    <a:pt x="1380" y="93"/>
                  </a:lnTo>
                  <a:lnTo>
                    <a:pt x="1427" y="114"/>
                  </a:lnTo>
                  <a:lnTo>
                    <a:pt x="1469" y="136"/>
                  </a:lnTo>
                  <a:lnTo>
                    <a:pt x="1508" y="161"/>
                  </a:lnTo>
                  <a:lnTo>
                    <a:pt x="1541" y="188"/>
                  </a:lnTo>
                  <a:lnTo>
                    <a:pt x="1569" y="217"/>
                  </a:lnTo>
                  <a:lnTo>
                    <a:pt x="1591" y="248"/>
                  </a:lnTo>
                  <a:lnTo>
                    <a:pt x="1608" y="281"/>
                  </a:lnTo>
                  <a:lnTo>
                    <a:pt x="806" y="2398"/>
                  </a:lnTo>
                  <a:lnTo>
                    <a:pt x="0" y="281"/>
                  </a:lnTo>
                  <a:lnTo>
                    <a:pt x="15" y="248"/>
                  </a:lnTo>
                  <a:lnTo>
                    <a:pt x="37" y="217"/>
                  </a:lnTo>
                  <a:lnTo>
                    <a:pt x="66" y="188"/>
                  </a:lnTo>
                  <a:lnTo>
                    <a:pt x="100" y="161"/>
                  </a:lnTo>
                  <a:lnTo>
                    <a:pt x="137" y="136"/>
                  </a:lnTo>
                  <a:lnTo>
                    <a:pt x="180" y="114"/>
                  </a:lnTo>
                  <a:lnTo>
                    <a:pt x="227" y="93"/>
                  </a:lnTo>
                  <a:lnTo>
                    <a:pt x="278" y="74"/>
                  </a:lnTo>
                  <a:lnTo>
                    <a:pt x="332" y="58"/>
                  </a:lnTo>
                  <a:lnTo>
                    <a:pt x="389" y="42"/>
                  </a:lnTo>
                  <a:lnTo>
                    <a:pt x="448" y="30"/>
                  </a:lnTo>
                  <a:lnTo>
                    <a:pt x="510" y="20"/>
                  </a:lnTo>
                  <a:lnTo>
                    <a:pt x="574" y="12"/>
                  </a:lnTo>
                  <a:lnTo>
                    <a:pt x="638" y="5"/>
                  </a:lnTo>
                  <a:lnTo>
                    <a:pt x="704" y="2"/>
                  </a:lnTo>
                  <a:lnTo>
                    <a:pt x="771" y="0"/>
                  </a:lnTo>
                  <a:close/>
                </a:path>
              </a:pathLst>
            </a:custGeom>
            <a:solidFill>
              <a:schemeClr val="bg1"/>
            </a:solidFill>
            <a:ln w="0">
              <a:noFill/>
              <a:prstDash val="solid"/>
              <a:round/>
              <a:headEnd/>
              <a:tailEnd/>
            </a:ln>
          </p:spPr>
          <p:txBody>
            <a:bodyPr wrap="square" lIns="91440" tIns="45720" rIns="91440" bIns="45720" anchor="ctr">
              <a:noAutofit/>
            </a:bodyPr>
            <a:lstStyle/>
            <a:p>
              <a:pPr algn="ctr"/>
              <a:endParaRPr dirty="0">
                <a:cs typeface="+mn-ea"/>
                <a:sym typeface="+mn-lt"/>
              </a:endParaRPr>
            </a:p>
          </p:txBody>
        </p:sp>
      </p:grpSp>
      <p:sp>
        <p:nvSpPr>
          <p:cNvPr id="66" name="矩形: 圆角 65">
            <a:extLst>
              <a:ext uri="{FF2B5EF4-FFF2-40B4-BE49-F238E27FC236}">
                <a16:creationId xmlns:a16="http://schemas.microsoft.com/office/drawing/2014/main" id="{7ACE995B-A9DC-476B-CAD8-BD76C660CF16}"/>
              </a:ext>
            </a:extLst>
          </p:cNvPr>
          <p:cNvSpPr/>
          <p:nvPr/>
        </p:nvSpPr>
        <p:spPr>
          <a:xfrm>
            <a:off x="6946145" y="1758910"/>
            <a:ext cx="5122123" cy="3340179"/>
          </a:xfrm>
          <a:prstGeom prst="roundRect">
            <a:avLst>
              <a:gd name="adj" fmla="val 12253"/>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Autofit/>
          </a:bodyPr>
          <a:lstStyle/>
          <a:p>
            <a:r>
              <a:rPr lang="zh-CN" altLang="en-US" sz="2000" dirty="0">
                <a:solidFill>
                  <a:schemeClr val="tx1"/>
                </a:solidFill>
                <a:cs typeface="+mn-ea"/>
                <a:sym typeface="+mn-lt"/>
              </a:rPr>
              <a:t>底部导航栏是通过</a:t>
            </a:r>
            <a:r>
              <a:rPr lang="en-US" altLang="zh-CN" sz="2000" dirty="0" err="1">
                <a:solidFill>
                  <a:schemeClr val="tx1"/>
                </a:solidFill>
                <a:cs typeface="+mn-ea"/>
                <a:sym typeface="+mn-lt"/>
              </a:rPr>
              <a:t>app.josn</a:t>
            </a:r>
            <a:r>
              <a:rPr lang="zh-CN" altLang="en-US" sz="2000" dirty="0">
                <a:solidFill>
                  <a:schemeClr val="tx1"/>
                </a:solidFill>
                <a:cs typeface="+mn-ea"/>
                <a:sym typeface="+mn-lt"/>
              </a:rPr>
              <a:t>中</a:t>
            </a:r>
            <a:r>
              <a:rPr lang="en-US" altLang="zh-CN" sz="2000" dirty="0" err="1">
                <a:solidFill>
                  <a:schemeClr val="tx1"/>
                </a:solidFill>
                <a:cs typeface="+mn-ea"/>
                <a:sym typeface="+mn-lt"/>
              </a:rPr>
              <a:t>tabBar</a:t>
            </a:r>
            <a:r>
              <a:rPr lang="zh-CN" altLang="en-US" sz="2000" dirty="0">
                <a:solidFill>
                  <a:schemeClr val="tx1"/>
                </a:solidFill>
                <a:cs typeface="+mn-ea"/>
                <a:sym typeface="+mn-lt"/>
              </a:rPr>
              <a:t>配置实现的，关键配置：</a:t>
            </a:r>
            <a:br>
              <a:rPr lang="en-US" altLang="zh-CN" sz="2000" dirty="0">
                <a:solidFill>
                  <a:schemeClr val="tx1"/>
                </a:solidFill>
                <a:cs typeface="+mn-ea"/>
                <a:sym typeface="+mn-lt"/>
              </a:rPr>
            </a:br>
            <a:r>
              <a:rPr lang="en-US" altLang="zh-CN" sz="2000" dirty="0">
                <a:solidFill>
                  <a:schemeClr val="tx1"/>
                </a:solidFill>
                <a:cs typeface="+mn-ea"/>
                <a:sym typeface="+mn-lt"/>
              </a:rPr>
              <a:t>list</a:t>
            </a:r>
            <a:r>
              <a:rPr lang="zh-CN" altLang="en-US" sz="2000" dirty="0">
                <a:solidFill>
                  <a:schemeClr val="tx1"/>
                </a:solidFill>
                <a:cs typeface="+mn-ea"/>
              </a:rPr>
              <a:t>数组：定义每个 </a:t>
            </a:r>
            <a:r>
              <a:rPr lang="en-US" altLang="zh-CN" sz="2000" dirty="0">
                <a:solidFill>
                  <a:schemeClr val="tx1"/>
                </a:solidFill>
                <a:cs typeface="+mn-ea"/>
              </a:rPr>
              <a:t>tab </a:t>
            </a:r>
            <a:r>
              <a:rPr lang="zh-CN" altLang="en-US" sz="2000" dirty="0">
                <a:solidFill>
                  <a:schemeClr val="tx1"/>
                </a:solidFill>
                <a:cs typeface="+mn-ea"/>
              </a:rPr>
              <a:t>的页面路径和图标</a:t>
            </a:r>
            <a:br>
              <a:rPr lang="zh-CN" altLang="en-US" sz="2000" dirty="0">
                <a:solidFill>
                  <a:schemeClr val="tx1"/>
                </a:solidFill>
                <a:cs typeface="+mn-ea"/>
                <a:sym typeface="+mn-lt"/>
              </a:rPr>
            </a:br>
            <a:r>
              <a:rPr lang="en-US" altLang="zh-CN" sz="2000" dirty="0" err="1">
                <a:solidFill>
                  <a:schemeClr val="tx1"/>
                </a:solidFill>
                <a:cs typeface="+mn-ea"/>
                <a:sym typeface="+mn-lt"/>
              </a:rPr>
              <a:t>pagePath</a:t>
            </a:r>
            <a:r>
              <a:rPr lang="zh-CN" altLang="en-US" sz="2000" dirty="0">
                <a:solidFill>
                  <a:schemeClr val="tx1"/>
                </a:solidFill>
                <a:cs typeface="+mn-ea"/>
                <a:sym typeface="+mn-lt"/>
              </a:rPr>
              <a:t>：必须是在 </a:t>
            </a:r>
            <a:r>
              <a:rPr lang="en-US" altLang="zh-CN" sz="2000" dirty="0">
                <a:solidFill>
                  <a:schemeClr val="tx1"/>
                </a:solidFill>
                <a:cs typeface="+mn-ea"/>
                <a:sym typeface="+mn-lt"/>
              </a:rPr>
              <a:t>pages </a:t>
            </a:r>
            <a:r>
              <a:rPr lang="zh-CN" altLang="en-US" sz="2000" dirty="0">
                <a:solidFill>
                  <a:schemeClr val="tx1"/>
                </a:solidFill>
                <a:cs typeface="+mn-ea"/>
                <a:sym typeface="+mn-lt"/>
              </a:rPr>
              <a:t>中已注册的页面</a:t>
            </a:r>
          </a:p>
        </p:txBody>
      </p:sp>
      <p:pic>
        <p:nvPicPr>
          <p:cNvPr id="68" name="图片 67">
            <a:extLst>
              <a:ext uri="{FF2B5EF4-FFF2-40B4-BE49-F238E27FC236}">
                <a16:creationId xmlns:a16="http://schemas.microsoft.com/office/drawing/2014/main" id="{A3F07A7B-AACD-6BBB-015D-7D5E2A7FA4D8}"/>
              </a:ext>
            </a:extLst>
          </p:cNvPr>
          <p:cNvPicPr>
            <a:picLocks noChangeAspect="1"/>
          </p:cNvPicPr>
          <p:nvPr/>
        </p:nvPicPr>
        <p:blipFill>
          <a:blip r:embed="rId2"/>
          <a:stretch>
            <a:fillRect/>
          </a:stretch>
        </p:blipFill>
        <p:spPr>
          <a:xfrm>
            <a:off x="273958" y="2866852"/>
            <a:ext cx="6093177" cy="1031909"/>
          </a:xfrm>
          <a:prstGeom prst="rect">
            <a:avLst/>
          </a:prstGeom>
        </p:spPr>
      </p:pic>
    </p:spTree>
    <p:extLst>
      <p:ext uri="{BB962C8B-B14F-4D97-AF65-F5344CB8AC3E}">
        <p14:creationId xmlns:p14="http://schemas.microsoft.com/office/powerpoint/2010/main" val="84043085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pattFill prst="pct10">
          <a:fgClr>
            <a:schemeClr val="accent1"/>
          </a:fgClr>
          <a:bgClr>
            <a:schemeClr val="bg1"/>
          </a:bgClr>
        </a:pattFill>
        <a:effectLst/>
      </p:bgPr>
    </p:bg>
    <p:spTree>
      <p:nvGrpSpPr>
        <p:cNvPr id="1" name="">
          <a:extLst>
            <a:ext uri="{FF2B5EF4-FFF2-40B4-BE49-F238E27FC236}">
              <a16:creationId xmlns:a16="http://schemas.microsoft.com/office/drawing/2014/main" id="{EAB9271A-F40C-487C-588F-20A4AD01E70A}"/>
            </a:ext>
          </a:extLst>
        </p:cNvPr>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B729804B-6E9C-7BD0-E303-82AF115E26BC}"/>
              </a:ext>
            </a:extLst>
          </p:cNvPr>
          <p:cNvSpPr>
            <a:spLocks noGrp="1"/>
          </p:cNvSpPr>
          <p:nvPr>
            <p:ph type="sldNum" sz="quarter" idx="12"/>
          </p:nvPr>
        </p:nvSpPr>
        <p:spPr/>
        <p:txBody>
          <a:bodyPr/>
          <a:lstStyle/>
          <a:p>
            <a:fld id="{5DD3DB80-B894-403A-B48E-6FDC1A72010E}" type="slidenum">
              <a:rPr lang="zh-CN" altLang="en-US" smtClean="0">
                <a:cs typeface="+mn-ea"/>
                <a:sym typeface="+mn-lt"/>
              </a:rPr>
              <a:pPr/>
              <a:t>10</a:t>
            </a:fld>
            <a:endParaRPr lang="zh-CN" altLang="en-US">
              <a:cs typeface="+mn-ea"/>
              <a:sym typeface="+mn-lt"/>
            </a:endParaRPr>
          </a:p>
        </p:txBody>
      </p:sp>
      <p:grpSp>
        <p:nvGrpSpPr>
          <p:cNvPr id="5" name="组合 4"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title="iSlide™ 版权声明  COPYRIGHT NOTICE">
            <a:extLst>
              <a:ext uri="{FF2B5EF4-FFF2-40B4-BE49-F238E27FC236}">
                <a16:creationId xmlns:a16="http://schemas.microsoft.com/office/drawing/2014/main" id="{0AD6E535-5D97-45D4-307E-D818009174F8}"/>
              </a:ext>
            </a:extLst>
          </p:cNvPr>
          <p:cNvGrpSpPr>
            <a:grpSpLocks noChangeAspect="1"/>
          </p:cNvGrpSpPr>
          <p:nvPr/>
        </p:nvGrpSpPr>
        <p:grpSpPr>
          <a:xfrm>
            <a:off x="2138539" y="764241"/>
            <a:ext cx="7254491" cy="3490888"/>
            <a:chOff x="2694687" y="1468904"/>
            <a:chExt cx="6776719" cy="3117978"/>
          </a:xfrm>
        </p:grpSpPr>
        <p:sp>
          <p:nvSpPr>
            <p:cNvPr id="6" name="矩形: 圆角 5">
              <a:extLst>
                <a:ext uri="{FF2B5EF4-FFF2-40B4-BE49-F238E27FC236}">
                  <a16:creationId xmlns:a16="http://schemas.microsoft.com/office/drawing/2014/main" id="{7887D1E0-E8E1-A354-3786-69404E67E66C}"/>
                </a:ext>
              </a:extLst>
            </p:cNvPr>
            <p:cNvSpPr/>
            <p:nvPr/>
          </p:nvSpPr>
          <p:spPr>
            <a:xfrm>
              <a:off x="4802780" y="1468904"/>
              <a:ext cx="2650971" cy="505968"/>
            </a:xfrm>
            <a:prstGeom prst="roundRect">
              <a:avLst>
                <a:gd name="adj" fmla="val 5000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Autofit/>
            </a:bodyPr>
            <a:lstStyle/>
            <a:p>
              <a:pPr algn="ctr"/>
              <a:r>
                <a:rPr lang="zh-CN" altLang="en-US" sz="1600" b="1" dirty="0">
                  <a:solidFill>
                    <a:schemeClr val="bg1"/>
                  </a:solidFill>
                  <a:cs typeface="+mn-ea"/>
                  <a:sym typeface="+mn-lt"/>
                </a:rPr>
                <a:t>流水信息</a:t>
              </a:r>
            </a:p>
          </p:txBody>
        </p:sp>
        <p:sp>
          <p:nvSpPr>
            <p:cNvPr id="14" name="矩形: 圆角 13">
              <a:extLst>
                <a:ext uri="{FF2B5EF4-FFF2-40B4-BE49-F238E27FC236}">
                  <a16:creationId xmlns:a16="http://schemas.microsoft.com/office/drawing/2014/main" id="{4187F910-E385-EDB3-32C4-26D18AAE43F3}"/>
                </a:ext>
              </a:extLst>
            </p:cNvPr>
            <p:cNvSpPr/>
            <p:nvPr/>
          </p:nvSpPr>
          <p:spPr>
            <a:xfrm>
              <a:off x="5609431" y="4189410"/>
              <a:ext cx="2070725" cy="397472"/>
            </a:xfrm>
            <a:prstGeom prst="roundRect">
              <a:avLst>
                <a:gd name="adj" fmla="val 8562"/>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Autofit/>
            </a:bodyPr>
            <a:lstStyle/>
            <a:p>
              <a:pPr algn="ctr"/>
              <a:endParaRPr lang="zh-CN" altLang="en-US" sz="1600" dirty="0">
                <a:solidFill>
                  <a:schemeClr val="tx1"/>
                </a:solidFill>
                <a:cs typeface="+mn-ea"/>
                <a:sym typeface="+mn-lt"/>
              </a:endParaRPr>
            </a:p>
          </p:txBody>
        </p:sp>
        <p:sp>
          <p:nvSpPr>
            <p:cNvPr id="21" name="任意多边形: 形状 20">
              <a:extLst>
                <a:ext uri="{FF2B5EF4-FFF2-40B4-BE49-F238E27FC236}">
                  <a16:creationId xmlns:a16="http://schemas.microsoft.com/office/drawing/2014/main" id="{CF80452B-EA5E-7EDA-60B4-9E69D56803FB}"/>
                </a:ext>
              </a:extLst>
            </p:cNvPr>
            <p:cNvSpPr/>
            <p:nvPr/>
          </p:nvSpPr>
          <p:spPr bwMode="auto">
            <a:xfrm>
              <a:off x="2756563" y="2876558"/>
              <a:ext cx="94192" cy="94191"/>
            </a:xfrm>
            <a:custGeom>
              <a:avLst/>
              <a:gdLst>
                <a:gd name="T0" fmla="*/ 185 w 787"/>
                <a:gd name="T1" fmla="*/ 0 h 787"/>
                <a:gd name="T2" fmla="*/ 198 w 787"/>
                <a:gd name="T3" fmla="*/ 4 h 787"/>
                <a:gd name="T4" fmla="*/ 209 w 787"/>
                <a:gd name="T5" fmla="*/ 12 h 787"/>
                <a:gd name="T6" fmla="*/ 394 w 787"/>
                <a:gd name="T7" fmla="*/ 196 h 787"/>
                <a:gd name="T8" fmla="*/ 578 w 787"/>
                <a:gd name="T9" fmla="*/ 12 h 787"/>
                <a:gd name="T10" fmla="*/ 589 w 787"/>
                <a:gd name="T11" fmla="*/ 4 h 787"/>
                <a:gd name="T12" fmla="*/ 602 w 787"/>
                <a:gd name="T13" fmla="*/ 0 h 787"/>
                <a:gd name="T14" fmla="*/ 615 w 787"/>
                <a:gd name="T15" fmla="*/ 0 h 787"/>
                <a:gd name="T16" fmla="*/ 627 w 787"/>
                <a:gd name="T17" fmla="*/ 4 h 787"/>
                <a:gd name="T18" fmla="*/ 638 w 787"/>
                <a:gd name="T19" fmla="*/ 12 h 787"/>
                <a:gd name="T20" fmla="*/ 775 w 787"/>
                <a:gd name="T21" fmla="*/ 149 h 787"/>
                <a:gd name="T22" fmla="*/ 784 w 787"/>
                <a:gd name="T23" fmla="*/ 160 h 787"/>
                <a:gd name="T24" fmla="*/ 787 w 787"/>
                <a:gd name="T25" fmla="*/ 172 h 787"/>
                <a:gd name="T26" fmla="*/ 787 w 787"/>
                <a:gd name="T27" fmla="*/ 185 h 787"/>
                <a:gd name="T28" fmla="*/ 784 w 787"/>
                <a:gd name="T29" fmla="*/ 199 h 787"/>
                <a:gd name="T30" fmla="*/ 775 w 787"/>
                <a:gd name="T31" fmla="*/ 209 h 787"/>
                <a:gd name="T32" fmla="*/ 591 w 787"/>
                <a:gd name="T33" fmla="*/ 394 h 787"/>
                <a:gd name="T34" fmla="*/ 775 w 787"/>
                <a:gd name="T35" fmla="*/ 578 h 787"/>
                <a:gd name="T36" fmla="*/ 784 w 787"/>
                <a:gd name="T37" fmla="*/ 589 h 787"/>
                <a:gd name="T38" fmla="*/ 787 w 787"/>
                <a:gd name="T39" fmla="*/ 602 h 787"/>
                <a:gd name="T40" fmla="*/ 787 w 787"/>
                <a:gd name="T41" fmla="*/ 615 h 787"/>
                <a:gd name="T42" fmla="*/ 784 w 787"/>
                <a:gd name="T43" fmla="*/ 627 h 787"/>
                <a:gd name="T44" fmla="*/ 775 w 787"/>
                <a:gd name="T45" fmla="*/ 638 h 787"/>
                <a:gd name="T46" fmla="*/ 638 w 787"/>
                <a:gd name="T47" fmla="*/ 775 h 787"/>
                <a:gd name="T48" fmla="*/ 627 w 787"/>
                <a:gd name="T49" fmla="*/ 783 h 787"/>
                <a:gd name="T50" fmla="*/ 615 w 787"/>
                <a:gd name="T51" fmla="*/ 787 h 787"/>
                <a:gd name="T52" fmla="*/ 602 w 787"/>
                <a:gd name="T53" fmla="*/ 787 h 787"/>
                <a:gd name="T54" fmla="*/ 589 w 787"/>
                <a:gd name="T55" fmla="*/ 783 h 787"/>
                <a:gd name="T56" fmla="*/ 578 w 787"/>
                <a:gd name="T57" fmla="*/ 775 h 787"/>
                <a:gd name="T58" fmla="*/ 394 w 787"/>
                <a:gd name="T59" fmla="*/ 591 h 787"/>
                <a:gd name="T60" fmla="*/ 209 w 787"/>
                <a:gd name="T61" fmla="*/ 775 h 787"/>
                <a:gd name="T62" fmla="*/ 198 w 787"/>
                <a:gd name="T63" fmla="*/ 783 h 787"/>
                <a:gd name="T64" fmla="*/ 185 w 787"/>
                <a:gd name="T65" fmla="*/ 787 h 787"/>
                <a:gd name="T66" fmla="*/ 173 w 787"/>
                <a:gd name="T67" fmla="*/ 787 h 787"/>
                <a:gd name="T68" fmla="*/ 160 w 787"/>
                <a:gd name="T69" fmla="*/ 783 h 787"/>
                <a:gd name="T70" fmla="*/ 149 w 787"/>
                <a:gd name="T71" fmla="*/ 775 h 787"/>
                <a:gd name="T72" fmla="*/ 12 w 787"/>
                <a:gd name="T73" fmla="*/ 638 h 787"/>
                <a:gd name="T74" fmla="*/ 4 w 787"/>
                <a:gd name="T75" fmla="*/ 627 h 787"/>
                <a:gd name="T76" fmla="*/ 0 w 787"/>
                <a:gd name="T77" fmla="*/ 615 h 787"/>
                <a:gd name="T78" fmla="*/ 0 w 787"/>
                <a:gd name="T79" fmla="*/ 602 h 787"/>
                <a:gd name="T80" fmla="*/ 4 w 787"/>
                <a:gd name="T81" fmla="*/ 589 h 787"/>
                <a:gd name="T82" fmla="*/ 12 w 787"/>
                <a:gd name="T83" fmla="*/ 578 h 787"/>
                <a:gd name="T84" fmla="*/ 196 w 787"/>
                <a:gd name="T85" fmla="*/ 394 h 787"/>
                <a:gd name="T86" fmla="*/ 12 w 787"/>
                <a:gd name="T87" fmla="*/ 209 h 787"/>
                <a:gd name="T88" fmla="*/ 4 w 787"/>
                <a:gd name="T89" fmla="*/ 199 h 787"/>
                <a:gd name="T90" fmla="*/ 0 w 787"/>
                <a:gd name="T91" fmla="*/ 185 h 787"/>
                <a:gd name="T92" fmla="*/ 0 w 787"/>
                <a:gd name="T93" fmla="*/ 172 h 787"/>
                <a:gd name="T94" fmla="*/ 4 w 787"/>
                <a:gd name="T95" fmla="*/ 160 h 787"/>
                <a:gd name="T96" fmla="*/ 12 w 787"/>
                <a:gd name="T97" fmla="*/ 149 h 787"/>
                <a:gd name="T98" fmla="*/ 149 w 787"/>
                <a:gd name="T99" fmla="*/ 12 h 787"/>
                <a:gd name="T100" fmla="*/ 160 w 787"/>
                <a:gd name="T101" fmla="*/ 4 h 787"/>
                <a:gd name="T102" fmla="*/ 173 w 787"/>
                <a:gd name="T103" fmla="*/ 0 h 787"/>
                <a:gd name="T104" fmla="*/ 185 w 787"/>
                <a:gd name="T105" fmla="*/ 0 h 7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787" h="787">
                  <a:moveTo>
                    <a:pt x="185" y="0"/>
                  </a:moveTo>
                  <a:lnTo>
                    <a:pt x="198" y="4"/>
                  </a:lnTo>
                  <a:lnTo>
                    <a:pt x="209" y="12"/>
                  </a:lnTo>
                  <a:lnTo>
                    <a:pt x="394" y="196"/>
                  </a:lnTo>
                  <a:lnTo>
                    <a:pt x="578" y="12"/>
                  </a:lnTo>
                  <a:lnTo>
                    <a:pt x="589" y="4"/>
                  </a:lnTo>
                  <a:lnTo>
                    <a:pt x="602" y="0"/>
                  </a:lnTo>
                  <a:lnTo>
                    <a:pt x="615" y="0"/>
                  </a:lnTo>
                  <a:lnTo>
                    <a:pt x="627" y="4"/>
                  </a:lnTo>
                  <a:lnTo>
                    <a:pt x="638" y="12"/>
                  </a:lnTo>
                  <a:lnTo>
                    <a:pt x="775" y="149"/>
                  </a:lnTo>
                  <a:lnTo>
                    <a:pt x="784" y="160"/>
                  </a:lnTo>
                  <a:lnTo>
                    <a:pt x="787" y="172"/>
                  </a:lnTo>
                  <a:lnTo>
                    <a:pt x="787" y="185"/>
                  </a:lnTo>
                  <a:lnTo>
                    <a:pt x="784" y="199"/>
                  </a:lnTo>
                  <a:lnTo>
                    <a:pt x="775" y="209"/>
                  </a:lnTo>
                  <a:lnTo>
                    <a:pt x="591" y="394"/>
                  </a:lnTo>
                  <a:lnTo>
                    <a:pt x="775" y="578"/>
                  </a:lnTo>
                  <a:lnTo>
                    <a:pt x="784" y="589"/>
                  </a:lnTo>
                  <a:lnTo>
                    <a:pt x="787" y="602"/>
                  </a:lnTo>
                  <a:lnTo>
                    <a:pt x="787" y="615"/>
                  </a:lnTo>
                  <a:lnTo>
                    <a:pt x="784" y="627"/>
                  </a:lnTo>
                  <a:lnTo>
                    <a:pt x="775" y="638"/>
                  </a:lnTo>
                  <a:lnTo>
                    <a:pt x="638" y="775"/>
                  </a:lnTo>
                  <a:lnTo>
                    <a:pt x="627" y="783"/>
                  </a:lnTo>
                  <a:lnTo>
                    <a:pt x="615" y="787"/>
                  </a:lnTo>
                  <a:lnTo>
                    <a:pt x="602" y="787"/>
                  </a:lnTo>
                  <a:lnTo>
                    <a:pt x="589" y="783"/>
                  </a:lnTo>
                  <a:lnTo>
                    <a:pt x="578" y="775"/>
                  </a:lnTo>
                  <a:lnTo>
                    <a:pt x="394" y="591"/>
                  </a:lnTo>
                  <a:lnTo>
                    <a:pt x="209" y="775"/>
                  </a:lnTo>
                  <a:lnTo>
                    <a:pt x="198" y="783"/>
                  </a:lnTo>
                  <a:lnTo>
                    <a:pt x="185" y="787"/>
                  </a:lnTo>
                  <a:lnTo>
                    <a:pt x="173" y="787"/>
                  </a:lnTo>
                  <a:lnTo>
                    <a:pt x="160" y="783"/>
                  </a:lnTo>
                  <a:lnTo>
                    <a:pt x="149" y="775"/>
                  </a:lnTo>
                  <a:lnTo>
                    <a:pt x="12" y="638"/>
                  </a:lnTo>
                  <a:lnTo>
                    <a:pt x="4" y="627"/>
                  </a:lnTo>
                  <a:lnTo>
                    <a:pt x="0" y="615"/>
                  </a:lnTo>
                  <a:lnTo>
                    <a:pt x="0" y="602"/>
                  </a:lnTo>
                  <a:lnTo>
                    <a:pt x="4" y="589"/>
                  </a:lnTo>
                  <a:lnTo>
                    <a:pt x="12" y="578"/>
                  </a:lnTo>
                  <a:lnTo>
                    <a:pt x="196" y="394"/>
                  </a:lnTo>
                  <a:lnTo>
                    <a:pt x="12" y="209"/>
                  </a:lnTo>
                  <a:lnTo>
                    <a:pt x="4" y="199"/>
                  </a:lnTo>
                  <a:lnTo>
                    <a:pt x="0" y="185"/>
                  </a:lnTo>
                  <a:lnTo>
                    <a:pt x="0" y="172"/>
                  </a:lnTo>
                  <a:lnTo>
                    <a:pt x="4" y="160"/>
                  </a:lnTo>
                  <a:lnTo>
                    <a:pt x="12" y="149"/>
                  </a:lnTo>
                  <a:lnTo>
                    <a:pt x="149" y="12"/>
                  </a:lnTo>
                  <a:lnTo>
                    <a:pt x="160" y="4"/>
                  </a:lnTo>
                  <a:lnTo>
                    <a:pt x="173" y="0"/>
                  </a:lnTo>
                  <a:lnTo>
                    <a:pt x="185" y="0"/>
                  </a:lnTo>
                  <a:close/>
                </a:path>
              </a:pathLst>
            </a:custGeom>
            <a:solidFill>
              <a:schemeClr val="bg1"/>
            </a:solidFill>
            <a:ln w="0">
              <a:noFill/>
              <a:prstDash val="solid"/>
              <a:round/>
              <a:headEnd/>
              <a:tailEnd/>
            </a:ln>
          </p:spPr>
          <p:txBody>
            <a:bodyPr wrap="square" lIns="91440" tIns="45720" rIns="91440" bIns="45720" anchor="ctr">
              <a:noAutofit/>
            </a:bodyPr>
            <a:lstStyle/>
            <a:p>
              <a:pPr algn="ctr"/>
              <a:endParaRPr>
                <a:cs typeface="+mn-ea"/>
                <a:sym typeface="+mn-lt"/>
              </a:endParaRPr>
            </a:p>
          </p:txBody>
        </p:sp>
        <p:sp>
          <p:nvSpPr>
            <p:cNvPr id="24" name="任意多边形: 形状 23">
              <a:extLst>
                <a:ext uri="{FF2B5EF4-FFF2-40B4-BE49-F238E27FC236}">
                  <a16:creationId xmlns:a16="http://schemas.microsoft.com/office/drawing/2014/main" id="{BDD532E4-C5F9-830B-0C6C-C51064E5F88E}"/>
                </a:ext>
              </a:extLst>
            </p:cNvPr>
            <p:cNvSpPr/>
            <p:nvPr/>
          </p:nvSpPr>
          <p:spPr bwMode="auto">
            <a:xfrm>
              <a:off x="2995215" y="2810732"/>
              <a:ext cx="108194" cy="108075"/>
            </a:xfrm>
            <a:custGeom>
              <a:avLst/>
              <a:gdLst>
                <a:gd name="T0" fmla="*/ 452 w 904"/>
                <a:gd name="T1" fmla="*/ 0 h 903"/>
                <a:gd name="T2" fmla="*/ 505 w 904"/>
                <a:gd name="T3" fmla="*/ 4 h 903"/>
                <a:gd name="T4" fmla="*/ 555 w 904"/>
                <a:gd name="T5" fmla="*/ 12 h 903"/>
                <a:gd name="T6" fmla="*/ 604 w 904"/>
                <a:gd name="T7" fmla="*/ 27 h 903"/>
                <a:gd name="T8" fmla="*/ 651 w 904"/>
                <a:gd name="T9" fmla="*/ 46 h 903"/>
                <a:gd name="T10" fmla="*/ 694 w 904"/>
                <a:gd name="T11" fmla="*/ 71 h 903"/>
                <a:gd name="T12" fmla="*/ 735 w 904"/>
                <a:gd name="T13" fmla="*/ 100 h 903"/>
                <a:gd name="T14" fmla="*/ 771 w 904"/>
                <a:gd name="T15" fmla="*/ 133 h 903"/>
                <a:gd name="T16" fmla="*/ 804 w 904"/>
                <a:gd name="T17" fmla="*/ 169 h 903"/>
                <a:gd name="T18" fmla="*/ 833 w 904"/>
                <a:gd name="T19" fmla="*/ 210 h 903"/>
                <a:gd name="T20" fmla="*/ 858 w 904"/>
                <a:gd name="T21" fmla="*/ 253 h 903"/>
                <a:gd name="T22" fmla="*/ 878 w 904"/>
                <a:gd name="T23" fmla="*/ 300 h 903"/>
                <a:gd name="T24" fmla="*/ 892 w 904"/>
                <a:gd name="T25" fmla="*/ 348 h 903"/>
                <a:gd name="T26" fmla="*/ 900 w 904"/>
                <a:gd name="T27" fmla="*/ 400 h 903"/>
                <a:gd name="T28" fmla="*/ 904 w 904"/>
                <a:gd name="T29" fmla="*/ 452 h 903"/>
                <a:gd name="T30" fmla="*/ 900 w 904"/>
                <a:gd name="T31" fmla="*/ 505 h 903"/>
                <a:gd name="T32" fmla="*/ 892 w 904"/>
                <a:gd name="T33" fmla="*/ 556 h 903"/>
                <a:gd name="T34" fmla="*/ 878 w 904"/>
                <a:gd name="T35" fmla="*/ 605 h 903"/>
                <a:gd name="T36" fmla="*/ 858 w 904"/>
                <a:gd name="T37" fmla="*/ 650 h 903"/>
                <a:gd name="T38" fmla="*/ 833 w 904"/>
                <a:gd name="T39" fmla="*/ 694 h 903"/>
                <a:gd name="T40" fmla="*/ 804 w 904"/>
                <a:gd name="T41" fmla="*/ 734 h 903"/>
                <a:gd name="T42" fmla="*/ 771 w 904"/>
                <a:gd name="T43" fmla="*/ 771 h 903"/>
                <a:gd name="T44" fmla="*/ 735 w 904"/>
                <a:gd name="T45" fmla="*/ 804 h 903"/>
                <a:gd name="T46" fmla="*/ 694 w 904"/>
                <a:gd name="T47" fmla="*/ 834 h 903"/>
                <a:gd name="T48" fmla="*/ 651 w 904"/>
                <a:gd name="T49" fmla="*/ 858 h 903"/>
                <a:gd name="T50" fmla="*/ 604 w 904"/>
                <a:gd name="T51" fmla="*/ 877 h 903"/>
                <a:gd name="T52" fmla="*/ 555 w 904"/>
                <a:gd name="T53" fmla="*/ 893 h 903"/>
                <a:gd name="T54" fmla="*/ 505 w 904"/>
                <a:gd name="T55" fmla="*/ 901 h 903"/>
                <a:gd name="T56" fmla="*/ 452 w 904"/>
                <a:gd name="T57" fmla="*/ 903 h 903"/>
                <a:gd name="T58" fmla="*/ 399 w 904"/>
                <a:gd name="T59" fmla="*/ 901 h 903"/>
                <a:gd name="T60" fmla="*/ 349 w 904"/>
                <a:gd name="T61" fmla="*/ 893 h 903"/>
                <a:gd name="T62" fmla="*/ 300 w 904"/>
                <a:gd name="T63" fmla="*/ 877 h 903"/>
                <a:gd name="T64" fmla="*/ 253 w 904"/>
                <a:gd name="T65" fmla="*/ 858 h 903"/>
                <a:gd name="T66" fmla="*/ 210 w 904"/>
                <a:gd name="T67" fmla="*/ 834 h 903"/>
                <a:gd name="T68" fmla="*/ 170 w 904"/>
                <a:gd name="T69" fmla="*/ 804 h 903"/>
                <a:gd name="T70" fmla="*/ 133 w 904"/>
                <a:gd name="T71" fmla="*/ 771 h 903"/>
                <a:gd name="T72" fmla="*/ 99 w 904"/>
                <a:gd name="T73" fmla="*/ 734 h 903"/>
                <a:gd name="T74" fmla="*/ 70 w 904"/>
                <a:gd name="T75" fmla="*/ 694 h 903"/>
                <a:gd name="T76" fmla="*/ 47 w 904"/>
                <a:gd name="T77" fmla="*/ 650 h 903"/>
                <a:gd name="T78" fmla="*/ 27 w 904"/>
                <a:gd name="T79" fmla="*/ 605 h 903"/>
                <a:gd name="T80" fmla="*/ 12 w 904"/>
                <a:gd name="T81" fmla="*/ 556 h 903"/>
                <a:gd name="T82" fmla="*/ 3 w 904"/>
                <a:gd name="T83" fmla="*/ 505 h 903"/>
                <a:gd name="T84" fmla="*/ 0 w 904"/>
                <a:gd name="T85" fmla="*/ 452 h 903"/>
                <a:gd name="T86" fmla="*/ 3 w 904"/>
                <a:gd name="T87" fmla="*/ 400 h 903"/>
                <a:gd name="T88" fmla="*/ 12 w 904"/>
                <a:gd name="T89" fmla="*/ 348 h 903"/>
                <a:gd name="T90" fmla="*/ 27 w 904"/>
                <a:gd name="T91" fmla="*/ 300 h 903"/>
                <a:gd name="T92" fmla="*/ 47 w 904"/>
                <a:gd name="T93" fmla="*/ 253 h 903"/>
                <a:gd name="T94" fmla="*/ 70 w 904"/>
                <a:gd name="T95" fmla="*/ 210 h 903"/>
                <a:gd name="T96" fmla="*/ 99 w 904"/>
                <a:gd name="T97" fmla="*/ 169 h 903"/>
                <a:gd name="T98" fmla="*/ 133 w 904"/>
                <a:gd name="T99" fmla="*/ 133 h 903"/>
                <a:gd name="T100" fmla="*/ 170 w 904"/>
                <a:gd name="T101" fmla="*/ 100 h 903"/>
                <a:gd name="T102" fmla="*/ 210 w 904"/>
                <a:gd name="T103" fmla="*/ 71 h 903"/>
                <a:gd name="T104" fmla="*/ 253 w 904"/>
                <a:gd name="T105" fmla="*/ 46 h 903"/>
                <a:gd name="T106" fmla="*/ 300 w 904"/>
                <a:gd name="T107" fmla="*/ 27 h 903"/>
                <a:gd name="T108" fmla="*/ 349 w 904"/>
                <a:gd name="T109" fmla="*/ 12 h 903"/>
                <a:gd name="T110" fmla="*/ 399 w 904"/>
                <a:gd name="T111" fmla="*/ 4 h 903"/>
                <a:gd name="T112" fmla="*/ 452 w 904"/>
                <a:gd name="T113" fmla="*/ 0 h 9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904" h="903">
                  <a:moveTo>
                    <a:pt x="452" y="0"/>
                  </a:moveTo>
                  <a:lnTo>
                    <a:pt x="505" y="4"/>
                  </a:lnTo>
                  <a:lnTo>
                    <a:pt x="555" y="12"/>
                  </a:lnTo>
                  <a:lnTo>
                    <a:pt x="604" y="27"/>
                  </a:lnTo>
                  <a:lnTo>
                    <a:pt x="651" y="46"/>
                  </a:lnTo>
                  <a:lnTo>
                    <a:pt x="694" y="71"/>
                  </a:lnTo>
                  <a:lnTo>
                    <a:pt x="735" y="100"/>
                  </a:lnTo>
                  <a:lnTo>
                    <a:pt x="771" y="133"/>
                  </a:lnTo>
                  <a:lnTo>
                    <a:pt x="804" y="169"/>
                  </a:lnTo>
                  <a:lnTo>
                    <a:pt x="833" y="210"/>
                  </a:lnTo>
                  <a:lnTo>
                    <a:pt x="858" y="253"/>
                  </a:lnTo>
                  <a:lnTo>
                    <a:pt x="878" y="300"/>
                  </a:lnTo>
                  <a:lnTo>
                    <a:pt x="892" y="348"/>
                  </a:lnTo>
                  <a:lnTo>
                    <a:pt x="900" y="400"/>
                  </a:lnTo>
                  <a:lnTo>
                    <a:pt x="904" y="452"/>
                  </a:lnTo>
                  <a:lnTo>
                    <a:pt x="900" y="505"/>
                  </a:lnTo>
                  <a:lnTo>
                    <a:pt x="892" y="556"/>
                  </a:lnTo>
                  <a:lnTo>
                    <a:pt x="878" y="605"/>
                  </a:lnTo>
                  <a:lnTo>
                    <a:pt x="858" y="650"/>
                  </a:lnTo>
                  <a:lnTo>
                    <a:pt x="833" y="694"/>
                  </a:lnTo>
                  <a:lnTo>
                    <a:pt x="804" y="734"/>
                  </a:lnTo>
                  <a:lnTo>
                    <a:pt x="771" y="771"/>
                  </a:lnTo>
                  <a:lnTo>
                    <a:pt x="735" y="804"/>
                  </a:lnTo>
                  <a:lnTo>
                    <a:pt x="694" y="834"/>
                  </a:lnTo>
                  <a:lnTo>
                    <a:pt x="651" y="858"/>
                  </a:lnTo>
                  <a:lnTo>
                    <a:pt x="604" y="877"/>
                  </a:lnTo>
                  <a:lnTo>
                    <a:pt x="555" y="893"/>
                  </a:lnTo>
                  <a:lnTo>
                    <a:pt x="505" y="901"/>
                  </a:lnTo>
                  <a:lnTo>
                    <a:pt x="452" y="903"/>
                  </a:lnTo>
                  <a:lnTo>
                    <a:pt x="399" y="901"/>
                  </a:lnTo>
                  <a:lnTo>
                    <a:pt x="349" y="893"/>
                  </a:lnTo>
                  <a:lnTo>
                    <a:pt x="300" y="877"/>
                  </a:lnTo>
                  <a:lnTo>
                    <a:pt x="253" y="858"/>
                  </a:lnTo>
                  <a:lnTo>
                    <a:pt x="210" y="834"/>
                  </a:lnTo>
                  <a:lnTo>
                    <a:pt x="170" y="804"/>
                  </a:lnTo>
                  <a:lnTo>
                    <a:pt x="133" y="771"/>
                  </a:lnTo>
                  <a:lnTo>
                    <a:pt x="99" y="734"/>
                  </a:lnTo>
                  <a:lnTo>
                    <a:pt x="70" y="694"/>
                  </a:lnTo>
                  <a:lnTo>
                    <a:pt x="47" y="650"/>
                  </a:lnTo>
                  <a:lnTo>
                    <a:pt x="27" y="605"/>
                  </a:lnTo>
                  <a:lnTo>
                    <a:pt x="12" y="556"/>
                  </a:lnTo>
                  <a:lnTo>
                    <a:pt x="3" y="505"/>
                  </a:lnTo>
                  <a:lnTo>
                    <a:pt x="0" y="452"/>
                  </a:lnTo>
                  <a:lnTo>
                    <a:pt x="3" y="400"/>
                  </a:lnTo>
                  <a:lnTo>
                    <a:pt x="12" y="348"/>
                  </a:lnTo>
                  <a:lnTo>
                    <a:pt x="27" y="300"/>
                  </a:lnTo>
                  <a:lnTo>
                    <a:pt x="47" y="253"/>
                  </a:lnTo>
                  <a:lnTo>
                    <a:pt x="70" y="210"/>
                  </a:lnTo>
                  <a:lnTo>
                    <a:pt x="99" y="169"/>
                  </a:lnTo>
                  <a:lnTo>
                    <a:pt x="133" y="133"/>
                  </a:lnTo>
                  <a:lnTo>
                    <a:pt x="170" y="100"/>
                  </a:lnTo>
                  <a:lnTo>
                    <a:pt x="210" y="71"/>
                  </a:lnTo>
                  <a:lnTo>
                    <a:pt x="253" y="46"/>
                  </a:lnTo>
                  <a:lnTo>
                    <a:pt x="300" y="27"/>
                  </a:lnTo>
                  <a:lnTo>
                    <a:pt x="349" y="12"/>
                  </a:lnTo>
                  <a:lnTo>
                    <a:pt x="399" y="4"/>
                  </a:lnTo>
                  <a:lnTo>
                    <a:pt x="452" y="0"/>
                  </a:lnTo>
                  <a:close/>
                </a:path>
              </a:pathLst>
            </a:custGeom>
            <a:solidFill>
              <a:schemeClr val="bg1"/>
            </a:solidFill>
            <a:ln w="0">
              <a:noFill/>
              <a:prstDash val="solid"/>
              <a:round/>
              <a:headEnd/>
              <a:tailEnd/>
            </a:ln>
          </p:spPr>
          <p:txBody>
            <a:bodyPr wrap="square" lIns="91440" tIns="45720" rIns="91440" bIns="45720" anchor="ctr">
              <a:noAutofit/>
            </a:bodyPr>
            <a:lstStyle/>
            <a:p>
              <a:pPr algn="ctr"/>
              <a:endParaRPr>
                <a:cs typeface="+mn-ea"/>
                <a:sym typeface="+mn-lt"/>
              </a:endParaRPr>
            </a:p>
          </p:txBody>
        </p:sp>
        <p:sp>
          <p:nvSpPr>
            <p:cNvPr id="26" name="任意多边形: 形状 25">
              <a:extLst>
                <a:ext uri="{FF2B5EF4-FFF2-40B4-BE49-F238E27FC236}">
                  <a16:creationId xmlns:a16="http://schemas.microsoft.com/office/drawing/2014/main" id="{EADE2ACF-15CD-516F-1D0B-0A3EF5CB8C29}"/>
                </a:ext>
              </a:extLst>
            </p:cNvPr>
            <p:cNvSpPr/>
            <p:nvPr/>
          </p:nvSpPr>
          <p:spPr bwMode="auto">
            <a:xfrm>
              <a:off x="2694687" y="2791582"/>
              <a:ext cx="106998" cy="331165"/>
            </a:xfrm>
            <a:custGeom>
              <a:avLst/>
              <a:gdLst>
                <a:gd name="T0" fmla="*/ 377 w 894"/>
                <a:gd name="T1" fmla="*/ 3 h 2767"/>
                <a:gd name="T2" fmla="*/ 384 w 894"/>
                <a:gd name="T3" fmla="*/ 22 h 2767"/>
                <a:gd name="T4" fmla="*/ 301 w 894"/>
                <a:gd name="T5" fmla="*/ 274 h 2767"/>
                <a:gd name="T6" fmla="*/ 210 w 894"/>
                <a:gd name="T7" fmla="*/ 518 h 2767"/>
                <a:gd name="T8" fmla="*/ 148 w 894"/>
                <a:gd name="T9" fmla="*/ 762 h 2767"/>
                <a:gd name="T10" fmla="*/ 118 w 894"/>
                <a:gd name="T11" fmla="*/ 1003 h 2767"/>
                <a:gd name="T12" fmla="*/ 118 w 894"/>
                <a:gd name="T13" fmla="*/ 1240 h 2767"/>
                <a:gd name="T14" fmla="*/ 145 w 894"/>
                <a:gd name="T15" fmla="*/ 1465 h 2767"/>
                <a:gd name="T16" fmla="*/ 202 w 894"/>
                <a:gd name="T17" fmla="*/ 1685 h 2767"/>
                <a:gd name="T18" fmla="*/ 285 w 894"/>
                <a:gd name="T19" fmla="*/ 1901 h 2767"/>
                <a:gd name="T20" fmla="*/ 371 w 894"/>
                <a:gd name="T21" fmla="*/ 2068 h 2767"/>
                <a:gd name="T22" fmla="*/ 441 w 894"/>
                <a:gd name="T23" fmla="*/ 2182 h 2767"/>
                <a:gd name="T24" fmla="*/ 514 w 894"/>
                <a:gd name="T25" fmla="*/ 2285 h 2767"/>
                <a:gd name="T26" fmla="*/ 585 w 894"/>
                <a:gd name="T27" fmla="*/ 2377 h 2767"/>
                <a:gd name="T28" fmla="*/ 653 w 894"/>
                <a:gd name="T29" fmla="*/ 2456 h 2767"/>
                <a:gd name="T30" fmla="*/ 717 w 894"/>
                <a:gd name="T31" fmla="*/ 2524 h 2767"/>
                <a:gd name="T32" fmla="*/ 772 w 894"/>
                <a:gd name="T33" fmla="*/ 2578 h 2767"/>
                <a:gd name="T34" fmla="*/ 818 w 894"/>
                <a:gd name="T35" fmla="*/ 2620 h 2767"/>
                <a:gd name="T36" fmla="*/ 851 w 894"/>
                <a:gd name="T37" fmla="*/ 2648 h 2767"/>
                <a:gd name="T38" fmla="*/ 869 w 894"/>
                <a:gd name="T39" fmla="*/ 2662 h 2767"/>
                <a:gd name="T40" fmla="*/ 882 w 894"/>
                <a:gd name="T41" fmla="*/ 2675 h 2767"/>
                <a:gd name="T42" fmla="*/ 893 w 894"/>
                <a:gd name="T43" fmla="*/ 2703 h 2767"/>
                <a:gd name="T44" fmla="*/ 890 w 894"/>
                <a:gd name="T45" fmla="*/ 2731 h 2767"/>
                <a:gd name="T46" fmla="*/ 869 w 894"/>
                <a:gd name="T47" fmla="*/ 2757 h 2767"/>
                <a:gd name="T48" fmla="*/ 838 w 894"/>
                <a:gd name="T49" fmla="*/ 2767 h 2767"/>
                <a:gd name="T50" fmla="*/ 803 w 894"/>
                <a:gd name="T51" fmla="*/ 2756 h 2767"/>
                <a:gd name="T52" fmla="*/ 791 w 894"/>
                <a:gd name="T53" fmla="*/ 2746 h 2767"/>
                <a:gd name="T54" fmla="*/ 761 w 894"/>
                <a:gd name="T55" fmla="*/ 2722 h 2767"/>
                <a:gd name="T56" fmla="*/ 719 w 894"/>
                <a:gd name="T57" fmla="*/ 2685 h 2767"/>
                <a:gd name="T58" fmla="*/ 665 w 894"/>
                <a:gd name="T59" fmla="*/ 2634 h 2767"/>
                <a:gd name="T60" fmla="*/ 603 w 894"/>
                <a:gd name="T61" fmla="*/ 2571 h 2767"/>
                <a:gd name="T62" fmla="*/ 534 w 894"/>
                <a:gd name="T63" fmla="*/ 2494 h 2767"/>
                <a:gd name="T64" fmla="*/ 460 w 894"/>
                <a:gd name="T65" fmla="*/ 2405 h 2767"/>
                <a:gd name="T66" fmla="*/ 385 w 894"/>
                <a:gd name="T67" fmla="*/ 2303 h 2767"/>
                <a:gd name="T68" fmla="*/ 311 w 894"/>
                <a:gd name="T69" fmla="*/ 2190 h 2767"/>
                <a:gd name="T70" fmla="*/ 238 w 894"/>
                <a:gd name="T71" fmla="*/ 2064 h 2767"/>
                <a:gd name="T72" fmla="*/ 146 w 894"/>
                <a:gd name="T73" fmla="*/ 1867 h 2767"/>
                <a:gd name="T74" fmla="*/ 76 w 894"/>
                <a:gd name="T75" fmla="*/ 1665 h 2767"/>
                <a:gd name="T76" fmla="*/ 28 w 894"/>
                <a:gd name="T77" fmla="*/ 1460 h 2767"/>
                <a:gd name="T78" fmla="*/ 3 w 894"/>
                <a:gd name="T79" fmla="*/ 1251 h 2767"/>
                <a:gd name="T80" fmla="*/ 2 w 894"/>
                <a:gd name="T81" fmla="*/ 1026 h 2767"/>
                <a:gd name="T82" fmla="*/ 26 w 894"/>
                <a:gd name="T83" fmla="*/ 798 h 2767"/>
                <a:gd name="T84" fmla="*/ 76 w 894"/>
                <a:gd name="T85" fmla="*/ 568 h 2767"/>
                <a:gd name="T86" fmla="*/ 152 w 894"/>
                <a:gd name="T87" fmla="*/ 338 h 2767"/>
                <a:gd name="T88" fmla="*/ 97 w 894"/>
                <a:gd name="T89" fmla="*/ 171 h 2767"/>
                <a:gd name="T90" fmla="*/ 361 w 894"/>
                <a:gd name="T91" fmla="*/ 0 h 27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894" h="2767">
                  <a:moveTo>
                    <a:pt x="370" y="0"/>
                  </a:moveTo>
                  <a:lnTo>
                    <a:pt x="377" y="3"/>
                  </a:lnTo>
                  <a:lnTo>
                    <a:pt x="382" y="11"/>
                  </a:lnTo>
                  <a:lnTo>
                    <a:pt x="384" y="22"/>
                  </a:lnTo>
                  <a:lnTo>
                    <a:pt x="402" y="324"/>
                  </a:lnTo>
                  <a:lnTo>
                    <a:pt x="301" y="274"/>
                  </a:lnTo>
                  <a:lnTo>
                    <a:pt x="252" y="396"/>
                  </a:lnTo>
                  <a:lnTo>
                    <a:pt x="210" y="518"/>
                  </a:lnTo>
                  <a:lnTo>
                    <a:pt x="176" y="640"/>
                  </a:lnTo>
                  <a:lnTo>
                    <a:pt x="148" y="762"/>
                  </a:lnTo>
                  <a:lnTo>
                    <a:pt x="130" y="882"/>
                  </a:lnTo>
                  <a:lnTo>
                    <a:pt x="118" y="1003"/>
                  </a:lnTo>
                  <a:lnTo>
                    <a:pt x="113" y="1122"/>
                  </a:lnTo>
                  <a:lnTo>
                    <a:pt x="118" y="1240"/>
                  </a:lnTo>
                  <a:lnTo>
                    <a:pt x="128" y="1354"/>
                  </a:lnTo>
                  <a:lnTo>
                    <a:pt x="145" y="1465"/>
                  </a:lnTo>
                  <a:lnTo>
                    <a:pt x="170" y="1576"/>
                  </a:lnTo>
                  <a:lnTo>
                    <a:pt x="202" y="1685"/>
                  </a:lnTo>
                  <a:lnTo>
                    <a:pt x="240" y="1793"/>
                  </a:lnTo>
                  <a:lnTo>
                    <a:pt x="285" y="1901"/>
                  </a:lnTo>
                  <a:lnTo>
                    <a:pt x="337" y="2006"/>
                  </a:lnTo>
                  <a:lnTo>
                    <a:pt x="371" y="2068"/>
                  </a:lnTo>
                  <a:lnTo>
                    <a:pt x="406" y="2126"/>
                  </a:lnTo>
                  <a:lnTo>
                    <a:pt x="441" y="2182"/>
                  </a:lnTo>
                  <a:lnTo>
                    <a:pt x="477" y="2235"/>
                  </a:lnTo>
                  <a:lnTo>
                    <a:pt x="514" y="2285"/>
                  </a:lnTo>
                  <a:lnTo>
                    <a:pt x="550" y="2333"/>
                  </a:lnTo>
                  <a:lnTo>
                    <a:pt x="585" y="2377"/>
                  </a:lnTo>
                  <a:lnTo>
                    <a:pt x="619" y="2418"/>
                  </a:lnTo>
                  <a:lnTo>
                    <a:pt x="653" y="2456"/>
                  </a:lnTo>
                  <a:lnTo>
                    <a:pt x="686" y="2491"/>
                  </a:lnTo>
                  <a:lnTo>
                    <a:pt x="717" y="2524"/>
                  </a:lnTo>
                  <a:lnTo>
                    <a:pt x="746" y="2552"/>
                  </a:lnTo>
                  <a:lnTo>
                    <a:pt x="772" y="2578"/>
                  </a:lnTo>
                  <a:lnTo>
                    <a:pt x="796" y="2600"/>
                  </a:lnTo>
                  <a:lnTo>
                    <a:pt x="818" y="2620"/>
                  </a:lnTo>
                  <a:lnTo>
                    <a:pt x="837" y="2635"/>
                  </a:lnTo>
                  <a:lnTo>
                    <a:pt x="851" y="2648"/>
                  </a:lnTo>
                  <a:lnTo>
                    <a:pt x="862" y="2657"/>
                  </a:lnTo>
                  <a:lnTo>
                    <a:pt x="869" y="2662"/>
                  </a:lnTo>
                  <a:lnTo>
                    <a:pt x="871" y="2664"/>
                  </a:lnTo>
                  <a:lnTo>
                    <a:pt x="882" y="2675"/>
                  </a:lnTo>
                  <a:lnTo>
                    <a:pt x="890" y="2688"/>
                  </a:lnTo>
                  <a:lnTo>
                    <a:pt x="893" y="2703"/>
                  </a:lnTo>
                  <a:lnTo>
                    <a:pt x="894" y="2717"/>
                  </a:lnTo>
                  <a:lnTo>
                    <a:pt x="890" y="2731"/>
                  </a:lnTo>
                  <a:lnTo>
                    <a:pt x="882" y="2744"/>
                  </a:lnTo>
                  <a:lnTo>
                    <a:pt x="869" y="2757"/>
                  </a:lnTo>
                  <a:lnTo>
                    <a:pt x="854" y="2765"/>
                  </a:lnTo>
                  <a:lnTo>
                    <a:pt x="838" y="2767"/>
                  </a:lnTo>
                  <a:lnTo>
                    <a:pt x="819" y="2765"/>
                  </a:lnTo>
                  <a:lnTo>
                    <a:pt x="803" y="2756"/>
                  </a:lnTo>
                  <a:lnTo>
                    <a:pt x="798" y="2753"/>
                  </a:lnTo>
                  <a:lnTo>
                    <a:pt x="791" y="2746"/>
                  </a:lnTo>
                  <a:lnTo>
                    <a:pt x="778" y="2735"/>
                  </a:lnTo>
                  <a:lnTo>
                    <a:pt x="761" y="2722"/>
                  </a:lnTo>
                  <a:lnTo>
                    <a:pt x="742" y="2705"/>
                  </a:lnTo>
                  <a:lnTo>
                    <a:pt x="719" y="2685"/>
                  </a:lnTo>
                  <a:lnTo>
                    <a:pt x="694" y="2661"/>
                  </a:lnTo>
                  <a:lnTo>
                    <a:pt x="665" y="2634"/>
                  </a:lnTo>
                  <a:lnTo>
                    <a:pt x="636" y="2604"/>
                  </a:lnTo>
                  <a:lnTo>
                    <a:pt x="603" y="2571"/>
                  </a:lnTo>
                  <a:lnTo>
                    <a:pt x="569" y="2535"/>
                  </a:lnTo>
                  <a:lnTo>
                    <a:pt x="534" y="2494"/>
                  </a:lnTo>
                  <a:lnTo>
                    <a:pt x="497" y="2452"/>
                  </a:lnTo>
                  <a:lnTo>
                    <a:pt x="460" y="2405"/>
                  </a:lnTo>
                  <a:lnTo>
                    <a:pt x="423" y="2356"/>
                  </a:lnTo>
                  <a:lnTo>
                    <a:pt x="385" y="2303"/>
                  </a:lnTo>
                  <a:lnTo>
                    <a:pt x="348" y="2248"/>
                  </a:lnTo>
                  <a:lnTo>
                    <a:pt x="311" y="2190"/>
                  </a:lnTo>
                  <a:lnTo>
                    <a:pt x="274" y="2128"/>
                  </a:lnTo>
                  <a:lnTo>
                    <a:pt x="238" y="2064"/>
                  </a:lnTo>
                  <a:lnTo>
                    <a:pt x="190" y="1966"/>
                  </a:lnTo>
                  <a:lnTo>
                    <a:pt x="146" y="1867"/>
                  </a:lnTo>
                  <a:lnTo>
                    <a:pt x="108" y="1767"/>
                  </a:lnTo>
                  <a:lnTo>
                    <a:pt x="76" y="1665"/>
                  </a:lnTo>
                  <a:lnTo>
                    <a:pt x="50" y="1563"/>
                  </a:lnTo>
                  <a:lnTo>
                    <a:pt x="28" y="1460"/>
                  </a:lnTo>
                  <a:lnTo>
                    <a:pt x="13" y="1356"/>
                  </a:lnTo>
                  <a:lnTo>
                    <a:pt x="3" y="1251"/>
                  </a:lnTo>
                  <a:lnTo>
                    <a:pt x="0" y="1139"/>
                  </a:lnTo>
                  <a:lnTo>
                    <a:pt x="2" y="1026"/>
                  </a:lnTo>
                  <a:lnTo>
                    <a:pt x="11" y="913"/>
                  </a:lnTo>
                  <a:lnTo>
                    <a:pt x="26" y="798"/>
                  </a:lnTo>
                  <a:lnTo>
                    <a:pt x="48" y="684"/>
                  </a:lnTo>
                  <a:lnTo>
                    <a:pt x="76" y="568"/>
                  </a:lnTo>
                  <a:lnTo>
                    <a:pt x="111" y="454"/>
                  </a:lnTo>
                  <a:lnTo>
                    <a:pt x="152" y="338"/>
                  </a:lnTo>
                  <a:lnTo>
                    <a:pt x="200" y="223"/>
                  </a:lnTo>
                  <a:lnTo>
                    <a:pt x="97" y="171"/>
                  </a:lnTo>
                  <a:lnTo>
                    <a:pt x="350" y="4"/>
                  </a:lnTo>
                  <a:lnTo>
                    <a:pt x="361" y="0"/>
                  </a:lnTo>
                  <a:lnTo>
                    <a:pt x="370" y="0"/>
                  </a:lnTo>
                  <a:close/>
                </a:path>
              </a:pathLst>
            </a:custGeom>
            <a:solidFill>
              <a:schemeClr val="bg1"/>
            </a:solidFill>
            <a:ln w="0">
              <a:noFill/>
              <a:prstDash val="solid"/>
              <a:round/>
              <a:headEnd/>
              <a:tailEnd/>
            </a:ln>
          </p:spPr>
          <p:txBody>
            <a:bodyPr wrap="square" lIns="91440" tIns="45720" rIns="91440" bIns="45720" anchor="ctr">
              <a:noAutofit/>
            </a:bodyPr>
            <a:lstStyle/>
            <a:p>
              <a:pPr algn="ctr"/>
              <a:endParaRPr>
                <a:cs typeface="+mn-ea"/>
                <a:sym typeface="+mn-lt"/>
              </a:endParaRPr>
            </a:p>
          </p:txBody>
        </p:sp>
        <p:sp>
          <p:nvSpPr>
            <p:cNvPr id="28" name="任意多边形: 形状 27">
              <a:extLst>
                <a:ext uri="{FF2B5EF4-FFF2-40B4-BE49-F238E27FC236}">
                  <a16:creationId xmlns:a16="http://schemas.microsoft.com/office/drawing/2014/main" id="{1B4E2790-501B-CBF4-8CDF-FB9C47BE9636}"/>
                </a:ext>
              </a:extLst>
            </p:cNvPr>
            <p:cNvSpPr/>
            <p:nvPr/>
          </p:nvSpPr>
          <p:spPr bwMode="auto">
            <a:xfrm>
              <a:off x="5905769" y="3077297"/>
              <a:ext cx="127428" cy="127065"/>
            </a:xfrm>
            <a:custGeom>
              <a:avLst/>
              <a:gdLst>
                <a:gd name="T0" fmla="*/ 558 w 1403"/>
                <a:gd name="T1" fmla="*/ 29 h 1400"/>
                <a:gd name="T2" fmla="*/ 507 w 1403"/>
                <a:gd name="T3" fmla="*/ 166 h 1400"/>
                <a:gd name="T4" fmla="*/ 451 w 1403"/>
                <a:gd name="T5" fmla="*/ 387 h 1400"/>
                <a:gd name="T6" fmla="*/ 416 w 1403"/>
                <a:gd name="T7" fmla="*/ 632 h 1400"/>
                <a:gd name="T8" fmla="*/ 404 w 1403"/>
                <a:gd name="T9" fmla="*/ 879 h 1400"/>
                <a:gd name="T10" fmla="*/ 402 w 1403"/>
                <a:gd name="T11" fmla="*/ 941 h 1400"/>
                <a:gd name="T12" fmla="*/ 405 w 1403"/>
                <a:gd name="T13" fmla="*/ 979 h 1400"/>
                <a:gd name="T14" fmla="*/ 421 w 1403"/>
                <a:gd name="T15" fmla="*/ 997 h 1400"/>
                <a:gd name="T16" fmla="*/ 564 w 1403"/>
                <a:gd name="T17" fmla="*/ 1000 h 1400"/>
                <a:gd name="T18" fmla="*/ 826 w 1403"/>
                <a:gd name="T19" fmla="*/ 979 h 1400"/>
                <a:gd name="T20" fmla="*/ 1061 w 1403"/>
                <a:gd name="T21" fmla="*/ 941 h 1400"/>
                <a:gd name="T22" fmla="*/ 1245 w 1403"/>
                <a:gd name="T23" fmla="*/ 890 h 1400"/>
                <a:gd name="T24" fmla="*/ 1403 w 1403"/>
                <a:gd name="T25" fmla="*/ 832 h 1400"/>
                <a:gd name="T26" fmla="*/ 1343 w 1403"/>
                <a:gd name="T27" fmla="*/ 938 h 1400"/>
                <a:gd name="T28" fmla="*/ 1267 w 1403"/>
                <a:gd name="T29" fmla="*/ 1033 h 1400"/>
                <a:gd name="T30" fmla="*/ 1147 w 1403"/>
                <a:gd name="T31" fmla="*/ 1139 h 1400"/>
                <a:gd name="T32" fmla="*/ 1013 w 1403"/>
                <a:gd name="T33" fmla="*/ 1226 h 1400"/>
                <a:gd name="T34" fmla="*/ 866 w 1403"/>
                <a:gd name="T35" fmla="*/ 1295 h 1400"/>
                <a:gd name="T36" fmla="*/ 712 w 1403"/>
                <a:gd name="T37" fmla="*/ 1345 h 1400"/>
                <a:gd name="T38" fmla="*/ 553 w 1403"/>
                <a:gd name="T39" fmla="*/ 1378 h 1400"/>
                <a:gd name="T40" fmla="*/ 395 w 1403"/>
                <a:gd name="T41" fmla="*/ 1397 h 1400"/>
                <a:gd name="T42" fmla="*/ 187 w 1403"/>
                <a:gd name="T43" fmla="*/ 1397 h 1400"/>
                <a:gd name="T44" fmla="*/ 114 w 1403"/>
                <a:gd name="T45" fmla="*/ 1378 h 1400"/>
                <a:gd name="T46" fmla="*/ 55 w 1403"/>
                <a:gd name="T47" fmla="*/ 1335 h 1400"/>
                <a:gd name="T48" fmla="*/ 14 w 1403"/>
                <a:gd name="T49" fmla="*/ 1270 h 1400"/>
                <a:gd name="T50" fmla="*/ 1 w 1403"/>
                <a:gd name="T51" fmla="*/ 1204 h 1400"/>
                <a:gd name="T52" fmla="*/ 0 w 1403"/>
                <a:gd name="T53" fmla="*/ 1134 h 1400"/>
                <a:gd name="T54" fmla="*/ 4 w 1403"/>
                <a:gd name="T55" fmla="*/ 1002 h 1400"/>
                <a:gd name="T56" fmla="*/ 29 w 1403"/>
                <a:gd name="T57" fmla="*/ 811 h 1400"/>
                <a:gd name="T58" fmla="*/ 78 w 1403"/>
                <a:gd name="T59" fmla="*/ 619 h 1400"/>
                <a:gd name="T60" fmla="*/ 153 w 1403"/>
                <a:gd name="T61" fmla="*/ 435 h 1400"/>
                <a:gd name="T62" fmla="*/ 233 w 1403"/>
                <a:gd name="T63" fmla="*/ 294 h 1400"/>
                <a:gd name="T64" fmla="*/ 313 w 1403"/>
                <a:gd name="T65" fmla="*/ 191 h 1400"/>
                <a:gd name="T66" fmla="*/ 405 w 1403"/>
                <a:gd name="T67" fmla="*/ 102 h 1400"/>
                <a:gd name="T68" fmla="*/ 512 w 1403"/>
                <a:gd name="T69" fmla="*/ 29 h 14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403" h="1400">
                  <a:moveTo>
                    <a:pt x="569" y="0"/>
                  </a:moveTo>
                  <a:lnTo>
                    <a:pt x="558" y="29"/>
                  </a:lnTo>
                  <a:lnTo>
                    <a:pt x="546" y="58"/>
                  </a:lnTo>
                  <a:lnTo>
                    <a:pt x="507" y="166"/>
                  </a:lnTo>
                  <a:lnTo>
                    <a:pt x="477" y="276"/>
                  </a:lnTo>
                  <a:lnTo>
                    <a:pt x="451" y="387"/>
                  </a:lnTo>
                  <a:lnTo>
                    <a:pt x="432" y="501"/>
                  </a:lnTo>
                  <a:lnTo>
                    <a:pt x="416" y="632"/>
                  </a:lnTo>
                  <a:lnTo>
                    <a:pt x="408" y="763"/>
                  </a:lnTo>
                  <a:lnTo>
                    <a:pt x="404" y="879"/>
                  </a:lnTo>
                  <a:lnTo>
                    <a:pt x="402" y="907"/>
                  </a:lnTo>
                  <a:lnTo>
                    <a:pt x="402" y="941"/>
                  </a:lnTo>
                  <a:lnTo>
                    <a:pt x="402" y="969"/>
                  </a:lnTo>
                  <a:lnTo>
                    <a:pt x="405" y="979"/>
                  </a:lnTo>
                  <a:lnTo>
                    <a:pt x="411" y="989"/>
                  </a:lnTo>
                  <a:lnTo>
                    <a:pt x="421" y="997"/>
                  </a:lnTo>
                  <a:lnTo>
                    <a:pt x="432" y="1000"/>
                  </a:lnTo>
                  <a:lnTo>
                    <a:pt x="564" y="1000"/>
                  </a:lnTo>
                  <a:lnTo>
                    <a:pt x="695" y="992"/>
                  </a:lnTo>
                  <a:lnTo>
                    <a:pt x="826" y="979"/>
                  </a:lnTo>
                  <a:lnTo>
                    <a:pt x="956" y="961"/>
                  </a:lnTo>
                  <a:lnTo>
                    <a:pt x="1061" y="941"/>
                  </a:lnTo>
                  <a:lnTo>
                    <a:pt x="1166" y="915"/>
                  </a:lnTo>
                  <a:lnTo>
                    <a:pt x="1245" y="890"/>
                  </a:lnTo>
                  <a:lnTo>
                    <a:pt x="1325" y="861"/>
                  </a:lnTo>
                  <a:lnTo>
                    <a:pt x="1403" y="832"/>
                  </a:lnTo>
                  <a:lnTo>
                    <a:pt x="1375" y="887"/>
                  </a:lnTo>
                  <a:lnTo>
                    <a:pt x="1343" y="938"/>
                  </a:lnTo>
                  <a:lnTo>
                    <a:pt x="1307" y="985"/>
                  </a:lnTo>
                  <a:lnTo>
                    <a:pt x="1267" y="1033"/>
                  </a:lnTo>
                  <a:lnTo>
                    <a:pt x="1209" y="1087"/>
                  </a:lnTo>
                  <a:lnTo>
                    <a:pt x="1147" y="1139"/>
                  </a:lnTo>
                  <a:lnTo>
                    <a:pt x="1082" y="1185"/>
                  </a:lnTo>
                  <a:lnTo>
                    <a:pt x="1013" y="1226"/>
                  </a:lnTo>
                  <a:lnTo>
                    <a:pt x="941" y="1263"/>
                  </a:lnTo>
                  <a:lnTo>
                    <a:pt x="866" y="1295"/>
                  </a:lnTo>
                  <a:lnTo>
                    <a:pt x="790" y="1322"/>
                  </a:lnTo>
                  <a:lnTo>
                    <a:pt x="712" y="1345"/>
                  </a:lnTo>
                  <a:lnTo>
                    <a:pt x="633" y="1364"/>
                  </a:lnTo>
                  <a:lnTo>
                    <a:pt x="553" y="1378"/>
                  </a:lnTo>
                  <a:lnTo>
                    <a:pt x="474" y="1390"/>
                  </a:lnTo>
                  <a:lnTo>
                    <a:pt x="395" y="1397"/>
                  </a:lnTo>
                  <a:lnTo>
                    <a:pt x="291" y="1400"/>
                  </a:lnTo>
                  <a:lnTo>
                    <a:pt x="187" y="1397"/>
                  </a:lnTo>
                  <a:lnTo>
                    <a:pt x="148" y="1391"/>
                  </a:lnTo>
                  <a:lnTo>
                    <a:pt x="114" y="1378"/>
                  </a:lnTo>
                  <a:lnTo>
                    <a:pt x="82" y="1360"/>
                  </a:lnTo>
                  <a:lnTo>
                    <a:pt x="55" y="1335"/>
                  </a:lnTo>
                  <a:lnTo>
                    <a:pt x="32" y="1305"/>
                  </a:lnTo>
                  <a:lnTo>
                    <a:pt x="14" y="1270"/>
                  </a:lnTo>
                  <a:lnTo>
                    <a:pt x="6" y="1237"/>
                  </a:lnTo>
                  <a:lnTo>
                    <a:pt x="1" y="1204"/>
                  </a:lnTo>
                  <a:lnTo>
                    <a:pt x="0" y="1168"/>
                  </a:lnTo>
                  <a:lnTo>
                    <a:pt x="0" y="1134"/>
                  </a:lnTo>
                  <a:lnTo>
                    <a:pt x="0" y="1100"/>
                  </a:lnTo>
                  <a:lnTo>
                    <a:pt x="4" y="1002"/>
                  </a:lnTo>
                  <a:lnTo>
                    <a:pt x="14" y="906"/>
                  </a:lnTo>
                  <a:lnTo>
                    <a:pt x="29" y="811"/>
                  </a:lnTo>
                  <a:lnTo>
                    <a:pt x="50" y="714"/>
                  </a:lnTo>
                  <a:lnTo>
                    <a:pt x="78" y="619"/>
                  </a:lnTo>
                  <a:lnTo>
                    <a:pt x="111" y="526"/>
                  </a:lnTo>
                  <a:lnTo>
                    <a:pt x="153" y="435"/>
                  </a:lnTo>
                  <a:lnTo>
                    <a:pt x="199" y="348"/>
                  </a:lnTo>
                  <a:lnTo>
                    <a:pt x="233" y="294"/>
                  </a:lnTo>
                  <a:lnTo>
                    <a:pt x="272" y="242"/>
                  </a:lnTo>
                  <a:lnTo>
                    <a:pt x="313" y="191"/>
                  </a:lnTo>
                  <a:lnTo>
                    <a:pt x="357" y="145"/>
                  </a:lnTo>
                  <a:lnTo>
                    <a:pt x="405" y="102"/>
                  </a:lnTo>
                  <a:lnTo>
                    <a:pt x="457" y="62"/>
                  </a:lnTo>
                  <a:lnTo>
                    <a:pt x="512" y="29"/>
                  </a:lnTo>
                  <a:lnTo>
                    <a:pt x="569" y="0"/>
                  </a:lnTo>
                  <a:close/>
                </a:path>
              </a:pathLst>
            </a:custGeom>
            <a:solidFill>
              <a:schemeClr val="bg1"/>
            </a:solidFill>
            <a:ln w="0">
              <a:noFill/>
              <a:prstDash val="solid"/>
              <a:round/>
              <a:headEnd/>
              <a:tailEnd/>
            </a:ln>
          </p:spPr>
          <p:txBody>
            <a:bodyPr wrap="square" lIns="91440" tIns="45720" rIns="91440" bIns="45720" anchor="ctr">
              <a:noAutofit/>
            </a:bodyPr>
            <a:lstStyle/>
            <a:p>
              <a:pPr algn="ctr"/>
              <a:endParaRPr>
                <a:cs typeface="+mn-ea"/>
                <a:sym typeface="+mn-lt"/>
              </a:endParaRPr>
            </a:p>
          </p:txBody>
        </p:sp>
        <p:sp>
          <p:nvSpPr>
            <p:cNvPr id="29" name="任意多边形: 形状 28">
              <a:extLst>
                <a:ext uri="{FF2B5EF4-FFF2-40B4-BE49-F238E27FC236}">
                  <a16:creationId xmlns:a16="http://schemas.microsoft.com/office/drawing/2014/main" id="{33FC49FB-7152-7550-DDC5-7A380CADBD63}"/>
                </a:ext>
              </a:extLst>
            </p:cNvPr>
            <p:cNvSpPr/>
            <p:nvPr/>
          </p:nvSpPr>
          <p:spPr bwMode="auto">
            <a:xfrm>
              <a:off x="9227906" y="3099157"/>
              <a:ext cx="21591" cy="10196"/>
            </a:xfrm>
            <a:custGeom>
              <a:avLst/>
              <a:gdLst>
                <a:gd name="T0" fmla="*/ 170 w 178"/>
                <a:gd name="T1" fmla="*/ 0 h 87"/>
                <a:gd name="T2" fmla="*/ 176 w 178"/>
                <a:gd name="T3" fmla="*/ 6 h 87"/>
                <a:gd name="T4" fmla="*/ 178 w 178"/>
                <a:gd name="T5" fmla="*/ 16 h 87"/>
                <a:gd name="T6" fmla="*/ 176 w 178"/>
                <a:gd name="T7" fmla="*/ 28 h 87"/>
                <a:gd name="T8" fmla="*/ 171 w 178"/>
                <a:gd name="T9" fmla="*/ 40 h 87"/>
                <a:gd name="T10" fmla="*/ 165 w 178"/>
                <a:gd name="T11" fmla="*/ 53 h 87"/>
                <a:gd name="T12" fmla="*/ 156 w 178"/>
                <a:gd name="T13" fmla="*/ 66 h 87"/>
                <a:gd name="T14" fmla="*/ 147 w 178"/>
                <a:gd name="T15" fmla="*/ 76 h 87"/>
                <a:gd name="T16" fmla="*/ 136 w 178"/>
                <a:gd name="T17" fmla="*/ 84 h 87"/>
                <a:gd name="T18" fmla="*/ 126 w 178"/>
                <a:gd name="T19" fmla="*/ 87 h 87"/>
                <a:gd name="T20" fmla="*/ 0 w 178"/>
                <a:gd name="T21" fmla="*/ 19 h 87"/>
                <a:gd name="T22" fmla="*/ 170 w 178"/>
                <a:gd name="T23" fmla="*/ 0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8" h="87">
                  <a:moveTo>
                    <a:pt x="170" y="0"/>
                  </a:moveTo>
                  <a:lnTo>
                    <a:pt x="176" y="6"/>
                  </a:lnTo>
                  <a:lnTo>
                    <a:pt x="178" y="16"/>
                  </a:lnTo>
                  <a:lnTo>
                    <a:pt x="176" y="28"/>
                  </a:lnTo>
                  <a:lnTo>
                    <a:pt x="171" y="40"/>
                  </a:lnTo>
                  <a:lnTo>
                    <a:pt x="165" y="53"/>
                  </a:lnTo>
                  <a:lnTo>
                    <a:pt x="156" y="66"/>
                  </a:lnTo>
                  <a:lnTo>
                    <a:pt x="147" y="76"/>
                  </a:lnTo>
                  <a:lnTo>
                    <a:pt x="136" y="84"/>
                  </a:lnTo>
                  <a:lnTo>
                    <a:pt x="126" y="87"/>
                  </a:lnTo>
                  <a:lnTo>
                    <a:pt x="0" y="19"/>
                  </a:lnTo>
                  <a:lnTo>
                    <a:pt x="170" y="0"/>
                  </a:lnTo>
                  <a:close/>
                </a:path>
              </a:pathLst>
            </a:custGeom>
            <a:solidFill>
              <a:schemeClr val="bg1"/>
            </a:solidFill>
            <a:ln w="0">
              <a:noFill/>
              <a:prstDash val="solid"/>
              <a:round/>
              <a:headEnd/>
              <a:tailEnd/>
            </a:ln>
          </p:spPr>
          <p:txBody>
            <a:bodyPr wrap="square" lIns="91440" tIns="45720" rIns="91440" bIns="45720" anchor="ctr">
              <a:noAutofit/>
            </a:bodyPr>
            <a:lstStyle/>
            <a:p>
              <a:pPr algn="ctr"/>
              <a:endParaRPr>
                <a:cs typeface="+mn-ea"/>
                <a:sym typeface="+mn-lt"/>
              </a:endParaRPr>
            </a:p>
          </p:txBody>
        </p:sp>
        <p:sp>
          <p:nvSpPr>
            <p:cNvPr id="30" name="任意多边形: 形状 29">
              <a:extLst>
                <a:ext uri="{FF2B5EF4-FFF2-40B4-BE49-F238E27FC236}">
                  <a16:creationId xmlns:a16="http://schemas.microsoft.com/office/drawing/2014/main" id="{921AA67E-97C8-BA41-4BD2-603BF5615A83}"/>
                </a:ext>
              </a:extLst>
            </p:cNvPr>
            <p:cNvSpPr/>
            <p:nvPr/>
          </p:nvSpPr>
          <p:spPr bwMode="auto">
            <a:xfrm>
              <a:off x="9230905" y="3082363"/>
              <a:ext cx="25790" cy="17992"/>
            </a:xfrm>
            <a:custGeom>
              <a:avLst/>
              <a:gdLst>
                <a:gd name="T0" fmla="*/ 163 w 214"/>
                <a:gd name="T1" fmla="*/ 0 h 147"/>
                <a:gd name="T2" fmla="*/ 174 w 214"/>
                <a:gd name="T3" fmla="*/ 0 h 147"/>
                <a:gd name="T4" fmla="*/ 184 w 214"/>
                <a:gd name="T5" fmla="*/ 6 h 147"/>
                <a:gd name="T6" fmla="*/ 193 w 214"/>
                <a:gd name="T7" fmla="*/ 15 h 147"/>
                <a:gd name="T8" fmla="*/ 200 w 214"/>
                <a:gd name="T9" fmla="*/ 26 h 147"/>
                <a:gd name="T10" fmla="*/ 207 w 214"/>
                <a:gd name="T11" fmla="*/ 41 h 147"/>
                <a:gd name="T12" fmla="*/ 211 w 214"/>
                <a:gd name="T13" fmla="*/ 56 h 147"/>
                <a:gd name="T14" fmla="*/ 214 w 214"/>
                <a:gd name="T15" fmla="*/ 70 h 147"/>
                <a:gd name="T16" fmla="*/ 212 w 214"/>
                <a:gd name="T17" fmla="*/ 85 h 147"/>
                <a:gd name="T18" fmla="*/ 209 w 214"/>
                <a:gd name="T19" fmla="*/ 97 h 147"/>
                <a:gd name="T20" fmla="*/ 202 w 214"/>
                <a:gd name="T21" fmla="*/ 107 h 147"/>
                <a:gd name="T22" fmla="*/ 0 w 214"/>
                <a:gd name="T23" fmla="*/ 147 h 147"/>
                <a:gd name="T24" fmla="*/ 163 w 214"/>
                <a:gd name="T25" fmla="*/ 0 h 1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14" h="147">
                  <a:moveTo>
                    <a:pt x="163" y="0"/>
                  </a:moveTo>
                  <a:lnTo>
                    <a:pt x="174" y="0"/>
                  </a:lnTo>
                  <a:lnTo>
                    <a:pt x="184" y="6"/>
                  </a:lnTo>
                  <a:lnTo>
                    <a:pt x="193" y="15"/>
                  </a:lnTo>
                  <a:lnTo>
                    <a:pt x="200" y="26"/>
                  </a:lnTo>
                  <a:lnTo>
                    <a:pt x="207" y="41"/>
                  </a:lnTo>
                  <a:lnTo>
                    <a:pt x="211" y="56"/>
                  </a:lnTo>
                  <a:lnTo>
                    <a:pt x="214" y="70"/>
                  </a:lnTo>
                  <a:lnTo>
                    <a:pt x="212" y="85"/>
                  </a:lnTo>
                  <a:lnTo>
                    <a:pt x="209" y="97"/>
                  </a:lnTo>
                  <a:lnTo>
                    <a:pt x="202" y="107"/>
                  </a:lnTo>
                  <a:lnTo>
                    <a:pt x="0" y="147"/>
                  </a:lnTo>
                  <a:lnTo>
                    <a:pt x="163" y="0"/>
                  </a:lnTo>
                  <a:close/>
                </a:path>
              </a:pathLst>
            </a:custGeom>
            <a:solidFill>
              <a:schemeClr val="bg1"/>
            </a:solidFill>
            <a:ln w="0">
              <a:noFill/>
              <a:prstDash val="solid"/>
              <a:round/>
              <a:headEnd/>
              <a:tailEnd/>
            </a:ln>
          </p:spPr>
          <p:txBody>
            <a:bodyPr wrap="square" lIns="91440" tIns="45720" rIns="91440" bIns="45720" anchor="ctr">
              <a:noAutofit/>
            </a:bodyPr>
            <a:lstStyle/>
            <a:p>
              <a:pPr algn="ctr"/>
              <a:endParaRPr>
                <a:cs typeface="+mn-ea"/>
                <a:sym typeface="+mn-lt"/>
              </a:endParaRPr>
            </a:p>
          </p:txBody>
        </p:sp>
        <p:sp>
          <p:nvSpPr>
            <p:cNvPr id="31" name="任意多边形: 形状 30">
              <a:extLst>
                <a:ext uri="{FF2B5EF4-FFF2-40B4-BE49-F238E27FC236}">
                  <a16:creationId xmlns:a16="http://schemas.microsoft.com/office/drawing/2014/main" id="{06C0457C-58AB-7E5C-5BE2-48A0DB37E134}"/>
                </a:ext>
              </a:extLst>
            </p:cNvPr>
            <p:cNvSpPr/>
            <p:nvPr/>
          </p:nvSpPr>
          <p:spPr bwMode="auto">
            <a:xfrm>
              <a:off x="9232705" y="3066170"/>
              <a:ext cx="20991" cy="31188"/>
            </a:xfrm>
            <a:custGeom>
              <a:avLst/>
              <a:gdLst>
                <a:gd name="T0" fmla="*/ 66 w 173"/>
                <a:gd name="T1" fmla="*/ 0 h 258"/>
                <a:gd name="T2" fmla="*/ 85 w 173"/>
                <a:gd name="T3" fmla="*/ 3 h 258"/>
                <a:gd name="T4" fmla="*/ 104 w 173"/>
                <a:gd name="T5" fmla="*/ 8 h 258"/>
                <a:gd name="T6" fmla="*/ 121 w 173"/>
                <a:gd name="T7" fmla="*/ 15 h 258"/>
                <a:gd name="T8" fmla="*/ 139 w 173"/>
                <a:gd name="T9" fmla="*/ 24 h 258"/>
                <a:gd name="T10" fmla="*/ 153 w 173"/>
                <a:gd name="T11" fmla="*/ 35 h 258"/>
                <a:gd name="T12" fmla="*/ 165 w 173"/>
                <a:gd name="T13" fmla="*/ 46 h 258"/>
                <a:gd name="T14" fmla="*/ 171 w 173"/>
                <a:gd name="T15" fmla="*/ 58 h 258"/>
                <a:gd name="T16" fmla="*/ 173 w 173"/>
                <a:gd name="T17" fmla="*/ 70 h 258"/>
                <a:gd name="T18" fmla="*/ 0 w 173"/>
                <a:gd name="T19" fmla="*/ 258 h 258"/>
                <a:gd name="T20" fmla="*/ 25 w 173"/>
                <a:gd name="T21" fmla="*/ 11 h 258"/>
                <a:gd name="T22" fmla="*/ 36 w 173"/>
                <a:gd name="T23" fmla="*/ 4 h 258"/>
                <a:gd name="T24" fmla="*/ 49 w 173"/>
                <a:gd name="T25" fmla="*/ 1 h 258"/>
                <a:gd name="T26" fmla="*/ 66 w 173"/>
                <a:gd name="T27" fmla="*/ 0 h 2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73" h="258">
                  <a:moveTo>
                    <a:pt x="66" y="0"/>
                  </a:moveTo>
                  <a:lnTo>
                    <a:pt x="85" y="3"/>
                  </a:lnTo>
                  <a:lnTo>
                    <a:pt x="104" y="8"/>
                  </a:lnTo>
                  <a:lnTo>
                    <a:pt x="121" y="15"/>
                  </a:lnTo>
                  <a:lnTo>
                    <a:pt x="139" y="24"/>
                  </a:lnTo>
                  <a:lnTo>
                    <a:pt x="153" y="35"/>
                  </a:lnTo>
                  <a:lnTo>
                    <a:pt x="165" y="46"/>
                  </a:lnTo>
                  <a:lnTo>
                    <a:pt x="171" y="58"/>
                  </a:lnTo>
                  <a:lnTo>
                    <a:pt x="173" y="70"/>
                  </a:lnTo>
                  <a:lnTo>
                    <a:pt x="0" y="258"/>
                  </a:lnTo>
                  <a:lnTo>
                    <a:pt x="25" y="11"/>
                  </a:lnTo>
                  <a:lnTo>
                    <a:pt x="36" y="4"/>
                  </a:lnTo>
                  <a:lnTo>
                    <a:pt x="49" y="1"/>
                  </a:lnTo>
                  <a:lnTo>
                    <a:pt x="66" y="0"/>
                  </a:lnTo>
                  <a:close/>
                </a:path>
              </a:pathLst>
            </a:custGeom>
            <a:solidFill>
              <a:schemeClr val="bg1"/>
            </a:solidFill>
            <a:ln w="0">
              <a:noFill/>
              <a:prstDash val="solid"/>
              <a:round/>
              <a:headEnd/>
              <a:tailEnd/>
            </a:ln>
          </p:spPr>
          <p:txBody>
            <a:bodyPr wrap="square" lIns="91440" tIns="45720" rIns="91440" bIns="45720" anchor="ctr">
              <a:noAutofit/>
            </a:bodyPr>
            <a:lstStyle/>
            <a:p>
              <a:pPr algn="ctr"/>
              <a:endParaRPr>
                <a:cs typeface="+mn-ea"/>
                <a:sym typeface="+mn-lt"/>
              </a:endParaRPr>
            </a:p>
          </p:txBody>
        </p:sp>
        <p:sp>
          <p:nvSpPr>
            <p:cNvPr id="32" name="任意多边形: 形状 31">
              <a:extLst>
                <a:ext uri="{FF2B5EF4-FFF2-40B4-BE49-F238E27FC236}">
                  <a16:creationId xmlns:a16="http://schemas.microsoft.com/office/drawing/2014/main" id="{67AE9EEF-4743-C515-7044-DF37CD3FD805}"/>
                </a:ext>
              </a:extLst>
            </p:cNvPr>
            <p:cNvSpPr/>
            <p:nvPr/>
          </p:nvSpPr>
          <p:spPr bwMode="auto">
            <a:xfrm>
              <a:off x="9205715" y="3056573"/>
              <a:ext cx="26390" cy="36586"/>
            </a:xfrm>
            <a:custGeom>
              <a:avLst/>
              <a:gdLst>
                <a:gd name="T0" fmla="*/ 170 w 219"/>
                <a:gd name="T1" fmla="*/ 0 h 305"/>
                <a:gd name="T2" fmla="*/ 189 w 219"/>
                <a:gd name="T3" fmla="*/ 2 h 305"/>
                <a:gd name="T4" fmla="*/ 204 w 219"/>
                <a:gd name="T5" fmla="*/ 6 h 305"/>
                <a:gd name="T6" fmla="*/ 216 w 219"/>
                <a:gd name="T7" fmla="*/ 14 h 305"/>
                <a:gd name="T8" fmla="*/ 219 w 219"/>
                <a:gd name="T9" fmla="*/ 305 h 305"/>
                <a:gd name="T10" fmla="*/ 0 w 219"/>
                <a:gd name="T11" fmla="*/ 80 h 305"/>
                <a:gd name="T12" fmla="*/ 3 w 219"/>
                <a:gd name="T13" fmla="*/ 68 h 305"/>
                <a:gd name="T14" fmla="*/ 11 w 219"/>
                <a:gd name="T15" fmla="*/ 55 h 305"/>
                <a:gd name="T16" fmla="*/ 24 w 219"/>
                <a:gd name="T17" fmla="*/ 44 h 305"/>
                <a:gd name="T18" fmla="*/ 41 w 219"/>
                <a:gd name="T19" fmla="*/ 33 h 305"/>
                <a:gd name="T20" fmla="*/ 61 w 219"/>
                <a:gd name="T21" fmla="*/ 25 h 305"/>
                <a:gd name="T22" fmla="*/ 82 w 219"/>
                <a:gd name="T23" fmla="*/ 16 h 305"/>
                <a:gd name="T24" fmla="*/ 104 w 219"/>
                <a:gd name="T25" fmla="*/ 9 h 305"/>
                <a:gd name="T26" fmla="*/ 127 w 219"/>
                <a:gd name="T27" fmla="*/ 4 h 305"/>
                <a:gd name="T28" fmla="*/ 149 w 219"/>
                <a:gd name="T29" fmla="*/ 0 h 305"/>
                <a:gd name="T30" fmla="*/ 170 w 219"/>
                <a:gd name="T31" fmla="*/ 0 h 3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19" h="305">
                  <a:moveTo>
                    <a:pt x="170" y="0"/>
                  </a:moveTo>
                  <a:lnTo>
                    <a:pt x="189" y="2"/>
                  </a:lnTo>
                  <a:lnTo>
                    <a:pt x="204" y="6"/>
                  </a:lnTo>
                  <a:lnTo>
                    <a:pt x="216" y="14"/>
                  </a:lnTo>
                  <a:lnTo>
                    <a:pt x="219" y="305"/>
                  </a:lnTo>
                  <a:lnTo>
                    <a:pt x="0" y="80"/>
                  </a:lnTo>
                  <a:lnTo>
                    <a:pt x="3" y="68"/>
                  </a:lnTo>
                  <a:lnTo>
                    <a:pt x="11" y="55"/>
                  </a:lnTo>
                  <a:lnTo>
                    <a:pt x="24" y="44"/>
                  </a:lnTo>
                  <a:lnTo>
                    <a:pt x="41" y="33"/>
                  </a:lnTo>
                  <a:lnTo>
                    <a:pt x="61" y="25"/>
                  </a:lnTo>
                  <a:lnTo>
                    <a:pt x="82" y="16"/>
                  </a:lnTo>
                  <a:lnTo>
                    <a:pt x="104" y="9"/>
                  </a:lnTo>
                  <a:lnTo>
                    <a:pt x="127" y="4"/>
                  </a:lnTo>
                  <a:lnTo>
                    <a:pt x="149" y="0"/>
                  </a:lnTo>
                  <a:lnTo>
                    <a:pt x="170" y="0"/>
                  </a:lnTo>
                  <a:close/>
                </a:path>
              </a:pathLst>
            </a:custGeom>
            <a:solidFill>
              <a:schemeClr val="bg1"/>
            </a:solidFill>
            <a:ln w="0">
              <a:noFill/>
              <a:prstDash val="solid"/>
              <a:round/>
              <a:headEnd/>
              <a:tailEnd/>
            </a:ln>
          </p:spPr>
          <p:txBody>
            <a:bodyPr wrap="square" lIns="91440" tIns="45720" rIns="91440" bIns="45720" anchor="ctr">
              <a:noAutofit/>
            </a:bodyPr>
            <a:lstStyle/>
            <a:p>
              <a:pPr algn="ctr"/>
              <a:endParaRPr>
                <a:cs typeface="+mn-ea"/>
                <a:sym typeface="+mn-lt"/>
              </a:endParaRPr>
            </a:p>
          </p:txBody>
        </p:sp>
        <p:sp>
          <p:nvSpPr>
            <p:cNvPr id="33" name="任意多边形: 形状 32">
              <a:extLst>
                <a:ext uri="{FF2B5EF4-FFF2-40B4-BE49-F238E27FC236}">
                  <a16:creationId xmlns:a16="http://schemas.microsoft.com/office/drawing/2014/main" id="{F7311198-643F-C511-4073-0AB2A27E1151}"/>
                </a:ext>
              </a:extLst>
            </p:cNvPr>
            <p:cNvSpPr/>
            <p:nvPr/>
          </p:nvSpPr>
          <p:spPr bwMode="auto">
            <a:xfrm>
              <a:off x="9170929" y="3061972"/>
              <a:ext cx="56377" cy="28788"/>
            </a:xfrm>
            <a:custGeom>
              <a:avLst/>
              <a:gdLst>
                <a:gd name="T0" fmla="*/ 175 w 468"/>
                <a:gd name="T1" fmla="*/ 0 h 239"/>
                <a:gd name="T2" fmla="*/ 468 w 468"/>
                <a:gd name="T3" fmla="*/ 239 h 239"/>
                <a:gd name="T4" fmla="*/ 11 w 468"/>
                <a:gd name="T5" fmla="*/ 220 h 239"/>
                <a:gd name="T6" fmla="*/ 3 w 468"/>
                <a:gd name="T7" fmla="*/ 209 h 239"/>
                <a:gd name="T8" fmla="*/ 0 w 468"/>
                <a:gd name="T9" fmla="*/ 196 h 239"/>
                <a:gd name="T10" fmla="*/ 1 w 468"/>
                <a:gd name="T11" fmla="*/ 181 h 239"/>
                <a:gd name="T12" fmla="*/ 5 w 468"/>
                <a:gd name="T13" fmla="*/ 163 h 239"/>
                <a:gd name="T14" fmla="*/ 12 w 468"/>
                <a:gd name="T15" fmla="*/ 143 h 239"/>
                <a:gd name="T16" fmla="*/ 23 w 468"/>
                <a:gd name="T17" fmla="*/ 124 h 239"/>
                <a:gd name="T18" fmla="*/ 36 w 468"/>
                <a:gd name="T19" fmla="*/ 103 h 239"/>
                <a:gd name="T20" fmla="*/ 50 w 468"/>
                <a:gd name="T21" fmla="*/ 83 h 239"/>
                <a:gd name="T22" fmla="*/ 67 w 468"/>
                <a:gd name="T23" fmla="*/ 64 h 239"/>
                <a:gd name="T24" fmla="*/ 85 w 468"/>
                <a:gd name="T25" fmla="*/ 47 h 239"/>
                <a:gd name="T26" fmla="*/ 103 w 468"/>
                <a:gd name="T27" fmla="*/ 30 h 239"/>
                <a:gd name="T28" fmla="*/ 121 w 468"/>
                <a:gd name="T29" fmla="*/ 18 h 239"/>
                <a:gd name="T30" fmla="*/ 140 w 468"/>
                <a:gd name="T31" fmla="*/ 8 h 239"/>
                <a:gd name="T32" fmla="*/ 158 w 468"/>
                <a:gd name="T33" fmla="*/ 1 h 239"/>
                <a:gd name="T34" fmla="*/ 175 w 468"/>
                <a:gd name="T35" fmla="*/ 0 h 2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468" h="239">
                  <a:moveTo>
                    <a:pt x="175" y="0"/>
                  </a:moveTo>
                  <a:lnTo>
                    <a:pt x="468" y="239"/>
                  </a:lnTo>
                  <a:lnTo>
                    <a:pt x="11" y="220"/>
                  </a:lnTo>
                  <a:lnTo>
                    <a:pt x="3" y="209"/>
                  </a:lnTo>
                  <a:lnTo>
                    <a:pt x="0" y="196"/>
                  </a:lnTo>
                  <a:lnTo>
                    <a:pt x="1" y="181"/>
                  </a:lnTo>
                  <a:lnTo>
                    <a:pt x="5" y="163"/>
                  </a:lnTo>
                  <a:lnTo>
                    <a:pt x="12" y="143"/>
                  </a:lnTo>
                  <a:lnTo>
                    <a:pt x="23" y="124"/>
                  </a:lnTo>
                  <a:lnTo>
                    <a:pt x="36" y="103"/>
                  </a:lnTo>
                  <a:lnTo>
                    <a:pt x="50" y="83"/>
                  </a:lnTo>
                  <a:lnTo>
                    <a:pt x="67" y="64"/>
                  </a:lnTo>
                  <a:lnTo>
                    <a:pt x="85" y="47"/>
                  </a:lnTo>
                  <a:lnTo>
                    <a:pt x="103" y="30"/>
                  </a:lnTo>
                  <a:lnTo>
                    <a:pt x="121" y="18"/>
                  </a:lnTo>
                  <a:lnTo>
                    <a:pt x="140" y="8"/>
                  </a:lnTo>
                  <a:lnTo>
                    <a:pt x="158" y="1"/>
                  </a:lnTo>
                  <a:lnTo>
                    <a:pt x="175" y="0"/>
                  </a:lnTo>
                  <a:close/>
                </a:path>
              </a:pathLst>
            </a:custGeom>
            <a:solidFill>
              <a:schemeClr val="bg1"/>
            </a:solidFill>
            <a:ln w="0">
              <a:noFill/>
              <a:prstDash val="solid"/>
              <a:round/>
              <a:headEnd/>
              <a:tailEnd/>
            </a:ln>
          </p:spPr>
          <p:txBody>
            <a:bodyPr wrap="square" lIns="91440" tIns="45720" rIns="91440" bIns="45720" anchor="ctr">
              <a:noAutofit/>
            </a:bodyPr>
            <a:lstStyle/>
            <a:p>
              <a:pPr algn="ctr"/>
              <a:endParaRPr dirty="0">
                <a:cs typeface="+mn-ea"/>
                <a:sym typeface="+mn-lt"/>
              </a:endParaRPr>
            </a:p>
          </p:txBody>
        </p:sp>
        <p:sp>
          <p:nvSpPr>
            <p:cNvPr id="34" name="任意多边形: 形状 33">
              <a:extLst>
                <a:ext uri="{FF2B5EF4-FFF2-40B4-BE49-F238E27FC236}">
                  <a16:creationId xmlns:a16="http://schemas.microsoft.com/office/drawing/2014/main" id="{07780F07-E89A-5E23-D14E-77E05E81C39B}"/>
                </a:ext>
              </a:extLst>
            </p:cNvPr>
            <p:cNvSpPr/>
            <p:nvPr/>
          </p:nvSpPr>
          <p:spPr bwMode="auto">
            <a:xfrm>
              <a:off x="9147539" y="3091960"/>
              <a:ext cx="71971" cy="40184"/>
            </a:xfrm>
            <a:custGeom>
              <a:avLst/>
              <a:gdLst>
                <a:gd name="T0" fmla="*/ 598 w 598"/>
                <a:gd name="T1" fmla="*/ 0 h 336"/>
                <a:gd name="T2" fmla="*/ 95 w 598"/>
                <a:gd name="T3" fmla="*/ 336 h 336"/>
                <a:gd name="T4" fmla="*/ 77 w 598"/>
                <a:gd name="T5" fmla="*/ 333 h 336"/>
                <a:gd name="T6" fmla="*/ 59 w 598"/>
                <a:gd name="T7" fmla="*/ 325 h 336"/>
                <a:gd name="T8" fmla="*/ 45 w 598"/>
                <a:gd name="T9" fmla="*/ 311 h 336"/>
                <a:gd name="T10" fmla="*/ 32 w 598"/>
                <a:gd name="T11" fmla="*/ 293 h 336"/>
                <a:gd name="T12" fmla="*/ 21 w 598"/>
                <a:gd name="T13" fmla="*/ 271 h 336"/>
                <a:gd name="T14" fmla="*/ 12 w 598"/>
                <a:gd name="T15" fmla="*/ 247 h 336"/>
                <a:gd name="T16" fmla="*/ 5 w 598"/>
                <a:gd name="T17" fmla="*/ 219 h 336"/>
                <a:gd name="T18" fmla="*/ 1 w 598"/>
                <a:gd name="T19" fmla="*/ 192 h 336"/>
                <a:gd name="T20" fmla="*/ 0 w 598"/>
                <a:gd name="T21" fmla="*/ 163 h 336"/>
                <a:gd name="T22" fmla="*/ 0 w 598"/>
                <a:gd name="T23" fmla="*/ 134 h 336"/>
                <a:gd name="T24" fmla="*/ 4 w 598"/>
                <a:gd name="T25" fmla="*/ 107 h 336"/>
                <a:gd name="T26" fmla="*/ 11 w 598"/>
                <a:gd name="T27" fmla="*/ 83 h 336"/>
                <a:gd name="T28" fmla="*/ 21 w 598"/>
                <a:gd name="T29" fmla="*/ 60 h 336"/>
                <a:gd name="T30" fmla="*/ 34 w 598"/>
                <a:gd name="T31" fmla="*/ 41 h 336"/>
                <a:gd name="T32" fmla="*/ 49 w 598"/>
                <a:gd name="T33" fmla="*/ 27 h 336"/>
                <a:gd name="T34" fmla="*/ 598 w 598"/>
                <a:gd name="T35" fmla="*/ 0 h 3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598" h="336">
                  <a:moveTo>
                    <a:pt x="598" y="0"/>
                  </a:moveTo>
                  <a:lnTo>
                    <a:pt x="95" y="336"/>
                  </a:lnTo>
                  <a:lnTo>
                    <a:pt x="77" y="333"/>
                  </a:lnTo>
                  <a:lnTo>
                    <a:pt x="59" y="325"/>
                  </a:lnTo>
                  <a:lnTo>
                    <a:pt x="45" y="311"/>
                  </a:lnTo>
                  <a:lnTo>
                    <a:pt x="32" y="293"/>
                  </a:lnTo>
                  <a:lnTo>
                    <a:pt x="21" y="271"/>
                  </a:lnTo>
                  <a:lnTo>
                    <a:pt x="12" y="247"/>
                  </a:lnTo>
                  <a:lnTo>
                    <a:pt x="5" y="219"/>
                  </a:lnTo>
                  <a:lnTo>
                    <a:pt x="1" y="192"/>
                  </a:lnTo>
                  <a:lnTo>
                    <a:pt x="0" y="163"/>
                  </a:lnTo>
                  <a:lnTo>
                    <a:pt x="0" y="134"/>
                  </a:lnTo>
                  <a:lnTo>
                    <a:pt x="4" y="107"/>
                  </a:lnTo>
                  <a:lnTo>
                    <a:pt x="11" y="83"/>
                  </a:lnTo>
                  <a:lnTo>
                    <a:pt x="21" y="60"/>
                  </a:lnTo>
                  <a:lnTo>
                    <a:pt x="34" y="41"/>
                  </a:lnTo>
                  <a:lnTo>
                    <a:pt x="49" y="27"/>
                  </a:lnTo>
                  <a:lnTo>
                    <a:pt x="598" y="0"/>
                  </a:lnTo>
                  <a:close/>
                </a:path>
              </a:pathLst>
            </a:custGeom>
            <a:solidFill>
              <a:schemeClr val="bg1"/>
            </a:solidFill>
            <a:ln w="0">
              <a:noFill/>
              <a:prstDash val="solid"/>
              <a:round/>
              <a:headEnd/>
              <a:tailEnd/>
            </a:ln>
          </p:spPr>
          <p:txBody>
            <a:bodyPr wrap="square" lIns="91440" tIns="45720" rIns="91440" bIns="45720" anchor="ctr">
              <a:noAutofit/>
            </a:bodyPr>
            <a:lstStyle/>
            <a:p>
              <a:pPr algn="ctr"/>
              <a:endParaRPr>
                <a:cs typeface="+mn-ea"/>
                <a:sym typeface="+mn-lt"/>
              </a:endParaRPr>
            </a:p>
          </p:txBody>
        </p:sp>
        <p:sp>
          <p:nvSpPr>
            <p:cNvPr id="35" name="任意多边形: 形状 34">
              <a:extLst>
                <a:ext uri="{FF2B5EF4-FFF2-40B4-BE49-F238E27FC236}">
                  <a16:creationId xmlns:a16="http://schemas.microsoft.com/office/drawing/2014/main" id="{4358CB04-1540-76C2-730D-DFCB0D5248A5}"/>
                </a:ext>
              </a:extLst>
            </p:cNvPr>
            <p:cNvSpPr/>
            <p:nvPr/>
          </p:nvSpPr>
          <p:spPr bwMode="auto">
            <a:xfrm>
              <a:off x="9145739" y="3099157"/>
              <a:ext cx="66572" cy="82167"/>
            </a:xfrm>
            <a:custGeom>
              <a:avLst/>
              <a:gdLst>
                <a:gd name="T0" fmla="*/ 557 w 557"/>
                <a:gd name="T1" fmla="*/ 0 h 684"/>
                <a:gd name="T2" fmla="*/ 359 w 557"/>
                <a:gd name="T3" fmla="*/ 665 h 684"/>
                <a:gd name="T4" fmla="*/ 341 w 557"/>
                <a:gd name="T5" fmla="*/ 676 h 684"/>
                <a:gd name="T6" fmla="*/ 319 w 557"/>
                <a:gd name="T7" fmla="*/ 683 h 684"/>
                <a:gd name="T8" fmla="*/ 296 w 557"/>
                <a:gd name="T9" fmla="*/ 684 h 684"/>
                <a:gd name="T10" fmla="*/ 270 w 557"/>
                <a:gd name="T11" fmla="*/ 683 h 684"/>
                <a:gd name="T12" fmla="*/ 242 w 557"/>
                <a:gd name="T13" fmla="*/ 677 h 684"/>
                <a:gd name="T14" fmla="*/ 215 w 557"/>
                <a:gd name="T15" fmla="*/ 670 h 684"/>
                <a:gd name="T16" fmla="*/ 186 w 557"/>
                <a:gd name="T17" fmla="*/ 657 h 684"/>
                <a:gd name="T18" fmla="*/ 158 w 557"/>
                <a:gd name="T19" fmla="*/ 644 h 684"/>
                <a:gd name="T20" fmla="*/ 131 w 557"/>
                <a:gd name="T21" fmla="*/ 629 h 684"/>
                <a:gd name="T22" fmla="*/ 104 w 557"/>
                <a:gd name="T23" fmla="*/ 610 h 684"/>
                <a:gd name="T24" fmla="*/ 80 w 557"/>
                <a:gd name="T25" fmla="*/ 591 h 684"/>
                <a:gd name="T26" fmla="*/ 57 w 557"/>
                <a:gd name="T27" fmla="*/ 572 h 684"/>
                <a:gd name="T28" fmla="*/ 39 w 557"/>
                <a:gd name="T29" fmla="*/ 550 h 684"/>
                <a:gd name="T30" fmla="*/ 22 w 557"/>
                <a:gd name="T31" fmla="*/ 529 h 684"/>
                <a:gd name="T32" fmla="*/ 10 w 557"/>
                <a:gd name="T33" fmla="*/ 507 h 684"/>
                <a:gd name="T34" fmla="*/ 2 w 557"/>
                <a:gd name="T35" fmla="*/ 485 h 684"/>
                <a:gd name="T36" fmla="*/ 0 w 557"/>
                <a:gd name="T37" fmla="*/ 464 h 684"/>
                <a:gd name="T38" fmla="*/ 3 w 557"/>
                <a:gd name="T39" fmla="*/ 444 h 684"/>
                <a:gd name="T40" fmla="*/ 557 w 557"/>
                <a:gd name="T41" fmla="*/ 0 h 6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57" h="684">
                  <a:moveTo>
                    <a:pt x="557" y="0"/>
                  </a:moveTo>
                  <a:lnTo>
                    <a:pt x="359" y="665"/>
                  </a:lnTo>
                  <a:lnTo>
                    <a:pt x="341" y="676"/>
                  </a:lnTo>
                  <a:lnTo>
                    <a:pt x="319" y="683"/>
                  </a:lnTo>
                  <a:lnTo>
                    <a:pt x="296" y="684"/>
                  </a:lnTo>
                  <a:lnTo>
                    <a:pt x="270" y="683"/>
                  </a:lnTo>
                  <a:lnTo>
                    <a:pt x="242" y="677"/>
                  </a:lnTo>
                  <a:lnTo>
                    <a:pt x="215" y="670"/>
                  </a:lnTo>
                  <a:lnTo>
                    <a:pt x="186" y="657"/>
                  </a:lnTo>
                  <a:lnTo>
                    <a:pt x="158" y="644"/>
                  </a:lnTo>
                  <a:lnTo>
                    <a:pt x="131" y="629"/>
                  </a:lnTo>
                  <a:lnTo>
                    <a:pt x="104" y="610"/>
                  </a:lnTo>
                  <a:lnTo>
                    <a:pt x="80" y="591"/>
                  </a:lnTo>
                  <a:lnTo>
                    <a:pt x="57" y="572"/>
                  </a:lnTo>
                  <a:lnTo>
                    <a:pt x="39" y="550"/>
                  </a:lnTo>
                  <a:lnTo>
                    <a:pt x="22" y="529"/>
                  </a:lnTo>
                  <a:lnTo>
                    <a:pt x="10" y="507"/>
                  </a:lnTo>
                  <a:lnTo>
                    <a:pt x="2" y="485"/>
                  </a:lnTo>
                  <a:lnTo>
                    <a:pt x="0" y="464"/>
                  </a:lnTo>
                  <a:lnTo>
                    <a:pt x="3" y="444"/>
                  </a:lnTo>
                  <a:lnTo>
                    <a:pt x="557" y="0"/>
                  </a:lnTo>
                  <a:close/>
                </a:path>
              </a:pathLst>
            </a:custGeom>
            <a:solidFill>
              <a:schemeClr val="bg1"/>
            </a:solidFill>
            <a:ln w="0">
              <a:noFill/>
              <a:prstDash val="solid"/>
              <a:round/>
              <a:headEnd/>
              <a:tailEnd/>
            </a:ln>
          </p:spPr>
          <p:txBody>
            <a:bodyPr wrap="square" lIns="91440" tIns="45720" rIns="91440" bIns="45720" anchor="ctr">
              <a:noAutofit/>
            </a:bodyPr>
            <a:lstStyle/>
            <a:p>
              <a:pPr algn="ctr"/>
              <a:endParaRPr dirty="0">
                <a:cs typeface="+mn-ea"/>
                <a:sym typeface="+mn-lt"/>
              </a:endParaRPr>
            </a:p>
          </p:txBody>
        </p:sp>
        <p:sp>
          <p:nvSpPr>
            <p:cNvPr id="36" name="任意多边形: 形状 35">
              <a:extLst>
                <a:ext uri="{FF2B5EF4-FFF2-40B4-BE49-F238E27FC236}">
                  <a16:creationId xmlns:a16="http://schemas.microsoft.com/office/drawing/2014/main" id="{58E06488-6688-965E-9A7E-DCB2889731B1}"/>
                </a:ext>
              </a:extLst>
            </p:cNvPr>
            <p:cNvSpPr/>
            <p:nvPr/>
          </p:nvSpPr>
          <p:spPr bwMode="auto">
            <a:xfrm>
              <a:off x="9194919" y="3110552"/>
              <a:ext cx="71971" cy="103158"/>
            </a:xfrm>
            <a:custGeom>
              <a:avLst/>
              <a:gdLst>
                <a:gd name="T0" fmla="*/ 145 w 598"/>
                <a:gd name="T1" fmla="*/ 0 h 859"/>
                <a:gd name="T2" fmla="*/ 598 w 598"/>
                <a:gd name="T3" fmla="*/ 706 h 859"/>
                <a:gd name="T4" fmla="*/ 591 w 598"/>
                <a:gd name="T5" fmla="*/ 726 h 859"/>
                <a:gd name="T6" fmla="*/ 578 w 598"/>
                <a:gd name="T7" fmla="*/ 745 h 859"/>
                <a:gd name="T8" fmla="*/ 560 w 598"/>
                <a:gd name="T9" fmla="*/ 763 h 859"/>
                <a:gd name="T10" fmla="*/ 538 w 598"/>
                <a:gd name="T11" fmla="*/ 779 h 859"/>
                <a:gd name="T12" fmla="*/ 511 w 598"/>
                <a:gd name="T13" fmla="*/ 794 h 859"/>
                <a:gd name="T14" fmla="*/ 482 w 598"/>
                <a:gd name="T15" fmla="*/ 808 h 859"/>
                <a:gd name="T16" fmla="*/ 449 w 598"/>
                <a:gd name="T17" fmla="*/ 820 h 859"/>
                <a:gd name="T18" fmla="*/ 414 w 598"/>
                <a:gd name="T19" fmla="*/ 831 h 859"/>
                <a:gd name="T20" fmla="*/ 376 w 598"/>
                <a:gd name="T21" fmla="*/ 841 h 859"/>
                <a:gd name="T22" fmla="*/ 339 w 598"/>
                <a:gd name="T23" fmla="*/ 848 h 859"/>
                <a:gd name="T24" fmla="*/ 300 w 598"/>
                <a:gd name="T25" fmla="*/ 854 h 859"/>
                <a:gd name="T26" fmla="*/ 261 w 598"/>
                <a:gd name="T27" fmla="*/ 858 h 859"/>
                <a:gd name="T28" fmla="*/ 222 w 598"/>
                <a:gd name="T29" fmla="*/ 859 h 859"/>
                <a:gd name="T30" fmla="*/ 185 w 598"/>
                <a:gd name="T31" fmla="*/ 859 h 859"/>
                <a:gd name="T32" fmla="*/ 149 w 598"/>
                <a:gd name="T33" fmla="*/ 858 h 859"/>
                <a:gd name="T34" fmla="*/ 115 w 598"/>
                <a:gd name="T35" fmla="*/ 854 h 859"/>
                <a:gd name="T36" fmla="*/ 85 w 598"/>
                <a:gd name="T37" fmla="*/ 847 h 859"/>
                <a:gd name="T38" fmla="*/ 57 w 598"/>
                <a:gd name="T39" fmla="*/ 837 h 859"/>
                <a:gd name="T40" fmla="*/ 33 w 598"/>
                <a:gd name="T41" fmla="*/ 826 h 859"/>
                <a:gd name="T42" fmla="*/ 14 w 598"/>
                <a:gd name="T43" fmla="*/ 812 h 859"/>
                <a:gd name="T44" fmla="*/ 0 w 598"/>
                <a:gd name="T45" fmla="*/ 796 h 859"/>
                <a:gd name="T46" fmla="*/ 145 w 598"/>
                <a:gd name="T47" fmla="*/ 0 h 8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598" h="859">
                  <a:moveTo>
                    <a:pt x="145" y="0"/>
                  </a:moveTo>
                  <a:lnTo>
                    <a:pt x="598" y="706"/>
                  </a:lnTo>
                  <a:lnTo>
                    <a:pt x="591" y="726"/>
                  </a:lnTo>
                  <a:lnTo>
                    <a:pt x="578" y="745"/>
                  </a:lnTo>
                  <a:lnTo>
                    <a:pt x="560" y="763"/>
                  </a:lnTo>
                  <a:lnTo>
                    <a:pt x="538" y="779"/>
                  </a:lnTo>
                  <a:lnTo>
                    <a:pt x="511" y="794"/>
                  </a:lnTo>
                  <a:lnTo>
                    <a:pt x="482" y="808"/>
                  </a:lnTo>
                  <a:lnTo>
                    <a:pt x="449" y="820"/>
                  </a:lnTo>
                  <a:lnTo>
                    <a:pt x="414" y="831"/>
                  </a:lnTo>
                  <a:lnTo>
                    <a:pt x="376" y="841"/>
                  </a:lnTo>
                  <a:lnTo>
                    <a:pt x="339" y="848"/>
                  </a:lnTo>
                  <a:lnTo>
                    <a:pt x="300" y="854"/>
                  </a:lnTo>
                  <a:lnTo>
                    <a:pt x="261" y="858"/>
                  </a:lnTo>
                  <a:lnTo>
                    <a:pt x="222" y="859"/>
                  </a:lnTo>
                  <a:lnTo>
                    <a:pt x="185" y="859"/>
                  </a:lnTo>
                  <a:lnTo>
                    <a:pt x="149" y="858"/>
                  </a:lnTo>
                  <a:lnTo>
                    <a:pt x="115" y="854"/>
                  </a:lnTo>
                  <a:lnTo>
                    <a:pt x="85" y="847"/>
                  </a:lnTo>
                  <a:lnTo>
                    <a:pt x="57" y="837"/>
                  </a:lnTo>
                  <a:lnTo>
                    <a:pt x="33" y="826"/>
                  </a:lnTo>
                  <a:lnTo>
                    <a:pt x="14" y="812"/>
                  </a:lnTo>
                  <a:lnTo>
                    <a:pt x="0" y="796"/>
                  </a:lnTo>
                  <a:lnTo>
                    <a:pt x="145" y="0"/>
                  </a:lnTo>
                  <a:close/>
                </a:path>
              </a:pathLst>
            </a:custGeom>
            <a:solidFill>
              <a:schemeClr val="bg1"/>
            </a:solidFill>
            <a:ln w="0">
              <a:noFill/>
              <a:prstDash val="solid"/>
              <a:round/>
              <a:headEnd/>
              <a:tailEnd/>
            </a:ln>
          </p:spPr>
          <p:txBody>
            <a:bodyPr wrap="square" lIns="91440" tIns="45720" rIns="91440" bIns="45720" anchor="ctr">
              <a:noAutofit/>
            </a:bodyPr>
            <a:lstStyle/>
            <a:p>
              <a:pPr algn="ctr"/>
              <a:endParaRPr>
                <a:cs typeface="+mn-ea"/>
                <a:sym typeface="+mn-lt"/>
              </a:endParaRPr>
            </a:p>
          </p:txBody>
        </p:sp>
        <p:sp>
          <p:nvSpPr>
            <p:cNvPr id="37" name="任意多边形: 形状 36">
              <a:extLst>
                <a:ext uri="{FF2B5EF4-FFF2-40B4-BE49-F238E27FC236}">
                  <a16:creationId xmlns:a16="http://schemas.microsoft.com/office/drawing/2014/main" id="{52B4C3ED-CBDD-9BE6-F0E0-DE02BD22BDB8}"/>
                </a:ext>
              </a:extLst>
            </p:cNvPr>
            <p:cNvSpPr/>
            <p:nvPr/>
          </p:nvSpPr>
          <p:spPr bwMode="auto">
            <a:xfrm>
              <a:off x="9223707" y="3120148"/>
              <a:ext cx="143940" cy="92962"/>
            </a:xfrm>
            <a:custGeom>
              <a:avLst/>
              <a:gdLst>
                <a:gd name="T0" fmla="*/ 0 w 1200"/>
                <a:gd name="T1" fmla="*/ 0 h 776"/>
                <a:gd name="T2" fmla="*/ 1183 w 1200"/>
                <a:gd name="T3" fmla="*/ 239 h 776"/>
                <a:gd name="T4" fmla="*/ 1194 w 1200"/>
                <a:gd name="T5" fmla="*/ 257 h 776"/>
                <a:gd name="T6" fmla="*/ 1199 w 1200"/>
                <a:gd name="T7" fmla="*/ 278 h 776"/>
                <a:gd name="T8" fmla="*/ 1200 w 1200"/>
                <a:gd name="T9" fmla="*/ 301 h 776"/>
                <a:gd name="T10" fmla="*/ 1197 w 1200"/>
                <a:gd name="T11" fmla="*/ 325 h 776"/>
                <a:gd name="T12" fmla="*/ 1189 w 1200"/>
                <a:gd name="T13" fmla="*/ 351 h 776"/>
                <a:gd name="T14" fmla="*/ 1178 w 1200"/>
                <a:gd name="T15" fmla="*/ 380 h 776"/>
                <a:gd name="T16" fmla="*/ 1164 w 1200"/>
                <a:gd name="T17" fmla="*/ 409 h 776"/>
                <a:gd name="T18" fmla="*/ 1145 w 1200"/>
                <a:gd name="T19" fmla="*/ 438 h 776"/>
                <a:gd name="T20" fmla="*/ 1124 w 1200"/>
                <a:gd name="T21" fmla="*/ 469 h 776"/>
                <a:gd name="T22" fmla="*/ 1101 w 1200"/>
                <a:gd name="T23" fmla="*/ 499 h 776"/>
                <a:gd name="T24" fmla="*/ 1074 w 1200"/>
                <a:gd name="T25" fmla="*/ 530 h 776"/>
                <a:gd name="T26" fmla="*/ 1046 w 1200"/>
                <a:gd name="T27" fmla="*/ 559 h 776"/>
                <a:gd name="T28" fmla="*/ 1017 w 1200"/>
                <a:gd name="T29" fmla="*/ 589 h 776"/>
                <a:gd name="T30" fmla="*/ 986 w 1200"/>
                <a:gd name="T31" fmla="*/ 616 h 776"/>
                <a:gd name="T32" fmla="*/ 953 w 1200"/>
                <a:gd name="T33" fmla="*/ 644 h 776"/>
                <a:gd name="T34" fmla="*/ 920 w 1200"/>
                <a:gd name="T35" fmla="*/ 669 h 776"/>
                <a:gd name="T36" fmla="*/ 887 w 1200"/>
                <a:gd name="T37" fmla="*/ 692 h 776"/>
                <a:gd name="T38" fmla="*/ 854 w 1200"/>
                <a:gd name="T39" fmla="*/ 713 h 776"/>
                <a:gd name="T40" fmla="*/ 819 w 1200"/>
                <a:gd name="T41" fmla="*/ 732 h 776"/>
                <a:gd name="T42" fmla="*/ 786 w 1200"/>
                <a:gd name="T43" fmla="*/ 747 h 776"/>
                <a:gd name="T44" fmla="*/ 754 w 1200"/>
                <a:gd name="T45" fmla="*/ 761 h 776"/>
                <a:gd name="T46" fmla="*/ 723 w 1200"/>
                <a:gd name="T47" fmla="*/ 769 h 776"/>
                <a:gd name="T48" fmla="*/ 693 w 1200"/>
                <a:gd name="T49" fmla="*/ 775 h 776"/>
                <a:gd name="T50" fmla="*/ 664 w 1200"/>
                <a:gd name="T51" fmla="*/ 776 h 776"/>
                <a:gd name="T52" fmla="*/ 639 w 1200"/>
                <a:gd name="T53" fmla="*/ 774 h 776"/>
                <a:gd name="T54" fmla="*/ 0 w 1200"/>
                <a:gd name="T55" fmla="*/ 0 h 7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1200" h="776">
                  <a:moveTo>
                    <a:pt x="0" y="0"/>
                  </a:moveTo>
                  <a:lnTo>
                    <a:pt x="1183" y="239"/>
                  </a:lnTo>
                  <a:lnTo>
                    <a:pt x="1194" y="257"/>
                  </a:lnTo>
                  <a:lnTo>
                    <a:pt x="1199" y="278"/>
                  </a:lnTo>
                  <a:lnTo>
                    <a:pt x="1200" y="301"/>
                  </a:lnTo>
                  <a:lnTo>
                    <a:pt x="1197" y="325"/>
                  </a:lnTo>
                  <a:lnTo>
                    <a:pt x="1189" y="351"/>
                  </a:lnTo>
                  <a:lnTo>
                    <a:pt x="1178" y="380"/>
                  </a:lnTo>
                  <a:lnTo>
                    <a:pt x="1164" y="409"/>
                  </a:lnTo>
                  <a:lnTo>
                    <a:pt x="1145" y="438"/>
                  </a:lnTo>
                  <a:lnTo>
                    <a:pt x="1124" y="469"/>
                  </a:lnTo>
                  <a:lnTo>
                    <a:pt x="1101" y="499"/>
                  </a:lnTo>
                  <a:lnTo>
                    <a:pt x="1074" y="530"/>
                  </a:lnTo>
                  <a:lnTo>
                    <a:pt x="1046" y="559"/>
                  </a:lnTo>
                  <a:lnTo>
                    <a:pt x="1017" y="589"/>
                  </a:lnTo>
                  <a:lnTo>
                    <a:pt x="986" y="616"/>
                  </a:lnTo>
                  <a:lnTo>
                    <a:pt x="953" y="644"/>
                  </a:lnTo>
                  <a:lnTo>
                    <a:pt x="920" y="669"/>
                  </a:lnTo>
                  <a:lnTo>
                    <a:pt x="887" y="692"/>
                  </a:lnTo>
                  <a:lnTo>
                    <a:pt x="854" y="713"/>
                  </a:lnTo>
                  <a:lnTo>
                    <a:pt x="819" y="732"/>
                  </a:lnTo>
                  <a:lnTo>
                    <a:pt x="786" y="747"/>
                  </a:lnTo>
                  <a:lnTo>
                    <a:pt x="754" y="761"/>
                  </a:lnTo>
                  <a:lnTo>
                    <a:pt x="723" y="769"/>
                  </a:lnTo>
                  <a:lnTo>
                    <a:pt x="693" y="775"/>
                  </a:lnTo>
                  <a:lnTo>
                    <a:pt x="664" y="776"/>
                  </a:lnTo>
                  <a:lnTo>
                    <a:pt x="639" y="774"/>
                  </a:lnTo>
                  <a:lnTo>
                    <a:pt x="0" y="0"/>
                  </a:lnTo>
                  <a:close/>
                </a:path>
              </a:pathLst>
            </a:custGeom>
            <a:solidFill>
              <a:schemeClr val="bg1"/>
            </a:solidFill>
            <a:ln w="0">
              <a:noFill/>
              <a:prstDash val="solid"/>
              <a:round/>
              <a:headEnd/>
              <a:tailEnd/>
            </a:ln>
          </p:spPr>
          <p:txBody>
            <a:bodyPr wrap="square" lIns="91440" tIns="45720" rIns="91440" bIns="45720" anchor="ctr">
              <a:noAutofit/>
            </a:bodyPr>
            <a:lstStyle/>
            <a:p>
              <a:pPr algn="ctr"/>
              <a:endParaRPr>
                <a:cs typeface="+mn-ea"/>
                <a:sym typeface="+mn-lt"/>
              </a:endParaRPr>
            </a:p>
          </p:txBody>
        </p:sp>
        <p:sp>
          <p:nvSpPr>
            <p:cNvPr id="38" name="任意多边形: 形状 37">
              <a:extLst>
                <a:ext uri="{FF2B5EF4-FFF2-40B4-BE49-F238E27FC236}">
                  <a16:creationId xmlns:a16="http://schemas.microsoft.com/office/drawing/2014/main" id="{D1F0F3F1-CF15-B41C-8643-A72BA4B28739}"/>
                </a:ext>
              </a:extLst>
            </p:cNvPr>
            <p:cNvSpPr/>
            <p:nvPr/>
          </p:nvSpPr>
          <p:spPr bwMode="auto">
            <a:xfrm>
              <a:off x="9244699" y="3033783"/>
              <a:ext cx="199719" cy="103758"/>
            </a:xfrm>
            <a:custGeom>
              <a:avLst/>
              <a:gdLst>
                <a:gd name="T0" fmla="*/ 1491 w 1666"/>
                <a:gd name="T1" fmla="*/ 0 h 863"/>
                <a:gd name="T2" fmla="*/ 1519 w 1666"/>
                <a:gd name="T3" fmla="*/ 6 h 863"/>
                <a:gd name="T4" fmla="*/ 1545 w 1666"/>
                <a:gd name="T5" fmla="*/ 18 h 863"/>
                <a:gd name="T6" fmla="*/ 1568 w 1666"/>
                <a:gd name="T7" fmla="*/ 34 h 863"/>
                <a:gd name="T8" fmla="*/ 1588 w 1666"/>
                <a:gd name="T9" fmla="*/ 56 h 863"/>
                <a:gd name="T10" fmla="*/ 1607 w 1666"/>
                <a:gd name="T11" fmla="*/ 83 h 863"/>
                <a:gd name="T12" fmla="*/ 1623 w 1666"/>
                <a:gd name="T13" fmla="*/ 112 h 863"/>
                <a:gd name="T14" fmla="*/ 1636 w 1666"/>
                <a:gd name="T15" fmla="*/ 145 h 863"/>
                <a:gd name="T16" fmla="*/ 1647 w 1666"/>
                <a:gd name="T17" fmla="*/ 182 h 863"/>
                <a:gd name="T18" fmla="*/ 1655 w 1666"/>
                <a:gd name="T19" fmla="*/ 221 h 863"/>
                <a:gd name="T20" fmla="*/ 1660 w 1666"/>
                <a:gd name="T21" fmla="*/ 262 h 863"/>
                <a:gd name="T22" fmla="*/ 1665 w 1666"/>
                <a:gd name="T23" fmla="*/ 305 h 863"/>
                <a:gd name="T24" fmla="*/ 1666 w 1666"/>
                <a:gd name="T25" fmla="*/ 349 h 863"/>
                <a:gd name="T26" fmla="*/ 1665 w 1666"/>
                <a:gd name="T27" fmla="*/ 394 h 863"/>
                <a:gd name="T28" fmla="*/ 1660 w 1666"/>
                <a:gd name="T29" fmla="*/ 440 h 863"/>
                <a:gd name="T30" fmla="*/ 1655 w 1666"/>
                <a:gd name="T31" fmla="*/ 485 h 863"/>
                <a:gd name="T32" fmla="*/ 1647 w 1666"/>
                <a:gd name="T33" fmla="*/ 530 h 863"/>
                <a:gd name="T34" fmla="*/ 1637 w 1666"/>
                <a:gd name="T35" fmla="*/ 574 h 863"/>
                <a:gd name="T36" fmla="*/ 1624 w 1666"/>
                <a:gd name="T37" fmla="*/ 617 h 863"/>
                <a:gd name="T38" fmla="*/ 1609 w 1666"/>
                <a:gd name="T39" fmla="*/ 659 h 863"/>
                <a:gd name="T40" fmla="*/ 1593 w 1666"/>
                <a:gd name="T41" fmla="*/ 698 h 863"/>
                <a:gd name="T42" fmla="*/ 1573 w 1666"/>
                <a:gd name="T43" fmla="*/ 734 h 863"/>
                <a:gd name="T44" fmla="*/ 1552 w 1666"/>
                <a:gd name="T45" fmla="*/ 768 h 863"/>
                <a:gd name="T46" fmla="*/ 1529 w 1666"/>
                <a:gd name="T47" fmla="*/ 798 h 863"/>
                <a:gd name="T48" fmla="*/ 1503 w 1666"/>
                <a:gd name="T49" fmla="*/ 824 h 863"/>
                <a:gd name="T50" fmla="*/ 1475 w 1666"/>
                <a:gd name="T51" fmla="*/ 846 h 863"/>
                <a:gd name="T52" fmla="*/ 1447 w 1666"/>
                <a:gd name="T53" fmla="*/ 863 h 863"/>
                <a:gd name="T54" fmla="*/ 0 w 1666"/>
                <a:gd name="T55" fmla="*/ 712 h 863"/>
                <a:gd name="T56" fmla="*/ 1491 w 1666"/>
                <a:gd name="T57" fmla="*/ 0 h 8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666" h="863">
                  <a:moveTo>
                    <a:pt x="1491" y="0"/>
                  </a:moveTo>
                  <a:lnTo>
                    <a:pt x="1519" y="6"/>
                  </a:lnTo>
                  <a:lnTo>
                    <a:pt x="1545" y="18"/>
                  </a:lnTo>
                  <a:lnTo>
                    <a:pt x="1568" y="34"/>
                  </a:lnTo>
                  <a:lnTo>
                    <a:pt x="1588" y="56"/>
                  </a:lnTo>
                  <a:lnTo>
                    <a:pt x="1607" y="83"/>
                  </a:lnTo>
                  <a:lnTo>
                    <a:pt x="1623" y="112"/>
                  </a:lnTo>
                  <a:lnTo>
                    <a:pt x="1636" y="145"/>
                  </a:lnTo>
                  <a:lnTo>
                    <a:pt x="1647" y="182"/>
                  </a:lnTo>
                  <a:lnTo>
                    <a:pt x="1655" y="221"/>
                  </a:lnTo>
                  <a:lnTo>
                    <a:pt x="1660" y="262"/>
                  </a:lnTo>
                  <a:lnTo>
                    <a:pt x="1665" y="305"/>
                  </a:lnTo>
                  <a:lnTo>
                    <a:pt x="1666" y="349"/>
                  </a:lnTo>
                  <a:lnTo>
                    <a:pt x="1665" y="394"/>
                  </a:lnTo>
                  <a:lnTo>
                    <a:pt x="1660" y="440"/>
                  </a:lnTo>
                  <a:lnTo>
                    <a:pt x="1655" y="485"/>
                  </a:lnTo>
                  <a:lnTo>
                    <a:pt x="1647" y="530"/>
                  </a:lnTo>
                  <a:lnTo>
                    <a:pt x="1637" y="574"/>
                  </a:lnTo>
                  <a:lnTo>
                    <a:pt x="1624" y="617"/>
                  </a:lnTo>
                  <a:lnTo>
                    <a:pt x="1609" y="659"/>
                  </a:lnTo>
                  <a:lnTo>
                    <a:pt x="1593" y="698"/>
                  </a:lnTo>
                  <a:lnTo>
                    <a:pt x="1573" y="734"/>
                  </a:lnTo>
                  <a:lnTo>
                    <a:pt x="1552" y="768"/>
                  </a:lnTo>
                  <a:lnTo>
                    <a:pt x="1529" y="798"/>
                  </a:lnTo>
                  <a:lnTo>
                    <a:pt x="1503" y="824"/>
                  </a:lnTo>
                  <a:lnTo>
                    <a:pt x="1475" y="846"/>
                  </a:lnTo>
                  <a:lnTo>
                    <a:pt x="1447" y="863"/>
                  </a:lnTo>
                  <a:lnTo>
                    <a:pt x="0" y="712"/>
                  </a:lnTo>
                  <a:lnTo>
                    <a:pt x="1491" y="0"/>
                  </a:lnTo>
                  <a:close/>
                </a:path>
              </a:pathLst>
            </a:custGeom>
            <a:solidFill>
              <a:schemeClr val="bg1"/>
            </a:solidFill>
            <a:ln w="0">
              <a:noFill/>
              <a:prstDash val="solid"/>
              <a:round/>
              <a:headEnd/>
              <a:tailEnd/>
            </a:ln>
          </p:spPr>
          <p:txBody>
            <a:bodyPr wrap="square" lIns="91440" tIns="45720" rIns="91440" bIns="45720" anchor="ctr">
              <a:noAutofit/>
            </a:bodyPr>
            <a:lstStyle/>
            <a:p>
              <a:pPr algn="ctr"/>
              <a:endParaRPr dirty="0">
                <a:cs typeface="+mn-ea"/>
                <a:sym typeface="+mn-lt"/>
              </a:endParaRPr>
            </a:p>
          </p:txBody>
        </p:sp>
        <p:sp>
          <p:nvSpPr>
            <p:cNvPr id="39" name="任意多边形: 形状 38">
              <a:extLst>
                <a:ext uri="{FF2B5EF4-FFF2-40B4-BE49-F238E27FC236}">
                  <a16:creationId xmlns:a16="http://schemas.microsoft.com/office/drawing/2014/main" id="{040B68BA-DD77-AE56-5FEB-30D58E536EAA}"/>
                </a:ext>
              </a:extLst>
            </p:cNvPr>
            <p:cNvSpPr/>
            <p:nvPr/>
          </p:nvSpPr>
          <p:spPr bwMode="auto">
            <a:xfrm>
              <a:off x="9266890" y="2890442"/>
              <a:ext cx="204516" cy="211714"/>
            </a:xfrm>
            <a:custGeom>
              <a:avLst/>
              <a:gdLst>
                <a:gd name="T0" fmla="*/ 1013 w 1707"/>
                <a:gd name="T1" fmla="*/ 0 h 1769"/>
                <a:gd name="T2" fmla="*/ 1053 w 1707"/>
                <a:gd name="T3" fmla="*/ 5 h 1769"/>
                <a:gd name="T4" fmla="*/ 1094 w 1707"/>
                <a:gd name="T5" fmla="*/ 13 h 1769"/>
                <a:gd name="T6" fmla="*/ 1136 w 1707"/>
                <a:gd name="T7" fmla="*/ 27 h 1769"/>
                <a:gd name="T8" fmla="*/ 1178 w 1707"/>
                <a:gd name="T9" fmla="*/ 43 h 1769"/>
                <a:gd name="T10" fmla="*/ 1222 w 1707"/>
                <a:gd name="T11" fmla="*/ 63 h 1769"/>
                <a:gd name="T12" fmla="*/ 1264 w 1707"/>
                <a:gd name="T13" fmla="*/ 86 h 1769"/>
                <a:gd name="T14" fmla="*/ 1307 w 1707"/>
                <a:gd name="T15" fmla="*/ 112 h 1769"/>
                <a:gd name="T16" fmla="*/ 1348 w 1707"/>
                <a:gd name="T17" fmla="*/ 142 h 1769"/>
                <a:gd name="T18" fmla="*/ 1389 w 1707"/>
                <a:gd name="T19" fmla="*/ 173 h 1769"/>
                <a:gd name="T20" fmla="*/ 1429 w 1707"/>
                <a:gd name="T21" fmla="*/ 207 h 1769"/>
                <a:gd name="T22" fmla="*/ 1467 w 1707"/>
                <a:gd name="T23" fmla="*/ 242 h 1769"/>
                <a:gd name="T24" fmla="*/ 1504 w 1707"/>
                <a:gd name="T25" fmla="*/ 280 h 1769"/>
                <a:gd name="T26" fmla="*/ 1538 w 1707"/>
                <a:gd name="T27" fmla="*/ 317 h 1769"/>
                <a:gd name="T28" fmla="*/ 1570 w 1707"/>
                <a:gd name="T29" fmla="*/ 357 h 1769"/>
                <a:gd name="T30" fmla="*/ 1599 w 1707"/>
                <a:gd name="T31" fmla="*/ 397 h 1769"/>
                <a:gd name="T32" fmla="*/ 1626 w 1707"/>
                <a:gd name="T33" fmla="*/ 438 h 1769"/>
                <a:gd name="T34" fmla="*/ 1649 w 1707"/>
                <a:gd name="T35" fmla="*/ 479 h 1769"/>
                <a:gd name="T36" fmla="*/ 1669 w 1707"/>
                <a:gd name="T37" fmla="*/ 519 h 1769"/>
                <a:gd name="T38" fmla="*/ 1684 w 1707"/>
                <a:gd name="T39" fmla="*/ 560 h 1769"/>
                <a:gd name="T40" fmla="*/ 1697 w 1707"/>
                <a:gd name="T41" fmla="*/ 600 h 1769"/>
                <a:gd name="T42" fmla="*/ 1703 w 1707"/>
                <a:gd name="T43" fmla="*/ 639 h 1769"/>
                <a:gd name="T44" fmla="*/ 1707 w 1707"/>
                <a:gd name="T45" fmla="*/ 677 h 1769"/>
                <a:gd name="T46" fmla="*/ 1704 w 1707"/>
                <a:gd name="T47" fmla="*/ 714 h 1769"/>
                <a:gd name="T48" fmla="*/ 1697 w 1707"/>
                <a:gd name="T49" fmla="*/ 749 h 1769"/>
                <a:gd name="T50" fmla="*/ 1683 w 1707"/>
                <a:gd name="T51" fmla="*/ 782 h 1769"/>
                <a:gd name="T52" fmla="*/ 0 w 1707"/>
                <a:gd name="T53" fmla="*/ 1769 h 1769"/>
                <a:gd name="T54" fmla="*/ 872 w 1707"/>
                <a:gd name="T55" fmla="*/ 30 h 1769"/>
                <a:gd name="T56" fmla="*/ 904 w 1707"/>
                <a:gd name="T57" fmla="*/ 15 h 1769"/>
                <a:gd name="T58" fmla="*/ 938 w 1707"/>
                <a:gd name="T59" fmla="*/ 5 h 1769"/>
                <a:gd name="T60" fmla="*/ 976 w 1707"/>
                <a:gd name="T61" fmla="*/ 0 h 1769"/>
                <a:gd name="T62" fmla="*/ 1013 w 1707"/>
                <a:gd name="T63" fmla="*/ 0 h 17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707" h="1769">
                  <a:moveTo>
                    <a:pt x="1013" y="0"/>
                  </a:moveTo>
                  <a:lnTo>
                    <a:pt x="1053" y="5"/>
                  </a:lnTo>
                  <a:lnTo>
                    <a:pt x="1094" y="13"/>
                  </a:lnTo>
                  <a:lnTo>
                    <a:pt x="1136" y="27"/>
                  </a:lnTo>
                  <a:lnTo>
                    <a:pt x="1178" y="43"/>
                  </a:lnTo>
                  <a:lnTo>
                    <a:pt x="1222" y="63"/>
                  </a:lnTo>
                  <a:lnTo>
                    <a:pt x="1264" y="86"/>
                  </a:lnTo>
                  <a:lnTo>
                    <a:pt x="1307" y="112"/>
                  </a:lnTo>
                  <a:lnTo>
                    <a:pt x="1348" y="142"/>
                  </a:lnTo>
                  <a:lnTo>
                    <a:pt x="1389" y="173"/>
                  </a:lnTo>
                  <a:lnTo>
                    <a:pt x="1429" y="207"/>
                  </a:lnTo>
                  <a:lnTo>
                    <a:pt x="1467" y="242"/>
                  </a:lnTo>
                  <a:lnTo>
                    <a:pt x="1504" y="280"/>
                  </a:lnTo>
                  <a:lnTo>
                    <a:pt x="1538" y="317"/>
                  </a:lnTo>
                  <a:lnTo>
                    <a:pt x="1570" y="357"/>
                  </a:lnTo>
                  <a:lnTo>
                    <a:pt x="1599" y="397"/>
                  </a:lnTo>
                  <a:lnTo>
                    <a:pt x="1626" y="438"/>
                  </a:lnTo>
                  <a:lnTo>
                    <a:pt x="1649" y="479"/>
                  </a:lnTo>
                  <a:lnTo>
                    <a:pt x="1669" y="519"/>
                  </a:lnTo>
                  <a:lnTo>
                    <a:pt x="1684" y="560"/>
                  </a:lnTo>
                  <a:lnTo>
                    <a:pt x="1697" y="600"/>
                  </a:lnTo>
                  <a:lnTo>
                    <a:pt x="1703" y="639"/>
                  </a:lnTo>
                  <a:lnTo>
                    <a:pt x="1707" y="677"/>
                  </a:lnTo>
                  <a:lnTo>
                    <a:pt x="1704" y="714"/>
                  </a:lnTo>
                  <a:lnTo>
                    <a:pt x="1697" y="749"/>
                  </a:lnTo>
                  <a:lnTo>
                    <a:pt x="1683" y="782"/>
                  </a:lnTo>
                  <a:lnTo>
                    <a:pt x="0" y="1769"/>
                  </a:lnTo>
                  <a:lnTo>
                    <a:pt x="872" y="30"/>
                  </a:lnTo>
                  <a:lnTo>
                    <a:pt x="904" y="15"/>
                  </a:lnTo>
                  <a:lnTo>
                    <a:pt x="938" y="5"/>
                  </a:lnTo>
                  <a:lnTo>
                    <a:pt x="976" y="0"/>
                  </a:lnTo>
                  <a:lnTo>
                    <a:pt x="1013" y="0"/>
                  </a:lnTo>
                  <a:close/>
                </a:path>
              </a:pathLst>
            </a:custGeom>
            <a:solidFill>
              <a:schemeClr val="bg1"/>
            </a:solidFill>
            <a:ln w="0">
              <a:noFill/>
              <a:prstDash val="solid"/>
              <a:round/>
              <a:headEnd/>
              <a:tailEnd/>
            </a:ln>
          </p:spPr>
          <p:txBody>
            <a:bodyPr wrap="square" lIns="91440" tIns="45720" rIns="91440" bIns="45720" anchor="ctr">
              <a:noAutofit/>
            </a:bodyPr>
            <a:lstStyle/>
            <a:p>
              <a:pPr algn="ctr"/>
              <a:endParaRPr dirty="0">
                <a:cs typeface="+mn-ea"/>
                <a:sym typeface="+mn-lt"/>
              </a:endParaRPr>
            </a:p>
          </p:txBody>
        </p:sp>
        <p:sp>
          <p:nvSpPr>
            <p:cNvPr id="40" name="任意多边形: 形状 39">
              <a:extLst>
                <a:ext uri="{FF2B5EF4-FFF2-40B4-BE49-F238E27FC236}">
                  <a16:creationId xmlns:a16="http://schemas.microsoft.com/office/drawing/2014/main" id="{730640AF-1A6F-A180-E1A9-C1C8213A8333}"/>
                </a:ext>
              </a:extLst>
            </p:cNvPr>
            <p:cNvSpPr/>
            <p:nvPr/>
          </p:nvSpPr>
          <p:spPr bwMode="auto">
            <a:xfrm>
              <a:off x="9176327" y="2783685"/>
              <a:ext cx="193121" cy="287883"/>
            </a:xfrm>
            <a:custGeom>
              <a:avLst/>
              <a:gdLst>
                <a:gd name="T0" fmla="*/ 771 w 1608"/>
                <a:gd name="T1" fmla="*/ 0 h 2398"/>
                <a:gd name="T2" fmla="*/ 837 w 1608"/>
                <a:gd name="T3" fmla="*/ 0 h 2398"/>
                <a:gd name="T4" fmla="*/ 904 w 1608"/>
                <a:gd name="T5" fmla="*/ 2 h 2398"/>
                <a:gd name="T6" fmla="*/ 969 w 1608"/>
                <a:gd name="T7" fmla="*/ 5 h 2398"/>
                <a:gd name="T8" fmla="*/ 1034 w 1608"/>
                <a:gd name="T9" fmla="*/ 12 h 2398"/>
                <a:gd name="T10" fmla="*/ 1097 w 1608"/>
                <a:gd name="T11" fmla="*/ 20 h 2398"/>
                <a:gd name="T12" fmla="*/ 1159 w 1608"/>
                <a:gd name="T13" fmla="*/ 30 h 2398"/>
                <a:gd name="T14" fmla="*/ 1218 w 1608"/>
                <a:gd name="T15" fmla="*/ 42 h 2398"/>
                <a:gd name="T16" fmla="*/ 1276 w 1608"/>
                <a:gd name="T17" fmla="*/ 58 h 2398"/>
                <a:gd name="T18" fmla="*/ 1329 w 1608"/>
                <a:gd name="T19" fmla="*/ 74 h 2398"/>
                <a:gd name="T20" fmla="*/ 1380 w 1608"/>
                <a:gd name="T21" fmla="*/ 93 h 2398"/>
                <a:gd name="T22" fmla="*/ 1427 w 1608"/>
                <a:gd name="T23" fmla="*/ 114 h 2398"/>
                <a:gd name="T24" fmla="*/ 1469 w 1608"/>
                <a:gd name="T25" fmla="*/ 136 h 2398"/>
                <a:gd name="T26" fmla="*/ 1508 w 1608"/>
                <a:gd name="T27" fmla="*/ 161 h 2398"/>
                <a:gd name="T28" fmla="*/ 1541 w 1608"/>
                <a:gd name="T29" fmla="*/ 188 h 2398"/>
                <a:gd name="T30" fmla="*/ 1569 w 1608"/>
                <a:gd name="T31" fmla="*/ 217 h 2398"/>
                <a:gd name="T32" fmla="*/ 1591 w 1608"/>
                <a:gd name="T33" fmla="*/ 248 h 2398"/>
                <a:gd name="T34" fmla="*/ 1608 w 1608"/>
                <a:gd name="T35" fmla="*/ 281 h 2398"/>
                <a:gd name="T36" fmla="*/ 806 w 1608"/>
                <a:gd name="T37" fmla="*/ 2398 h 2398"/>
                <a:gd name="T38" fmla="*/ 0 w 1608"/>
                <a:gd name="T39" fmla="*/ 281 h 2398"/>
                <a:gd name="T40" fmla="*/ 15 w 1608"/>
                <a:gd name="T41" fmla="*/ 248 h 2398"/>
                <a:gd name="T42" fmla="*/ 37 w 1608"/>
                <a:gd name="T43" fmla="*/ 217 h 2398"/>
                <a:gd name="T44" fmla="*/ 66 w 1608"/>
                <a:gd name="T45" fmla="*/ 188 h 2398"/>
                <a:gd name="T46" fmla="*/ 100 w 1608"/>
                <a:gd name="T47" fmla="*/ 161 h 2398"/>
                <a:gd name="T48" fmla="*/ 137 w 1608"/>
                <a:gd name="T49" fmla="*/ 136 h 2398"/>
                <a:gd name="T50" fmla="*/ 180 w 1608"/>
                <a:gd name="T51" fmla="*/ 114 h 2398"/>
                <a:gd name="T52" fmla="*/ 227 w 1608"/>
                <a:gd name="T53" fmla="*/ 93 h 2398"/>
                <a:gd name="T54" fmla="*/ 278 w 1608"/>
                <a:gd name="T55" fmla="*/ 74 h 2398"/>
                <a:gd name="T56" fmla="*/ 332 w 1608"/>
                <a:gd name="T57" fmla="*/ 58 h 2398"/>
                <a:gd name="T58" fmla="*/ 389 w 1608"/>
                <a:gd name="T59" fmla="*/ 42 h 2398"/>
                <a:gd name="T60" fmla="*/ 448 w 1608"/>
                <a:gd name="T61" fmla="*/ 30 h 2398"/>
                <a:gd name="T62" fmla="*/ 510 w 1608"/>
                <a:gd name="T63" fmla="*/ 20 h 2398"/>
                <a:gd name="T64" fmla="*/ 574 w 1608"/>
                <a:gd name="T65" fmla="*/ 12 h 2398"/>
                <a:gd name="T66" fmla="*/ 638 w 1608"/>
                <a:gd name="T67" fmla="*/ 5 h 2398"/>
                <a:gd name="T68" fmla="*/ 704 w 1608"/>
                <a:gd name="T69" fmla="*/ 2 h 2398"/>
                <a:gd name="T70" fmla="*/ 771 w 1608"/>
                <a:gd name="T71" fmla="*/ 0 h 23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608" h="2398">
                  <a:moveTo>
                    <a:pt x="771" y="0"/>
                  </a:moveTo>
                  <a:lnTo>
                    <a:pt x="837" y="0"/>
                  </a:lnTo>
                  <a:lnTo>
                    <a:pt x="904" y="2"/>
                  </a:lnTo>
                  <a:lnTo>
                    <a:pt x="969" y="5"/>
                  </a:lnTo>
                  <a:lnTo>
                    <a:pt x="1034" y="12"/>
                  </a:lnTo>
                  <a:lnTo>
                    <a:pt x="1097" y="20"/>
                  </a:lnTo>
                  <a:lnTo>
                    <a:pt x="1159" y="30"/>
                  </a:lnTo>
                  <a:lnTo>
                    <a:pt x="1218" y="42"/>
                  </a:lnTo>
                  <a:lnTo>
                    <a:pt x="1276" y="58"/>
                  </a:lnTo>
                  <a:lnTo>
                    <a:pt x="1329" y="74"/>
                  </a:lnTo>
                  <a:lnTo>
                    <a:pt x="1380" y="93"/>
                  </a:lnTo>
                  <a:lnTo>
                    <a:pt x="1427" y="114"/>
                  </a:lnTo>
                  <a:lnTo>
                    <a:pt x="1469" y="136"/>
                  </a:lnTo>
                  <a:lnTo>
                    <a:pt x="1508" y="161"/>
                  </a:lnTo>
                  <a:lnTo>
                    <a:pt x="1541" y="188"/>
                  </a:lnTo>
                  <a:lnTo>
                    <a:pt x="1569" y="217"/>
                  </a:lnTo>
                  <a:lnTo>
                    <a:pt x="1591" y="248"/>
                  </a:lnTo>
                  <a:lnTo>
                    <a:pt x="1608" y="281"/>
                  </a:lnTo>
                  <a:lnTo>
                    <a:pt x="806" y="2398"/>
                  </a:lnTo>
                  <a:lnTo>
                    <a:pt x="0" y="281"/>
                  </a:lnTo>
                  <a:lnTo>
                    <a:pt x="15" y="248"/>
                  </a:lnTo>
                  <a:lnTo>
                    <a:pt x="37" y="217"/>
                  </a:lnTo>
                  <a:lnTo>
                    <a:pt x="66" y="188"/>
                  </a:lnTo>
                  <a:lnTo>
                    <a:pt x="100" y="161"/>
                  </a:lnTo>
                  <a:lnTo>
                    <a:pt x="137" y="136"/>
                  </a:lnTo>
                  <a:lnTo>
                    <a:pt x="180" y="114"/>
                  </a:lnTo>
                  <a:lnTo>
                    <a:pt x="227" y="93"/>
                  </a:lnTo>
                  <a:lnTo>
                    <a:pt x="278" y="74"/>
                  </a:lnTo>
                  <a:lnTo>
                    <a:pt x="332" y="58"/>
                  </a:lnTo>
                  <a:lnTo>
                    <a:pt x="389" y="42"/>
                  </a:lnTo>
                  <a:lnTo>
                    <a:pt x="448" y="30"/>
                  </a:lnTo>
                  <a:lnTo>
                    <a:pt x="510" y="20"/>
                  </a:lnTo>
                  <a:lnTo>
                    <a:pt x="574" y="12"/>
                  </a:lnTo>
                  <a:lnTo>
                    <a:pt x="638" y="5"/>
                  </a:lnTo>
                  <a:lnTo>
                    <a:pt x="704" y="2"/>
                  </a:lnTo>
                  <a:lnTo>
                    <a:pt x="771" y="0"/>
                  </a:lnTo>
                  <a:close/>
                </a:path>
              </a:pathLst>
            </a:custGeom>
            <a:solidFill>
              <a:schemeClr val="bg1"/>
            </a:solidFill>
            <a:ln w="0">
              <a:noFill/>
              <a:prstDash val="solid"/>
              <a:round/>
              <a:headEnd/>
              <a:tailEnd/>
            </a:ln>
          </p:spPr>
          <p:txBody>
            <a:bodyPr wrap="square" lIns="91440" tIns="45720" rIns="91440" bIns="45720" anchor="ctr">
              <a:noAutofit/>
            </a:bodyPr>
            <a:lstStyle/>
            <a:p>
              <a:pPr algn="ctr"/>
              <a:endParaRPr dirty="0">
                <a:cs typeface="+mn-ea"/>
                <a:sym typeface="+mn-lt"/>
              </a:endParaRPr>
            </a:p>
          </p:txBody>
        </p:sp>
      </p:grpSp>
      <p:pic>
        <p:nvPicPr>
          <p:cNvPr id="3" name="图片 2">
            <a:extLst>
              <a:ext uri="{FF2B5EF4-FFF2-40B4-BE49-F238E27FC236}">
                <a16:creationId xmlns:a16="http://schemas.microsoft.com/office/drawing/2014/main" id="{F84D10B6-3A8C-37C0-E981-A69C46E23582}"/>
              </a:ext>
            </a:extLst>
          </p:cNvPr>
          <p:cNvPicPr>
            <a:picLocks noChangeAspect="1"/>
          </p:cNvPicPr>
          <p:nvPr/>
        </p:nvPicPr>
        <p:blipFill>
          <a:blip r:embed="rId2"/>
          <a:stretch>
            <a:fillRect/>
          </a:stretch>
        </p:blipFill>
        <p:spPr>
          <a:xfrm>
            <a:off x="1261164" y="1613490"/>
            <a:ext cx="4553028" cy="3340537"/>
          </a:xfrm>
          <a:prstGeom prst="rect">
            <a:avLst/>
          </a:prstGeom>
        </p:spPr>
      </p:pic>
      <p:sp>
        <p:nvSpPr>
          <p:cNvPr id="7" name="矩形: 圆角 6">
            <a:extLst>
              <a:ext uri="{FF2B5EF4-FFF2-40B4-BE49-F238E27FC236}">
                <a16:creationId xmlns:a16="http://schemas.microsoft.com/office/drawing/2014/main" id="{98375C9C-3AFA-50EE-7589-AD127F504A30}"/>
              </a:ext>
            </a:extLst>
          </p:cNvPr>
          <p:cNvSpPr/>
          <p:nvPr/>
        </p:nvSpPr>
        <p:spPr>
          <a:xfrm>
            <a:off x="6743708" y="2454904"/>
            <a:ext cx="4832525" cy="1574498"/>
          </a:xfrm>
          <a:prstGeom prst="roundRect">
            <a:avLst>
              <a:gd name="adj" fmla="val 12253"/>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Autofit/>
          </a:bodyPr>
          <a:lstStyle/>
          <a:p>
            <a:r>
              <a:rPr lang="zh-CN" altLang="en-US" sz="2000" dirty="0">
                <a:solidFill>
                  <a:schemeClr val="tx1"/>
                </a:solidFill>
                <a:cs typeface="+mn-ea"/>
                <a:sym typeface="+mn-lt"/>
              </a:rPr>
              <a:t>流水信息通过调用</a:t>
            </a:r>
            <a:r>
              <a:rPr lang="en-US" altLang="zh-CN" sz="2000" dirty="0">
                <a:solidFill>
                  <a:schemeClr val="tx1"/>
                </a:solidFill>
                <a:cs typeface="+mn-ea"/>
                <a:sym typeface="+mn-lt"/>
              </a:rPr>
              <a:t>bill/all</a:t>
            </a:r>
            <a:r>
              <a:rPr lang="zh-CN" altLang="en-US" sz="2000" dirty="0">
                <a:solidFill>
                  <a:schemeClr val="tx1"/>
                </a:solidFill>
                <a:cs typeface="+mn-ea"/>
                <a:sym typeface="+mn-lt"/>
              </a:rPr>
              <a:t>后端接口获取</a:t>
            </a:r>
            <a:r>
              <a:rPr lang="en-US" altLang="zh-CN" sz="2000" dirty="0">
                <a:solidFill>
                  <a:schemeClr val="tx1"/>
                </a:solidFill>
                <a:cs typeface="+mn-ea"/>
                <a:sym typeface="+mn-lt"/>
              </a:rPr>
              <a:t>Paging</a:t>
            </a:r>
            <a:r>
              <a:rPr lang="zh-CN" altLang="en-US" sz="2000" dirty="0">
                <a:solidFill>
                  <a:schemeClr val="tx1"/>
                </a:solidFill>
                <a:cs typeface="+mn-ea"/>
                <a:sym typeface="+mn-lt"/>
              </a:rPr>
              <a:t>的</a:t>
            </a:r>
            <a:r>
              <a:rPr lang="en-US" altLang="zh-CN" sz="2000" dirty="0" err="1">
                <a:solidFill>
                  <a:schemeClr val="tx1"/>
                </a:solidFill>
                <a:cs typeface="+mn-ea"/>
                <a:sym typeface="+mn-lt"/>
              </a:rPr>
              <a:t>json</a:t>
            </a:r>
            <a:r>
              <a:rPr lang="zh-CN" altLang="en-US" sz="2000" dirty="0">
                <a:solidFill>
                  <a:schemeClr val="tx1"/>
                </a:solidFill>
                <a:cs typeface="+mn-ea"/>
                <a:sym typeface="+mn-lt"/>
              </a:rPr>
              <a:t>类型的数据，根据每日存放在一个</a:t>
            </a:r>
            <a:r>
              <a:rPr lang="en-US" altLang="zh-CN" sz="2000" dirty="0">
                <a:solidFill>
                  <a:schemeClr val="tx1"/>
                </a:solidFill>
                <a:cs typeface="+mn-ea"/>
                <a:sym typeface="+mn-lt"/>
              </a:rPr>
              <a:t>List</a:t>
            </a:r>
            <a:r>
              <a:rPr lang="zh-CN" altLang="en-US" sz="2000" dirty="0">
                <a:solidFill>
                  <a:schemeClr val="tx1"/>
                </a:solidFill>
                <a:cs typeface="+mn-ea"/>
                <a:sym typeface="+mn-lt"/>
              </a:rPr>
              <a:t>列表中，在由</a:t>
            </a:r>
            <a:r>
              <a:rPr lang="en-US" altLang="zh-CN" sz="2000" dirty="0" err="1">
                <a:solidFill>
                  <a:schemeClr val="tx1"/>
                </a:solidFill>
                <a:cs typeface="+mn-ea"/>
                <a:sym typeface="+mn-lt"/>
              </a:rPr>
              <a:t>home.wxml</a:t>
            </a:r>
            <a:r>
              <a:rPr lang="zh-CN" altLang="en-US" sz="2000" dirty="0">
                <a:solidFill>
                  <a:schemeClr val="tx1"/>
                </a:solidFill>
                <a:cs typeface="+mn-ea"/>
                <a:sym typeface="+mn-lt"/>
              </a:rPr>
              <a:t>循环渲染</a:t>
            </a:r>
            <a:r>
              <a:rPr lang="en-US" altLang="zh-CN" sz="2000" dirty="0">
                <a:solidFill>
                  <a:schemeClr val="tx1"/>
                </a:solidFill>
                <a:cs typeface="+mn-ea"/>
                <a:sym typeface="+mn-lt"/>
              </a:rPr>
              <a:t>bills</a:t>
            </a:r>
            <a:r>
              <a:rPr lang="zh-CN" altLang="en-US" sz="2000" dirty="0">
                <a:solidFill>
                  <a:schemeClr val="tx1"/>
                </a:solidFill>
                <a:cs typeface="+mn-ea"/>
                <a:sym typeface="+mn-lt"/>
              </a:rPr>
              <a:t>的数组，每一项传给</a:t>
            </a:r>
            <a:r>
              <a:rPr lang="en-US" altLang="zh-CN" sz="2000" dirty="0">
                <a:solidFill>
                  <a:schemeClr val="tx1"/>
                </a:solidFill>
                <a:cs typeface="+mn-ea"/>
                <a:sym typeface="+mn-lt"/>
              </a:rPr>
              <a:t>v-bill</a:t>
            </a:r>
            <a:r>
              <a:rPr lang="zh-CN" altLang="en-US" sz="2000" dirty="0">
                <a:solidFill>
                  <a:schemeClr val="tx1"/>
                </a:solidFill>
                <a:cs typeface="+mn-ea"/>
                <a:sym typeface="+mn-lt"/>
              </a:rPr>
              <a:t>组件显示单流水的详细信息</a:t>
            </a:r>
          </a:p>
        </p:txBody>
      </p:sp>
    </p:spTree>
    <p:extLst>
      <p:ext uri="{BB962C8B-B14F-4D97-AF65-F5344CB8AC3E}">
        <p14:creationId xmlns:p14="http://schemas.microsoft.com/office/powerpoint/2010/main" val="349659056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pattFill prst="pct10">
          <a:fgClr>
            <a:schemeClr val="accent1"/>
          </a:fgClr>
          <a:bgClr>
            <a:schemeClr val="bg1"/>
          </a:bgClr>
        </a:pattFill>
        <a:effectLst/>
      </p:bgPr>
    </p:bg>
    <p:spTree>
      <p:nvGrpSpPr>
        <p:cNvPr id="1" name="">
          <a:extLst>
            <a:ext uri="{FF2B5EF4-FFF2-40B4-BE49-F238E27FC236}">
              <a16:creationId xmlns:a16="http://schemas.microsoft.com/office/drawing/2014/main" id="{13EAECF2-D936-DB25-6B80-DC277A7AA099}"/>
            </a:ext>
          </a:extLst>
        </p:cNvPr>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5E48F7F7-46EE-310D-CB6C-65E6F61880CD}"/>
              </a:ext>
            </a:extLst>
          </p:cNvPr>
          <p:cNvSpPr>
            <a:spLocks noGrp="1"/>
          </p:cNvSpPr>
          <p:nvPr>
            <p:ph type="sldNum" sz="quarter" idx="12"/>
          </p:nvPr>
        </p:nvSpPr>
        <p:spPr/>
        <p:txBody>
          <a:bodyPr/>
          <a:lstStyle/>
          <a:p>
            <a:fld id="{5DD3DB80-B894-403A-B48E-6FDC1A72010E}" type="slidenum">
              <a:rPr lang="zh-CN" altLang="en-US" smtClean="0">
                <a:cs typeface="+mn-ea"/>
                <a:sym typeface="+mn-lt"/>
              </a:rPr>
              <a:pPr/>
              <a:t>11</a:t>
            </a:fld>
            <a:endParaRPr lang="zh-CN" altLang="en-US">
              <a:cs typeface="+mn-ea"/>
              <a:sym typeface="+mn-lt"/>
            </a:endParaRPr>
          </a:p>
        </p:txBody>
      </p:sp>
      <p:grpSp>
        <p:nvGrpSpPr>
          <p:cNvPr id="5" name="组合 4"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title="iSlide™ 版权声明  COPYRIGHT NOTICE">
            <a:extLst>
              <a:ext uri="{FF2B5EF4-FFF2-40B4-BE49-F238E27FC236}">
                <a16:creationId xmlns:a16="http://schemas.microsoft.com/office/drawing/2014/main" id="{187AA897-F044-049F-2D64-A12E30915A0E}"/>
              </a:ext>
            </a:extLst>
          </p:cNvPr>
          <p:cNvGrpSpPr>
            <a:grpSpLocks noChangeAspect="1"/>
          </p:cNvGrpSpPr>
          <p:nvPr/>
        </p:nvGrpSpPr>
        <p:grpSpPr>
          <a:xfrm>
            <a:off x="2138539" y="764241"/>
            <a:ext cx="7254491" cy="3490888"/>
            <a:chOff x="2694687" y="1468904"/>
            <a:chExt cx="6776719" cy="3117978"/>
          </a:xfrm>
        </p:grpSpPr>
        <p:sp>
          <p:nvSpPr>
            <p:cNvPr id="6" name="矩形: 圆角 5">
              <a:extLst>
                <a:ext uri="{FF2B5EF4-FFF2-40B4-BE49-F238E27FC236}">
                  <a16:creationId xmlns:a16="http://schemas.microsoft.com/office/drawing/2014/main" id="{4729F518-3AD9-F406-E9ED-5BDD6540C820}"/>
                </a:ext>
              </a:extLst>
            </p:cNvPr>
            <p:cNvSpPr/>
            <p:nvPr/>
          </p:nvSpPr>
          <p:spPr>
            <a:xfrm>
              <a:off x="4802780" y="1468904"/>
              <a:ext cx="2650971" cy="505968"/>
            </a:xfrm>
            <a:prstGeom prst="roundRect">
              <a:avLst>
                <a:gd name="adj" fmla="val 5000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Autofit/>
            </a:bodyPr>
            <a:lstStyle/>
            <a:p>
              <a:pPr algn="ctr"/>
              <a:r>
                <a:rPr lang="zh-CN" altLang="en-US" sz="1600" b="1" dirty="0">
                  <a:solidFill>
                    <a:schemeClr val="bg1"/>
                  </a:solidFill>
                  <a:cs typeface="+mn-ea"/>
                  <a:sym typeface="+mn-lt"/>
                </a:rPr>
                <a:t>统计金额</a:t>
              </a:r>
            </a:p>
          </p:txBody>
        </p:sp>
        <p:sp>
          <p:nvSpPr>
            <p:cNvPr id="14" name="矩形: 圆角 13">
              <a:extLst>
                <a:ext uri="{FF2B5EF4-FFF2-40B4-BE49-F238E27FC236}">
                  <a16:creationId xmlns:a16="http://schemas.microsoft.com/office/drawing/2014/main" id="{A62EF582-EC49-0638-932D-C62F26F61D5C}"/>
                </a:ext>
              </a:extLst>
            </p:cNvPr>
            <p:cNvSpPr/>
            <p:nvPr/>
          </p:nvSpPr>
          <p:spPr>
            <a:xfrm>
              <a:off x="5609431" y="4189410"/>
              <a:ext cx="2070725" cy="397472"/>
            </a:xfrm>
            <a:prstGeom prst="roundRect">
              <a:avLst>
                <a:gd name="adj" fmla="val 8562"/>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Autofit/>
            </a:bodyPr>
            <a:lstStyle/>
            <a:p>
              <a:pPr algn="ctr"/>
              <a:endParaRPr lang="zh-CN" altLang="en-US" sz="1600" dirty="0">
                <a:solidFill>
                  <a:schemeClr val="tx1"/>
                </a:solidFill>
                <a:cs typeface="+mn-ea"/>
                <a:sym typeface="+mn-lt"/>
              </a:endParaRPr>
            </a:p>
          </p:txBody>
        </p:sp>
        <p:sp>
          <p:nvSpPr>
            <p:cNvPr id="21" name="任意多边形: 形状 20">
              <a:extLst>
                <a:ext uri="{FF2B5EF4-FFF2-40B4-BE49-F238E27FC236}">
                  <a16:creationId xmlns:a16="http://schemas.microsoft.com/office/drawing/2014/main" id="{C96B428E-325B-CF17-B4D2-8F463F1DBE9E}"/>
                </a:ext>
              </a:extLst>
            </p:cNvPr>
            <p:cNvSpPr/>
            <p:nvPr/>
          </p:nvSpPr>
          <p:spPr bwMode="auto">
            <a:xfrm>
              <a:off x="2756563" y="2876558"/>
              <a:ext cx="94192" cy="94191"/>
            </a:xfrm>
            <a:custGeom>
              <a:avLst/>
              <a:gdLst>
                <a:gd name="T0" fmla="*/ 185 w 787"/>
                <a:gd name="T1" fmla="*/ 0 h 787"/>
                <a:gd name="T2" fmla="*/ 198 w 787"/>
                <a:gd name="T3" fmla="*/ 4 h 787"/>
                <a:gd name="T4" fmla="*/ 209 w 787"/>
                <a:gd name="T5" fmla="*/ 12 h 787"/>
                <a:gd name="T6" fmla="*/ 394 w 787"/>
                <a:gd name="T7" fmla="*/ 196 h 787"/>
                <a:gd name="T8" fmla="*/ 578 w 787"/>
                <a:gd name="T9" fmla="*/ 12 h 787"/>
                <a:gd name="T10" fmla="*/ 589 w 787"/>
                <a:gd name="T11" fmla="*/ 4 h 787"/>
                <a:gd name="T12" fmla="*/ 602 w 787"/>
                <a:gd name="T13" fmla="*/ 0 h 787"/>
                <a:gd name="T14" fmla="*/ 615 w 787"/>
                <a:gd name="T15" fmla="*/ 0 h 787"/>
                <a:gd name="T16" fmla="*/ 627 w 787"/>
                <a:gd name="T17" fmla="*/ 4 h 787"/>
                <a:gd name="T18" fmla="*/ 638 w 787"/>
                <a:gd name="T19" fmla="*/ 12 h 787"/>
                <a:gd name="T20" fmla="*/ 775 w 787"/>
                <a:gd name="T21" fmla="*/ 149 h 787"/>
                <a:gd name="T22" fmla="*/ 784 w 787"/>
                <a:gd name="T23" fmla="*/ 160 h 787"/>
                <a:gd name="T24" fmla="*/ 787 w 787"/>
                <a:gd name="T25" fmla="*/ 172 h 787"/>
                <a:gd name="T26" fmla="*/ 787 w 787"/>
                <a:gd name="T27" fmla="*/ 185 h 787"/>
                <a:gd name="T28" fmla="*/ 784 w 787"/>
                <a:gd name="T29" fmla="*/ 199 h 787"/>
                <a:gd name="T30" fmla="*/ 775 w 787"/>
                <a:gd name="T31" fmla="*/ 209 h 787"/>
                <a:gd name="T32" fmla="*/ 591 w 787"/>
                <a:gd name="T33" fmla="*/ 394 h 787"/>
                <a:gd name="T34" fmla="*/ 775 w 787"/>
                <a:gd name="T35" fmla="*/ 578 h 787"/>
                <a:gd name="T36" fmla="*/ 784 w 787"/>
                <a:gd name="T37" fmla="*/ 589 h 787"/>
                <a:gd name="T38" fmla="*/ 787 w 787"/>
                <a:gd name="T39" fmla="*/ 602 h 787"/>
                <a:gd name="T40" fmla="*/ 787 w 787"/>
                <a:gd name="T41" fmla="*/ 615 h 787"/>
                <a:gd name="T42" fmla="*/ 784 w 787"/>
                <a:gd name="T43" fmla="*/ 627 h 787"/>
                <a:gd name="T44" fmla="*/ 775 w 787"/>
                <a:gd name="T45" fmla="*/ 638 h 787"/>
                <a:gd name="T46" fmla="*/ 638 w 787"/>
                <a:gd name="T47" fmla="*/ 775 h 787"/>
                <a:gd name="T48" fmla="*/ 627 w 787"/>
                <a:gd name="T49" fmla="*/ 783 h 787"/>
                <a:gd name="T50" fmla="*/ 615 w 787"/>
                <a:gd name="T51" fmla="*/ 787 h 787"/>
                <a:gd name="T52" fmla="*/ 602 w 787"/>
                <a:gd name="T53" fmla="*/ 787 h 787"/>
                <a:gd name="T54" fmla="*/ 589 w 787"/>
                <a:gd name="T55" fmla="*/ 783 h 787"/>
                <a:gd name="T56" fmla="*/ 578 w 787"/>
                <a:gd name="T57" fmla="*/ 775 h 787"/>
                <a:gd name="T58" fmla="*/ 394 w 787"/>
                <a:gd name="T59" fmla="*/ 591 h 787"/>
                <a:gd name="T60" fmla="*/ 209 w 787"/>
                <a:gd name="T61" fmla="*/ 775 h 787"/>
                <a:gd name="T62" fmla="*/ 198 w 787"/>
                <a:gd name="T63" fmla="*/ 783 h 787"/>
                <a:gd name="T64" fmla="*/ 185 w 787"/>
                <a:gd name="T65" fmla="*/ 787 h 787"/>
                <a:gd name="T66" fmla="*/ 173 w 787"/>
                <a:gd name="T67" fmla="*/ 787 h 787"/>
                <a:gd name="T68" fmla="*/ 160 w 787"/>
                <a:gd name="T69" fmla="*/ 783 h 787"/>
                <a:gd name="T70" fmla="*/ 149 w 787"/>
                <a:gd name="T71" fmla="*/ 775 h 787"/>
                <a:gd name="T72" fmla="*/ 12 w 787"/>
                <a:gd name="T73" fmla="*/ 638 h 787"/>
                <a:gd name="T74" fmla="*/ 4 w 787"/>
                <a:gd name="T75" fmla="*/ 627 h 787"/>
                <a:gd name="T76" fmla="*/ 0 w 787"/>
                <a:gd name="T77" fmla="*/ 615 h 787"/>
                <a:gd name="T78" fmla="*/ 0 w 787"/>
                <a:gd name="T79" fmla="*/ 602 h 787"/>
                <a:gd name="T80" fmla="*/ 4 w 787"/>
                <a:gd name="T81" fmla="*/ 589 h 787"/>
                <a:gd name="T82" fmla="*/ 12 w 787"/>
                <a:gd name="T83" fmla="*/ 578 h 787"/>
                <a:gd name="T84" fmla="*/ 196 w 787"/>
                <a:gd name="T85" fmla="*/ 394 h 787"/>
                <a:gd name="T86" fmla="*/ 12 w 787"/>
                <a:gd name="T87" fmla="*/ 209 h 787"/>
                <a:gd name="T88" fmla="*/ 4 w 787"/>
                <a:gd name="T89" fmla="*/ 199 h 787"/>
                <a:gd name="T90" fmla="*/ 0 w 787"/>
                <a:gd name="T91" fmla="*/ 185 h 787"/>
                <a:gd name="T92" fmla="*/ 0 w 787"/>
                <a:gd name="T93" fmla="*/ 172 h 787"/>
                <a:gd name="T94" fmla="*/ 4 w 787"/>
                <a:gd name="T95" fmla="*/ 160 h 787"/>
                <a:gd name="T96" fmla="*/ 12 w 787"/>
                <a:gd name="T97" fmla="*/ 149 h 787"/>
                <a:gd name="T98" fmla="*/ 149 w 787"/>
                <a:gd name="T99" fmla="*/ 12 h 787"/>
                <a:gd name="T100" fmla="*/ 160 w 787"/>
                <a:gd name="T101" fmla="*/ 4 h 787"/>
                <a:gd name="T102" fmla="*/ 173 w 787"/>
                <a:gd name="T103" fmla="*/ 0 h 787"/>
                <a:gd name="T104" fmla="*/ 185 w 787"/>
                <a:gd name="T105" fmla="*/ 0 h 7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787" h="787">
                  <a:moveTo>
                    <a:pt x="185" y="0"/>
                  </a:moveTo>
                  <a:lnTo>
                    <a:pt x="198" y="4"/>
                  </a:lnTo>
                  <a:lnTo>
                    <a:pt x="209" y="12"/>
                  </a:lnTo>
                  <a:lnTo>
                    <a:pt x="394" y="196"/>
                  </a:lnTo>
                  <a:lnTo>
                    <a:pt x="578" y="12"/>
                  </a:lnTo>
                  <a:lnTo>
                    <a:pt x="589" y="4"/>
                  </a:lnTo>
                  <a:lnTo>
                    <a:pt x="602" y="0"/>
                  </a:lnTo>
                  <a:lnTo>
                    <a:pt x="615" y="0"/>
                  </a:lnTo>
                  <a:lnTo>
                    <a:pt x="627" y="4"/>
                  </a:lnTo>
                  <a:lnTo>
                    <a:pt x="638" y="12"/>
                  </a:lnTo>
                  <a:lnTo>
                    <a:pt x="775" y="149"/>
                  </a:lnTo>
                  <a:lnTo>
                    <a:pt x="784" y="160"/>
                  </a:lnTo>
                  <a:lnTo>
                    <a:pt x="787" y="172"/>
                  </a:lnTo>
                  <a:lnTo>
                    <a:pt x="787" y="185"/>
                  </a:lnTo>
                  <a:lnTo>
                    <a:pt x="784" y="199"/>
                  </a:lnTo>
                  <a:lnTo>
                    <a:pt x="775" y="209"/>
                  </a:lnTo>
                  <a:lnTo>
                    <a:pt x="591" y="394"/>
                  </a:lnTo>
                  <a:lnTo>
                    <a:pt x="775" y="578"/>
                  </a:lnTo>
                  <a:lnTo>
                    <a:pt x="784" y="589"/>
                  </a:lnTo>
                  <a:lnTo>
                    <a:pt x="787" y="602"/>
                  </a:lnTo>
                  <a:lnTo>
                    <a:pt x="787" y="615"/>
                  </a:lnTo>
                  <a:lnTo>
                    <a:pt x="784" y="627"/>
                  </a:lnTo>
                  <a:lnTo>
                    <a:pt x="775" y="638"/>
                  </a:lnTo>
                  <a:lnTo>
                    <a:pt x="638" y="775"/>
                  </a:lnTo>
                  <a:lnTo>
                    <a:pt x="627" y="783"/>
                  </a:lnTo>
                  <a:lnTo>
                    <a:pt x="615" y="787"/>
                  </a:lnTo>
                  <a:lnTo>
                    <a:pt x="602" y="787"/>
                  </a:lnTo>
                  <a:lnTo>
                    <a:pt x="589" y="783"/>
                  </a:lnTo>
                  <a:lnTo>
                    <a:pt x="578" y="775"/>
                  </a:lnTo>
                  <a:lnTo>
                    <a:pt x="394" y="591"/>
                  </a:lnTo>
                  <a:lnTo>
                    <a:pt x="209" y="775"/>
                  </a:lnTo>
                  <a:lnTo>
                    <a:pt x="198" y="783"/>
                  </a:lnTo>
                  <a:lnTo>
                    <a:pt x="185" y="787"/>
                  </a:lnTo>
                  <a:lnTo>
                    <a:pt x="173" y="787"/>
                  </a:lnTo>
                  <a:lnTo>
                    <a:pt x="160" y="783"/>
                  </a:lnTo>
                  <a:lnTo>
                    <a:pt x="149" y="775"/>
                  </a:lnTo>
                  <a:lnTo>
                    <a:pt x="12" y="638"/>
                  </a:lnTo>
                  <a:lnTo>
                    <a:pt x="4" y="627"/>
                  </a:lnTo>
                  <a:lnTo>
                    <a:pt x="0" y="615"/>
                  </a:lnTo>
                  <a:lnTo>
                    <a:pt x="0" y="602"/>
                  </a:lnTo>
                  <a:lnTo>
                    <a:pt x="4" y="589"/>
                  </a:lnTo>
                  <a:lnTo>
                    <a:pt x="12" y="578"/>
                  </a:lnTo>
                  <a:lnTo>
                    <a:pt x="196" y="394"/>
                  </a:lnTo>
                  <a:lnTo>
                    <a:pt x="12" y="209"/>
                  </a:lnTo>
                  <a:lnTo>
                    <a:pt x="4" y="199"/>
                  </a:lnTo>
                  <a:lnTo>
                    <a:pt x="0" y="185"/>
                  </a:lnTo>
                  <a:lnTo>
                    <a:pt x="0" y="172"/>
                  </a:lnTo>
                  <a:lnTo>
                    <a:pt x="4" y="160"/>
                  </a:lnTo>
                  <a:lnTo>
                    <a:pt x="12" y="149"/>
                  </a:lnTo>
                  <a:lnTo>
                    <a:pt x="149" y="12"/>
                  </a:lnTo>
                  <a:lnTo>
                    <a:pt x="160" y="4"/>
                  </a:lnTo>
                  <a:lnTo>
                    <a:pt x="173" y="0"/>
                  </a:lnTo>
                  <a:lnTo>
                    <a:pt x="185" y="0"/>
                  </a:lnTo>
                  <a:close/>
                </a:path>
              </a:pathLst>
            </a:custGeom>
            <a:solidFill>
              <a:schemeClr val="bg1"/>
            </a:solidFill>
            <a:ln w="0">
              <a:noFill/>
              <a:prstDash val="solid"/>
              <a:round/>
              <a:headEnd/>
              <a:tailEnd/>
            </a:ln>
          </p:spPr>
          <p:txBody>
            <a:bodyPr wrap="square" lIns="91440" tIns="45720" rIns="91440" bIns="45720" anchor="ctr">
              <a:noAutofit/>
            </a:bodyPr>
            <a:lstStyle/>
            <a:p>
              <a:pPr algn="ctr"/>
              <a:endParaRPr>
                <a:cs typeface="+mn-ea"/>
                <a:sym typeface="+mn-lt"/>
              </a:endParaRPr>
            </a:p>
          </p:txBody>
        </p:sp>
        <p:sp>
          <p:nvSpPr>
            <p:cNvPr id="24" name="任意多边形: 形状 23">
              <a:extLst>
                <a:ext uri="{FF2B5EF4-FFF2-40B4-BE49-F238E27FC236}">
                  <a16:creationId xmlns:a16="http://schemas.microsoft.com/office/drawing/2014/main" id="{5DD9CBF6-2F4E-237C-F041-0084875FAA0E}"/>
                </a:ext>
              </a:extLst>
            </p:cNvPr>
            <p:cNvSpPr/>
            <p:nvPr/>
          </p:nvSpPr>
          <p:spPr bwMode="auto">
            <a:xfrm>
              <a:off x="2995215" y="2810732"/>
              <a:ext cx="108194" cy="108075"/>
            </a:xfrm>
            <a:custGeom>
              <a:avLst/>
              <a:gdLst>
                <a:gd name="T0" fmla="*/ 452 w 904"/>
                <a:gd name="T1" fmla="*/ 0 h 903"/>
                <a:gd name="T2" fmla="*/ 505 w 904"/>
                <a:gd name="T3" fmla="*/ 4 h 903"/>
                <a:gd name="T4" fmla="*/ 555 w 904"/>
                <a:gd name="T5" fmla="*/ 12 h 903"/>
                <a:gd name="T6" fmla="*/ 604 w 904"/>
                <a:gd name="T7" fmla="*/ 27 h 903"/>
                <a:gd name="T8" fmla="*/ 651 w 904"/>
                <a:gd name="T9" fmla="*/ 46 h 903"/>
                <a:gd name="T10" fmla="*/ 694 w 904"/>
                <a:gd name="T11" fmla="*/ 71 h 903"/>
                <a:gd name="T12" fmla="*/ 735 w 904"/>
                <a:gd name="T13" fmla="*/ 100 h 903"/>
                <a:gd name="T14" fmla="*/ 771 w 904"/>
                <a:gd name="T15" fmla="*/ 133 h 903"/>
                <a:gd name="T16" fmla="*/ 804 w 904"/>
                <a:gd name="T17" fmla="*/ 169 h 903"/>
                <a:gd name="T18" fmla="*/ 833 w 904"/>
                <a:gd name="T19" fmla="*/ 210 h 903"/>
                <a:gd name="T20" fmla="*/ 858 w 904"/>
                <a:gd name="T21" fmla="*/ 253 h 903"/>
                <a:gd name="T22" fmla="*/ 878 w 904"/>
                <a:gd name="T23" fmla="*/ 300 h 903"/>
                <a:gd name="T24" fmla="*/ 892 w 904"/>
                <a:gd name="T25" fmla="*/ 348 h 903"/>
                <a:gd name="T26" fmla="*/ 900 w 904"/>
                <a:gd name="T27" fmla="*/ 400 h 903"/>
                <a:gd name="T28" fmla="*/ 904 w 904"/>
                <a:gd name="T29" fmla="*/ 452 h 903"/>
                <a:gd name="T30" fmla="*/ 900 w 904"/>
                <a:gd name="T31" fmla="*/ 505 h 903"/>
                <a:gd name="T32" fmla="*/ 892 w 904"/>
                <a:gd name="T33" fmla="*/ 556 h 903"/>
                <a:gd name="T34" fmla="*/ 878 w 904"/>
                <a:gd name="T35" fmla="*/ 605 h 903"/>
                <a:gd name="T36" fmla="*/ 858 w 904"/>
                <a:gd name="T37" fmla="*/ 650 h 903"/>
                <a:gd name="T38" fmla="*/ 833 w 904"/>
                <a:gd name="T39" fmla="*/ 694 h 903"/>
                <a:gd name="T40" fmla="*/ 804 w 904"/>
                <a:gd name="T41" fmla="*/ 734 h 903"/>
                <a:gd name="T42" fmla="*/ 771 w 904"/>
                <a:gd name="T43" fmla="*/ 771 h 903"/>
                <a:gd name="T44" fmla="*/ 735 w 904"/>
                <a:gd name="T45" fmla="*/ 804 h 903"/>
                <a:gd name="T46" fmla="*/ 694 w 904"/>
                <a:gd name="T47" fmla="*/ 834 h 903"/>
                <a:gd name="T48" fmla="*/ 651 w 904"/>
                <a:gd name="T49" fmla="*/ 858 h 903"/>
                <a:gd name="T50" fmla="*/ 604 w 904"/>
                <a:gd name="T51" fmla="*/ 877 h 903"/>
                <a:gd name="T52" fmla="*/ 555 w 904"/>
                <a:gd name="T53" fmla="*/ 893 h 903"/>
                <a:gd name="T54" fmla="*/ 505 w 904"/>
                <a:gd name="T55" fmla="*/ 901 h 903"/>
                <a:gd name="T56" fmla="*/ 452 w 904"/>
                <a:gd name="T57" fmla="*/ 903 h 903"/>
                <a:gd name="T58" fmla="*/ 399 w 904"/>
                <a:gd name="T59" fmla="*/ 901 h 903"/>
                <a:gd name="T60" fmla="*/ 349 w 904"/>
                <a:gd name="T61" fmla="*/ 893 h 903"/>
                <a:gd name="T62" fmla="*/ 300 w 904"/>
                <a:gd name="T63" fmla="*/ 877 h 903"/>
                <a:gd name="T64" fmla="*/ 253 w 904"/>
                <a:gd name="T65" fmla="*/ 858 h 903"/>
                <a:gd name="T66" fmla="*/ 210 w 904"/>
                <a:gd name="T67" fmla="*/ 834 h 903"/>
                <a:gd name="T68" fmla="*/ 170 w 904"/>
                <a:gd name="T69" fmla="*/ 804 h 903"/>
                <a:gd name="T70" fmla="*/ 133 w 904"/>
                <a:gd name="T71" fmla="*/ 771 h 903"/>
                <a:gd name="T72" fmla="*/ 99 w 904"/>
                <a:gd name="T73" fmla="*/ 734 h 903"/>
                <a:gd name="T74" fmla="*/ 70 w 904"/>
                <a:gd name="T75" fmla="*/ 694 h 903"/>
                <a:gd name="T76" fmla="*/ 47 w 904"/>
                <a:gd name="T77" fmla="*/ 650 h 903"/>
                <a:gd name="T78" fmla="*/ 27 w 904"/>
                <a:gd name="T79" fmla="*/ 605 h 903"/>
                <a:gd name="T80" fmla="*/ 12 w 904"/>
                <a:gd name="T81" fmla="*/ 556 h 903"/>
                <a:gd name="T82" fmla="*/ 3 w 904"/>
                <a:gd name="T83" fmla="*/ 505 h 903"/>
                <a:gd name="T84" fmla="*/ 0 w 904"/>
                <a:gd name="T85" fmla="*/ 452 h 903"/>
                <a:gd name="T86" fmla="*/ 3 w 904"/>
                <a:gd name="T87" fmla="*/ 400 h 903"/>
                <a:gd name="T88" fmla="*/ 12 w 904"/>
                <a:gd name="T89" fmla="*/ 348 h 903"/>
                <a:gd name="T90" fmla="*/ 27 w 904"/>
                <a:gd name="T91" fmla="*/ 300 h 903"/>
                <a:gd name="T92" fmla="*/ 47 w 904"/>
                <a:gd name="T93" fmla="*/ 253 h 903"/>
                <a:gd name="T94" fmla="*/ 70 w 904"/>
                <a:gd name="T95" fmla="*/ 210 h 903"/>
                <a:gd name="T96" fmla="*/ 99 w 904"/>
                <a:gd name="T97" fmla="*/ 169 h 903"/>
                <a:gd name="T98" fmla="*/ 133 w 904"/>
                <a:gd name="T99" fmla="*/ 133 h 903"/>
                <a:gd name="T100" fmla="*/ 170 w 904"/>
                <a:gd name="T101" fmla="*/ 100 h 903"/>
                <a:gd name="T102" fmla="*/ 210 w 904"/>
                <a:gd name="T103" fmla="*/ 71 h 903"/>
                <a:gd name="T104" fmla="*/ 253 w 904"/>
                <a:gd name="T105" fmla="*/ 46 h 903"/>
                <a:gd name="T106" fmla="*/ 300 w 904"/>
                <a:gd name="T107" fmla="*/ 27 h 903"/>
                <a:gd name="T108" fmla="*/ 349 w 904"/>
                <a:gd name="T109" fmla="*/ 12 h 903"/>
                <a:gd name="T110" fmla="*/ 399 w 904"/>
                <a:gd name="T111" fmla="*/ 4 h 903"/>
                <a:gd name="T112" fmla="*/ 452 w 904"/>
                <a:gd name="T113" fmla="*/ 0 h 9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904" h="903">
                  <a:moveTo>
                    <a:pt x="452" y="0"/>
                  </a:moveTo>
                  <a:lnTo>
                    <a:pt x="505" y="4"/>
                  </a:lnTo>
                  <a:lnTo>
                    <a:pt x="555" y="12"/>
                  </a:lnTo>
                  <a:lnTo>
                    <a:pt x="604" y="27"/>
                  </a:lnTo>
                  <a:lnTo>
                    <a:pt x="651" y="46"/>
                  </a:lnTo>
                  <a:lnTo>
                    <a:pt x="694" y="71"/>
                  </a:lnTo>
                  <a:lnTo>
                    <a:pt x="735" y="100"/>
                  </a:lnTo>
                  <a:lnTo>
                    <a:pt x="771" y="133"/>
                  </a:lnTo>
                  <a:lnTo>
                    <a:pt x="804" y="169"/>
                  </a:lnTo>
                  <a:lnTo>
                    <a:pt x="833" y="210"/>
                  </a:lnTo>
                  <a:lnTo>
                    <a:pt x="858" y="253"/>
                  </a:lnTo>
                  <a:lnTo>
                    <a:pt x="878" y="300"/>
                  </a:lnTo>
                  <a:lnTo>
                    <a:pt x="892" y="348"/>
                  </a:lnTo>
                  <a:lnTo>
                    <a:pt x="900" y="400"/>
                  </a:lnTo>
                  <a:lnTo>
                    <a:pt x="904" y="452"/>
                  </a:lnTo>
                  <a:lnTo>
                    <a:pt x="900" y="505"/>
                  </a:lnTo>
                  <a:lnTo>
                    <a:pt x="892" y="556"/>
                  </a:lnTo>
                  <a:lnTo>
                    <a:pt x="878" y="605"/>
                  </a:lnTo>
                  <a:lnTo>
                    <a:pt x="858" y="650"/>
                  </a:lnTo>
                  <a:lnTo>
                    <a:pt x="833" y="694"/>
                  </a:lnTo>
                  <a:lnTo>
                    <a:pt x="804" y="734"/>
                  </a:lnTo>
                  <a:lnTo>
                    <a:pt x="771" y="771"/>
                  </a:lnTo>
                  <a:lnTo>
                    <a:pt x="735" y="804"/>
                  </a:lnTo>
                  <a:lnTo>
                    <a:pt x="694" y="834"/>
                  </a:lnTo>
                  <a:lnTo>
                    <a:pt x="651" y="858"/>
                  </a:lnTo>
                  <a:lnTo>
                    <a:pt x="604" y="877"/>
                  </a:lnTo>
                  <a:lnTo>
                    <a:pt x="555" y="893"/>
                  </a:lnTo>
                  <a:lnTo>
                    <a:pt x="505" y="901"/>
                  </a:lnTo>
                  <a:lnTo>
                    <a:pt x="452" y="903"/>
                  </a:lnTo>
                  <a:lnTo>
                    <a:pt x="399" y="901"/>
                  </a:lnTo>
                  <a:lnTo>
                    <a:pt x="349" y="893"/>
                  </a:lnTo>
                  <a:lnTo>
                    <a:pt x="300" y="877"/>
                  </a:lnTo>
                  <a:lnTo>
                    <a:pt x="253" y="858"/>
                  </a:lnTo>
                  <a:lnTo>
                    <a:pt x="210" y="834"/>
                  </a:lnTo>
                  <a:lnTo>
                    <a:pt x="170" y="804"/>
                  </a:lnTo>
                  <a:lnTo>
                    <a:pt x="133" y="771"/>
                  </a:lnTo>
                  <a:lnTo>
                    <a:pt x="99" y="734"/>
                  </a:lnTo>
                  <a:lnTo>
                    <a:pt x="70" y="694"/>
                  </a:lnTo>
                  <a:lnTo>
                    <a:pt x="47" y="650"/>
                  </a:lnTo>
                  <a:lnTo>
                    <a:pt x="27" y="605"/>
                  </a:lnTo>
                  <a:lnTo>
                    <a:pt x="12" y="556"/>
                  </a:lnTo>
                  <a:lnTo>
                    <a:pt x="3" y="505"/>
                  </a:lnTo>
                  <a:lnTo>
                    <a:pt x="0" y="452"/>
                  </a:lnTo>
                  <a:lnTo>
                    <a:pt x="3" y="400"/>
                  </a:lnTo>
                  <a:lnTo>
                    <a:pt x="12" y="348"/>
                  </a:lnTo>
                  <a:lnTo>
                    <a:pt x="27" y="300"/>
                  </a:lnTo>
                  <a:lnTo>
                    <a:pt x="47" y="253"/>
                  </a:lnTo>
                  <a:lnTo>
                    <a:pt x="70" y="210"/>
                  </a:lnTo>
                  <a:lnTo>
                    <a:pt x="99" y="169"/>
                  </a:lnTo>
                  <a:lnTo>
                    <a:pt x="133" y="133"/>
                  </a:lnTo>
                  <a:lnTo>
                    <a:pt x="170" y="100"/>
                  </a:lnTo>
                  <a:lnTo>
                    <a:pt x="210" y="71"/>
                  </a:lnTo>
                  <a:lnTo>
                    <a:pt x="253" y="46"/>
                  </a:lnTo>
                  <a:lnTo>
                    <a:pt x="300" y="27"/>
                  </a:lnTo>
                  <a:lnTo>
                    <a:pt x="349" y="12"/>
                  </a:lnTo>
                  <a:lnTo>
                    <a:pt x="399" y="4"/>
                  </a:lnTo>
                  <a:lnTo>
                    <a:pt x="452" y="0"/>
                  </a:lnTo>
                  <a:close/>
                </a:path>
              </a:pathLst>
            </a:custGeom>
            <a:solidFill>
              <a:schemeClr val="bg1"/>
            </a:solidFill>
            <a:ln w="0">
              <a:noFill/>
              <a:prstDash val="solid"/>
              <a:round/>
              <a:headEnd/>
              <a:tailEnd/>
            </a:ln>
          </p:spPr>
          <p:txBody>
            <a:bodyPr wrap="square" lIns="91440" tIns="45720" rIns="91440" bIns="45720" anchor="ctr">
              <a:noAutofit/>
            </a:bodyPr>
            <a:lstStyle/>
            <a:p>
              <a:pPr algn="ctr"/>
              <a:endParaRPr>
                <a:cs typeface="+mn-ea"/>
                <a:sym typeface="+mn-lt"/>
              </a:endParaRPr>
            </a:p>
          </p:txBody>
        </p:sp>
        <p:sp>
          <p:nvSpPr>
            <p:cNvPr id="26" name="任意多边形: 形状 25">
              <a:extLst>
                <a:ext uri="{FF2B5EF4-FFF2-40B4-BE49-F238E27FC236}">
                  <a16:creationId xmlns:a16="http://schemas.microsoft.com/office/drawing/2014/main" id="{721FF7DD-7778-9C23-5CDA-8B73CE426092}"/>
                </a:ext>
              </a:extLst>
            </p:cNvPr>
            <p:cNvSpPr/>
            <p:nvPr/>
          </p:nvSpPr>
          <p:spPr bwMode="auto">
            <a:xfrm>
              <a:off x="2694687" y="2791582"/>
              <a:ext cx="106998" cy="331165"/>
            </a:xfrm>
            <a:custGeom>
              <a:avLst/>
              <a:gdLst>
                <a:gd name="T0" fmla="*/ 377 w 894"/>
                <a:gd name="T1" fmla="*/ 3 h 2767"/>
                <a:gd name="T2" fmla="*/ 384 w 894"/>
                <a:gd name="T3" fmla="*/ 22 h 2767"/>
                <a:gd name="T4" fmla="*/ 301 w 894"/>
                <a:gd name="T5" fmla="*/ 274 h 2767"/>
                <a:gd name="T6" fmla="*/ 210 w 894"/>
                <a:gd name="T7" fmla="*/ 518 h 2767"/>
                <a:gd name="T8" fmla="*/ 148 w 894"/>
                <a:gd name="T9" fmla="*/ 762 h 2767"/>
                <a:gd name="T10" fmla="*/ 118 w 894"/>
                <a:gd name="T11" fmla="*/ 1003 h 2767"/>
                <a:gd name="T12" fmla="*/ 118 w 894"/>
                <a:gd name="T13" fmla="*/ 1240 h 2767"/>
                <a:gd name="T14" fmla="*/ 145 w 894"/>
                <a:gd name="T15" fmla="*/ 1465 h 2767"/>
                <a:gd name="T16" fmla="*/ 202 w 894"/>
                <a:gd name="T17" fmla="*/ 1685 h 2767"/>
                <a:gd name="T18" fmla="*/ 285 w 894"/>
                <a:gd name="T19" fmla="*/ 1901 h 2767"/>
                <a:gd name="T20" fmla="*/ 371 w 894"/>
                <a:gd name="T21" fmla="*/ 2068 h 2767"/>
                <a:gd name="T22" fmla="*/ 441 w 894"/>
                <a:gd name="T23" fmla="*/ 2182 h 2767"/>
                <a:gd name="T24" fmla="*/ 514 w 894"/>
                <a:gd name="T25" fmla="*/ 2285 h 2767"/>
                <a:gd name="T26" fmla="*/ 585 w 894"/>
                <a:gd name="T27" fmla="*/ 2377 h 2767"/>
                <a:gd name="T28" fmla="*/ 653 w 894"/>
                <a:gd name="T29" fmla="*/ 2456 h 2767"/>
                <a:gd name="T30" fmla="*/ 717 w 894"/>
                <a:gd name="T31" fmla="*/ 2524 h 2767"/>
                <a:gd name="T32" fmla="*/ 772 w 894"/>
                <a:gd name="T33" fmla="*/ 2578 h 2767"/>
                <a:gd name="T34" fmla="*/ 818 w 894"/>
                <a:gd name="T35" fmla="*/ 2620 h 2767"/>
                <a:gd name="T36" fmla="*/ 851 w 894"/>
                <a:gd name="T37" fmla="*/ 2648 h 2767"/>
                <a:gd name="T38" fmla="*/ 869 w 894"/>
                <a:gd name="T39" fmla="*/ 2662 h 2767"/>
                <a:gd name="T40" fmla="*/ 882 w 894"/>
                <a:gd name="T41" fmla="*/ 2675 h 2767"/>
                <a:gd name="T42" fmla="*/ 893 w 894"/>
                <a:gd name="T43" fmla="*/ 2703 h 2767"/>
                <a:gd name="T44" fmla="*/ 890 w 894"/>
                <a:gd name="T45" fmla="*/ 2731 h 2767"/>
                <a:gd name="T46" fmla="*/ 869 w 894"/>
                <a:gd name="T47" fmla="*/ 2757 h 2767"/>
                <a:gd name="T48" fmla="*/ 838 w 894"/>
                <a:gd name="T49" fmla="*/ 2767 h 2767"/>
                <a:gd name="T50" fmla="*/ 803 w 894"/>
                <a:gd name="T51" fmla="*/ 2756 h 2767"/>
                <a:gd name="T52" fmla="*/ 791 w 894"/>
                <a:gd name="T53" fmla="*/ 2746 h 2767"/>
                <a:gd name="T54" fmla="*/ 761 w 894"/>
                <a:gd name="T55" fmla="*/ 2722 h 2767"/>
                <a:gd name="T56" fmla="*/ 719 w 894"/>
                <a:gd name="T57" fmla="*/ 2685 h 2767"/>
                <a:gd name="T58" fmla="*/ 665 w 894"/>
                <a:gd name="T59" fmla="*/ 2634 h 2767"/>
                <a:gd name="T60" fmla="*/ 603 w 894"/>
                <a:gd name="T61" fmla="*/ 2571 h 2767"/>
                <a:gd name="T62" fmla="*/ 534 w 894"/>
                <a:gd name="T63" fmla="*/ 2494 h 2767"/>
                <a:gd name="T64" fmla="*/ 460 w 894"/>
                <a:gd name="T65" fmla="*/ 2405 h 2767"/>
                <a:gd name="T66" fmla="*/ 385 w 894"/>
                <a:gd name="T67" fmla="*/ 2303 h 2767"/>
                <a:gd name="T68" fmla="*/ 311 w 894"/>
                <a:gd name="T69" fmla="*/ 2190 h 2767"/>
                <a:gd name="T70" fmla="*/ 238 w 894"/>
                <a:gd name="T71" fmla="*/ 2064 h 2767"/>
                <a:gd name="T72" fmla="*/ 146 w 894"/>
                <a:gd name="T73" fmla="*/ 1867 h 2767"/>
                <a:gd name="T74" fmla="*/ 76 w 894"/>
                <a:gd name="T75" fmla="*/ 1665 h 2767"/>
                <a:gd name="T76" fmla="*/ 28 w 894"/>
                <a:gd name="T77" fmla="*/ 1460 h 2767"/>
                <a:gd name="T78" fmla="*/ 3 w 894"/>
                <a:gd name="T79" fmla="*/ 1251 h 2767"/>
                <a:gd name="T80" fmla="*/ 2 w 894"/>
                <a:gd name="T81" fmla="*/ 1026 h 2767"/>
                <a:gd name="T82" fmla="*/ 26 w 894"/>
                <a:gd name="T83" fmla="*/ 798 h 2767"/>
                <a:gd name="T84" fmla="*/ 76 w 894"/>
                <a:gd name="T85" fmla="*/ 568 h 2767"/>
                <a:gd name="T86" fmla="*/ 152 w 894"/>
                <a:gd name="T87" fmla="*/ 338 h 2767"/>
                <a:gd name="T88" fmla="*/ 97 w 894"/>
                <a:gd name="T89" fmla="*/ 171 h 2767"/>
                <a:gd name="T90" fmla="*/ 361 w 894"/>
                <a:gd name="T91" fmla="*/ 0 h 27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894" h="2767">
                  <a:moveTo>
                    <a:pt x="370" y="0"/>
                  </a:moveTo>
                  <a:lnTo>
                    <a:pt x="377" y="3"/>
                  </a:lnTo>
                  <a:lnTo>
                    <a:pt x="382" y="11"/>
                  </a:lnTo>
                  <a:lnTo>
                    <a:pt x="384" y="22"/>
                  </a:lnTo>
                  <a:lnTo>
                    <a:pt x="402" y="324"/>
                  </a:lnTo>
                  <a:lnTo>
                    <a:pt x="301" y="274"/>
                  </a:lnTo>
                  <a:lnTo>
                    <a:pt x="252" y="396"/>
                  </a:lnTo>
                  <a:lnTo>
                    <a:pt x="210" y="518"/>
                  </a:lnTo>
                  <a:lnTo>
                    <a:pt x="176" y="640"/>
                  </a:lnTo>
                  <a:lnTo>
                    <a:pt x="148" y="762"/>
                  </a:lnTo>
                  <a:lnTo>
                    <a:pt x="130" y="882"/>
                  </a:lnTo>
                  <a:lnTo>
                    <a:pt x="118" y="1003"/>
                  </a:lnTo>
                  <a:lnTo>
                    <a:pt x="113" y="1122"/>
                  </a:lnTo>
                  <a:lnTo>
                    <a:pt x="118" y="1240"/>
                  </a:lnTo>
                  <a:lnTo>
                    <a:pt x="128" y="1354"/>
                  </a:lnTo>
                  <a:lnTo>
                    <a:pt x="145" y="1465"/>
                  </a:lnTo>
                  <a:lnTo>
                    <a:pt x="170" y="1576"/>
                  </a:lnTo>
                  <a:lnTo>
                    <a:pt x="202" y="1685"/>
                  </a:lnTo>
                  <a:lnTo>
                    <a:pt x="240" y="1793"/>
                  </a:lnTo>
                  <a:lnTo>
                    <a:pt x="285" y="1901"/>
                  </a:lnTo>
                  <a:lnTo>
                    <a:pt x="337" y="2006"/>
                  </a:lnTo>
                  <a:lnTo>
                    <a:pt x="371" y="2068"/>
                  </a:lnTo>
                  <a:lnTo>
                    <a:pt x="406" y="2126"/>
                  </a:lnTo>
                  <a:lnTo>
                    <a:pt x="441" y="2182"/>
                  </a:lnTo>
                  <a:lnTo>
                    <a:pt x="477" y="2235"/>
                  </a:lnTo>
                  <a:lnTo>
                    <a:pt x="514" y="2285"/>
                  </a:lnTo>
                  <a:lnTo>
                    <a:pt x="550" y="2333"/>
                  </a:lnTo>
                  <a:lnTo>
                    <a:pt x="585" y="2377"/>
                  </a:lnTo>
                  <a:lnTo>
                    <a:pt x="619" y="2418"/>
                  </a:lnTo>
                  <a:lnTo>
                    <a:pt x="653" y="2456"/>
                  </a:lnTo>
                  <a:lnTo>
                    <a:pt x="686" y="2491"/>
                  </a:lnTo>
                  <a:lnTo>
                    <a:pt x="717" y="2524"/>
                  </a:lnTo>
                  <a:lnTo>
                    <a:pt x="746" y="2552"/>
                  </a:lnTo>
                  <a:lnTo>
                    <a:pt x="772" y="2578"/>
                  </a:lnTo>
                  <a:lnTo>
                    <a:pt x="796" y="2600"/>
                  </a:lnTo>
                  <a:lnTo>
                    <a:pt x="818" y="2620"/>
                  </a:lnTo>
                  <a:lnTo>
                    <a:pt x="837" y="2635"/>
                  </a:lnTo>
                  <a:lnTo>
                    <a:pt x="851" y="2648"/>
                  </a:lnTo>
                  <a:lnTo>
                    <a:pt x="862" y="2657"/>
                  </a:lnTo>
                  <a:lnTo>
                    <a:pt x="869" y="2662"/>
                  </a:lnTo>
                  <a:lnTo>
                    <a:pt x="871" y="2664"/>
                  </a:lnTo>
                  <a:lnTo>
                    <a:pt x="882" y="2675"/>
                  </a:lnTo>
                  <a:lnTo>
                    <a:pt x="890" y="2688"/>
                  </a:lnTo>
                  <a:lnTo>
                    <a:pt x="893" y="2703"/>
                  </a:lnTo>
                  <a:lnTo>
                    <a:pt x="894" y="2717"/>
                  </a:lnTo>
                  <a:lnTo>
                    <a:pt x="890" y="2731"/>
                  </a:lnTo>
                  <a:lnTo>
                    <a:pt x="882" y="2744"/>
                  </a:lnTo>
                  <a:lnTo>
                    <a:pt x="869" y="2757"/>
                  </a:lnTo>
                  <a:lnTo>
                    <a:pt x="854" y="2765"/>
                  </a:lnTo>
                  <a:lnTo>
                    <a:pt x="838" y="2767"/>
                  </a:lnTo>
                  <a:lnTo>
                    <a:pt x="819" y="2765"/>
                  </a:lnTo>
                  <a:lnTo>
                    <a:pt x="803" y="2756"/>
                  </a:lnTo>
                  <a:lnTo>
                    <a:pt x="798" y="2753"/>
                  </a:lnTo>
                  <a:lnTo>
                    <a:pt x="791" y="2746"/>
                  </a:lnTo>
                  <a:lnTo>
                    <a:pt x="778" y="2735"/>
                  </a:lnTo>
                  <a:lnTo>
                    <a:pt x="761" y="2722"/>
                  </a:lnTo>
                  <a:lnTo>
                    <a:pt x="742" y="2705"/>
                  </a:lnTo>
                  <a:lnTo>
                    <a:pt x="719" y="2685"/>
                  </a:lnTo>
                  <a:lnTo>
                    <a:pt x="694" y="2661"/>
                  </a:lnTo>
                  <a:lnTo>
                    <a:pt x="665" y="2634"/>
                  </a:lnTo>
                  <a:lnTo>
                    <a:pt x="636" y="2604"/>
                  </a:lnTo>
                  <a:lnTo>
                    <a:pt x="603" y="2571"/>
                  </a:lnTo>
                  <a:lnTo>
                    <a:pt x="569" y="2535"/>
                  </a:lnTo>
                  <a:lnTo>
                    <a:pt x="534" y="2494"/>
                  </a:lnTo>
                  <a:lnTo>
                    <a:pt x="497" y="2452"/>
                  </a:lnTo>
                  <a:lnTo>
                    <a:pt x="460" y="2405"/>
                  </a:lnTo>
                  <a:lnTo>
                    <a:pt x="423" y="2356"/>
                  </a:lnTo>
                  <a:lnTo>
                    <a:pt x="385" y="2303"/>
                  </a:lnTo>
                  <a:lnTo>
                    <a:pt x="348" y="2248"/>
                  </a:lnTo>
                  <a:lnTo>
                    <a:pt x="311" y="2190"/>
                  </a:lnTo>
                  <a:lnTo>
                    <a:pt x="274" y="2128"/>
                  </a:lnTo>
                  <a:lnTo>
                    <a:pt x="238" y="2064"/>
                  </a:lnTo>
                  <a:lnTo>
                    <a:pt x="190" y="1966"/>
                  </a:lnTo>
                  <a:lnTo>
                    <a:pt x="146" y="1867"/>
                  </a:lnTo>
                  <a:lnTo>
                    <a:pt x="108" y="1767"/>
                  </a:lnTo>
                  <a:lnTo>
                    <a:pt x="76" y="1665"/>
                  </a:lnTo>
                  <a:lnTo>
                    <a:pt x="50" y="1563"/>
                  </a:lnTo>
                  <a:lnTo>
                    <a:pt x="28" y="1460"/>
                  </a:lnTo>
                  <a:lnTo>
                    <a:pt x="13" y="1356"/>
                  </a:lnTo>
                  <a:lnTo>
                    <a:pt x="3" y="1251"/>
                  </a:lnTo>
                  <a:lnTo>
                    <a:pt x="0" y="1139"/>
                  </a:lnTo>
                  <a:lnTo>
                    <a:pt x="2" y="1026"/>
                  </a:lnTo>
                  <a:lnTo>
                    <a:pt x="11" y="913"/>
                  </a:lnTo>
                  <a:lnTo>
                    <a:pt x="26" y="798"/>
                  </a:lnTo>
                  <a:lnTo>
                    <a:pt x="48" y="684"/>
                  </a:lnTo>
                  <a:lnTo>
                    <a:pt x="76" y="568"/>
                  </a:lnTo>
                  <a:lnTo>
                    <a:pt x="111" y="454"/>
                  </a:lnTo>
                  <a:lnTo>
                    <a:pt x="152" y="338"/>
                  </a:lnTo>
                  <a:lnTo>
                    <a:pt x="200" y="223"/>
                  </a:lnTo>
                  <a:lnTo>
                    <a:pt x="97" y="171"/>
                  </a:lnTo>
                  <a:lnTo>
                    <a:pt x="350" y="4"/>
                  </a:lnTo>
                  <a:lnTo>
                    <a:pt x="361" y="0"/>
                  </a:lnTo>
                  <a:lnTo>
                    <a:pt x="370" y="0"/>
                  </a:lnTo>
                  <a:close/>
                </a:path>
              </a:pathLst>
            </a:custGeom>
            <a:solidFill>
              <a:schemeClr val="bg1"/>
            </a:solidFill>
            <a:ln w="0">
              <a:noFill/>
              <a:prstDash val="solid"/>
              <a:round/>
              <a:headEnd/>
              <a:tailEnd/>
            </a:ln>
          </p:spPr>
          <p:txBody>
            <a:bodyPr wrap="square" lIns="91440" tIns="45720" rIns="91440" bIns="45720" anchor="ctr">
              <a:noAutofit/>
            </a:bodyPr>
            <a:lstStyle/>
            <a:p>
              <a:pPr algn="ctr"/>
              <a:endParaRPr>
                <a:cs typeface="+mn-ea"/>
                <a:sym typeface="+mn-lt"/>
              </a:endParaRPr>
            </a:p>
          </p:txBody>
        </p:sp>
        <p:sp>
          <p:nvSpPr>
            <p:cNvPr id="28" name="任意多边形: 形状 27">
              <a:extLst>
                <a:ext uri="{FF2B5EF4-FFF2-40B4-BE49-F238E27FC236}">
                  <a16:creationId xmlns:a16="http://schemas.microsoft.com/office/drawing/2014/main" id="{B3EB086B-296F-065F-223A-9E5733DBA80F}"/>
                </a:ext>
              </a:extLst>
            </p:cNvPr>
            <p:cNvSpPr/>
            <p:nvPr/>
          </p:nvSpPr>
          <p:spPr bwMode="auto">
            <a:xfrm>
              <a:off x="5905769" y="3077297"/>
              <a:ext cx="127428" cy="127065"/>
            </a:xfrm>
            <a:custGeom>
              <a:avLst/>
              <a:gdLst>
                <a:gd name="T0" fmla="*/ 558 w 1403"/>
                <a:gd name="T1" fmla="*/ 29 h 1400"/>
                <a:gd name="T2" fmla="*/ 507 w 1403"/>
                <a:gd name="T3" fmla="*/ 166 h 1400"/>
                <a:gd name="T4" fmla="*/ 451 w 1403"/>
                <a:gd name="T5" fmla="*/ 387 h 1400"/>
                <a:gd name="T6" fmla="*/ 416 w 1403"/>
                <a:gd name="T7" fmla="*/ 632 h 1400"/>
                <a:gd name="T8" fmla="*/ 404 w 1403"/>
                <a:gd name="T9" fmla="*/ 879 h 1400"/>
                <a:gd name="T10" fmla="*/ 402 w 1403"/>
                <a:gd name="T11" fmla="*/ 941 h 1400"/>
                <a:gd name="T12" fmla="*/ 405 w 1403"/>
                <a:gd name="T13" fmla="*/ 979 h 1400"/>
                <a:gd name="T14" fmla="*/ 421 w 1403"/>
                <a:gd name="T15" fmla="*/ 997 h 1400"/>
                <a:gd name="T16" fmla="*/ 564 w 1403"/>
                <a:gd name="T17" fmla="*/ 1000 h 1400"/>
                <a:gd name="T18" fmla="*/ 826 w 1403"/>
                <a:gd name="T19" fmla="*/ 979 h 1400"/>
                <a:gd name="T20" fmla="*/ 1061 w 1403"/>
                <a:gd name="T21" fmla="*/ 941 h 1400"/>
                <a:gd name="T22" fmla="*/ 1245 w 1403"/>
                <a:gd name="T23" fmla="*/ 890 h 1400"/>
                <a:gd name="T24" fmla="*/ 1403 w 1403"/>
                <a:gd name="T25" fmla="*/ 832 h 1400"/>
                <a:gd name="T26" fmla="*/ 1343 w 1403"/>
                <a:gd name="T27" fmla="*/ 938 h 1400"/>
                <a:gd name="T28" fmla="*/ 1267 w 1403"/>
                <a:gd name="T29" fmla="*/ 1033 h 1400"/>
                <a:gd name="T30" fmla="*/ 1147 w 1403"/>
                <a:gd name="T31" fmla="*/ 1139 h 1400"/>
                <a:gd name="T32" fmla="*/ 1013 w 1403"/>
                <a:gd name="T33" fmla="*/ 1226 h 1400"/>
                <a:gd name="T34" fmla="*/ 866 w 1403"/>
                <a:gd name="T35" fmla="*/ 1295 h 1400"/>
                <a:gd name="T36" fmla="*/ 712 w 1403"/>
                <a:gd name="T37" fmla="*/ 1345 h 1400"/>
                <a:gd name="T38" fmla="*/ 553 w 1403"/>
                <a:gd name="T39" fmla="*/ 1378 h 1400"/>
                <a:gd name="T40" fmla="*/ 395 w 1403"/>
                <a:gd name="T41" fmla="*/ 1397 h 1400"/>
                <a:gd name="T42" fmla="*/ 187 w 1403"/>
                <a:gd name="T43" fmla="*/ 1397 h 1400"/>
                <a:gd name="T44" fmla="*/ 114 w 1403"/>
                <a:gd name="T45" fmla="*/ 1378 h 1400"/>
                <a:gd name="T46" fmla="*/ 55 w 1403"/>
                <a:gd name="T47" fmla="*/ 1335 h 1400"/>
                <a:gd name="T48" fmla="*/ 14 w 1403"/>
                <a:gd name="T49" fmla="*/ 1270 h 1400"/>
                <a:gd name="T50" fmla="*/ 1 w 1403"/>
                <a:gd name="T51" fmla="*/ 1204 h 1400"/>
                <a:gd name="T52" fmla="*/ 0 w 1403"/>
                <a:gd name="T53" fmla="*/ 1134 h 1400"/>
                <a:gd name="T54" fmla="*/ 4 w 1403"/>
                <a:gd name="T55" fmla="*/ 1002 h 1400"/>
                <a:gd name="T56" fmla="*/ 29 w 1403"/>
                <a:gd name="T57" fmla="*/ 811 h 1400"/>
                <a:gd name="T58" fmla="*/ 78 w 1403"/>
                <a:gd name="T59" fmla="*/ 619 h 1400"/>
                <a:gd name="T60" fmla="*/ 153 w 1403"/>
                <a:gd name="T61" fmla="*/ 435 h 1400"/>
                <a:gd name="T62" fmla="*/ 233 w 1403"/>
                <a:gd name="T63" fmla="*/ 294 h 1400"/>
                <a:gd name="T64" fmla="*/ 313 w 1403"/>
                <a:gd name="T65" fmla="*/ 191 h 1400"/>
                <a:gd name="T66" fmla="*/ 405 w 1403"/>
                <a:gd name="T67" fmla="*/ 102 h 1400"/>
                <a:gd name="T68" fmla="*/ 512 w 1403"/>
                <a:gd name="T69" fmla="*/ 29 h 14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403" h="1400">
                  <a:moveTo>
                    <a:pt x="569" y="0"/>
                  </a:moveTo>
                  <a:lnTo>
                    <a:pt x="558" y="29"/>
                  </a:lnTo>
                  <a:lnTo>
                    <a:pt x="546" y="58"/>
                  </a:lnTo>
                  <a:lnTo>
                    <a:pt x="507" y="166"/>
                  </a:lnTo>
                  <a:lnTo>
                    <a:pt x="477" y="276"/>
                  </a:lnTo>
                  <a:lnTo>
                    <a:pt x="451" y="387"/>
                  </a:lnTo>
                  <a:lnTo>
                    <a:pt x="432" y="501"/>
                  </a:lnTo>
                  <a:lnTo>
                    <a:pt x="416" y="632"/>
                  </a:lnTo>
                  <a:lnTo>
                    <a:pt x="408" y="763"/>
                  </a:lnTo>
                  <a:lnTo>
                    <a:pt x="404" y="879"/>
                  </a:lnTo>
                  <a:lnTo>
                    <a:pt x="402" y="907"/>
                  </a:lnTo>
                  <a:lnTo>
                    <a:pt x="402" y="941"/>
                  </a:lnTo>
                  <a:lnTo>
                    <a:pt x="402" y="969"/>
                  </a:lnTo>
                  <a:lnTo>
                    <a:pt x="405" y="979"/>
                  </a:lnTo>
                  <a:lnTo>
                    <a:pt x="411" y="989"/>
                  </a:lnTo>
                  <a:lnTo>
                    <a:pt x="421" y="997"/>
                  </a:lnTo>
                  <a:lnTo>
                    <a:pt x="432" y="1000"/>
                  </a:lnTo>
                  <a:lnTo>
                    <a:pt x="564" y="1000"/>
                  </a:lnTo>
                  <a:lnTo>
                    <a:pt x="695" y="992"/>
                  </a:lnTo>
                  <a:lnTo>
                    <a:pt x="826" y="979"/>
                  </a:lnTo>
                  <a:lnTo>
                    <a:pt x="956" y="961"/>
                  </a:lnTo>
                  <a:lnTo>
                    <a:pt x="1061" y="941"/>
                  </a:lnTo>
                  <a:lnTo>
                    <a:pt x="1166" y="915"/>
                  </a:lnTo>
                  <a:lnTo>
                    <a:pt x="1245" y="890"/>
                  </a:lnTo>
                  <a:lnTo>
                    <a:pt x="1325" y="861"/>
                  </a:lnTo>
                  <a:lnTo>
                    <a:pt x="1403" y="832"/>
                  </a:lnTo>
                  <a:lnTo>
                    <a:pt x="1375" y="887"/>
                  </a:lnTo>
                  <a:lnTo>
                    <a:pt x="1343" y="938"/>
                  </a:lnTo>
                  <a:lnTo>
                    <a:pt x="1307" y="985"/>
                  </a:lnTo>
                  <a:lnTo>
                    <a:pt x="1267" y="1033"/>
                  </a:lnTo>
                  <a:lnTo>
                    <a:pt x="1209" y="1087"/>
                  </a:lnTo>
                  <a:lnTo>
                    <a:pt x="1147" y="1139"/>
                  </a:lnTo>
                  <a:lnTo>
                    <a:pt x="1082" y="1185"/>
                  </a:lnTo>
                  <a:lnTo>
                    <a:pt x="1013" y="1226"/>
                  </a:lnTo>
                  <a:lnTo>
                    <a:pt x="941" y="1263"/>
                  </a:lnTo>
                  <a:lnTo>
                    <a:pt x="866" y="1295"/>
                  </a:lnTo>
                  <a:lnTo>
                    <a:pt x="790" y="1322"/>
                  </a:lnTo>
                  <a:lnTo>
                    <a:pt x="712" y="1345"/>
                  </a:lnTo>
                  <a:lnTo>
                    <a:pt x="633" y="1364"/>
                  </a:lnTo>
                  <a:lnTo>
                    <a:pt x="553" y="1378"/>
                  </a:lnTo>
                  <a:lnTo>
                    <a:pt x="474" y="1390"/>
                  </a:lnTo>
                  <a:lnTo>
                    <a:pt x="395" y="1397"/>
                  </a:lnTo>
                  <a:lnTo>
                    <a:pt x="291" y="1400"/>
                  </a:lnTo>
                  <a:lnTo>
                    <a:pt x="187" y="1397"/>
                  </a:lnTo>
                  <a:lnTo>
                    <a:pt x="148" y="1391"/>
                  </a:lnTo>
                  <a:lnTo>
                    <a:pt x="114" y="1378"/>
                  </a:lnTo>
                  <a:lnTo>
                    <a:pt x="82" y="1360"/>
                  </a:lnTo>
                  <a:lnTo>
                    <a:pt x="55" y="1335"/>
                  </a:lnTo>
                  <a:lnTo>
                    <a:pt x="32" y="1305"/>
                  </a:lnTo>
                  <a:lnTo>
                    <a:pt x="14" y="1270"/>
                  </a:lnTo>
                  <a:lnTo>
                    <a:pt x="6" y="1237"/>
                  </a:lnTo>
                  <a:lnTo>
                    <a:pt x="1" y="1204"/>
                  </a:lnTo>
                  <a:lnTo>
                    <a:pt x="0" y="1168"/>
                  </a:lnTo>
                  <a:lnTo>
                    <a:pt x="0" y="1134"/>
                  </a:lnTo>
                  <a:lnTo>
                    <a:pt x="0" y="1100"/>
                  </a:lnTo>
                  <a:lnTo>
                    <a:pt x="4" y="1002"/>
                  </a:lnTo>
                  <a:lnTo>
                    <a:pt x="14" y="906"/>
                  </a:lnTo>
                  <a:lnTo>
                    <a:pt x="29" y="811"/>
                  </a:lnTo>
                  <a:lnTo>
                    <a:pt x="50" y="714"/>
                  </a:lnTo>
                  <a:lnTo>
                    <a:pt x="78" y="619"/>
                  </a:lnTo>
                  <a:lnTo>
                    <a:pt x="111" y="526"/>
                  </a:lnTo>
                  <a:lnTo>
                    <a:pt x="153" y="435"/>
                  </a:lnTo>
                  <a:lnTo>
                    <a:pt x="199" y="348"/>
                  </a:lnTo>
                  <a:lnTo>
                    <a:pt x="233" y="294"/>
                  </a:lnTo>
                  <a:lnTo>
                    <a:pt x="272" y="242"/>
                  </a:lnTo>
                  <a:lnTo>
                    <a:pt x="313" y="191"/>
                  </a:lnTo>
                  <a:lnTo>
                    <a:pt x="357" y="145"/>
                  </a:lnTo>
                  <a:lnTo>
                    <a:pt x="405" y="102"/>
                  </a:lnTo>
                  <a:lnTo>
                    <a:pt x="457" y="62"/>
                  </a:lnTo>
                  <a:lnTo>
                    <a:pt x="512" y="29"/>
                  </a:lnTo>
                  <a:lnTo>
                    <a:pt x="569" y="0"/>
                  </a:lnTo>
                  <a:close/>
                </a:path>
              </a:pathLst>
            </a:custGeom>
            <a:solidFill>
              <a:schemeClr val="bg1"/>
            </a:solidFill>
            <a:ln w="0">
              <a:noFill/>
              <a:prstDash val="solid"/>
              <a:round/>
              <a:headEnd/>
              <a:tailEnd/>
            </a:ln>
          </p:spPr>
          <p:txBody>
            <a:bodyPr wrap="square" lIns="91440" tIns="45720" rIns="91440" bIns="45720" anchor="ctr">
              <a:noAutofit/>
            </a:bodyPr>
            <a:lstStyle/>
            <a:p>
              <a:pPr algn="ctr"/>
              <a:endParaRPr>
                <a:cs typeface="+mn-ea"/>
                <a:sym typeface="+mn-lt"/>
              </a:endParaRPr>
            </a:p>
          </p:txBody>
        </p:sp>
        <p:sp>
          <p:nvSpPr>
            <p:cNvPr id="29" name="任意多边形: 形状 28">
              <a:extLst>
                <a:ext uri="{FF2B5EF4-FFF2-40B4-BE49-F238E27FC236}">
                  <a16:creationId xmlns:a16="http://schemas.microsoft.com/office/drawing/2014/main" id="{BB64F0C0-C784-DA19-6FF1-93EA9A9CE2E0}"/>
                </a:ext>
              </a:extLst>
            </p:cNvPr>
            <p:cNvSpPr/>
            <p:nvPr/>
          </p:nvSpPr>
          <p:spPr bwMode="auto">
            <a:xfrm>
              <a:off x="9227906" y="3099157"/>
              <a:ext cx="21591" cy="10196"/>
            </a:xfrm>
            <a:custGeom>
              <a:avLst/>
              <a:gdLst>
                <a:gd name="T0" fmla="*/ 170 w 178"/>
                <a:gd name="T1" fmla="*/ 0 h 87"/>
                <a:gd name="T2" fmla="*/ 176 w 178"/>
                <a:gd name="T3" fmla="*/ 6 h 87"/>
                <a:gd name="T4" fmla="*/ 178 w 178"/>
                <a:gd name="T5" fmla="*/ 16 h 87"/>
                <a:gd name="T6" fmla="*/ 176 w 178"/>
                <a:gd name="T7" fmla="*/ 28 h 87"/>
                <a:gd name="T8" fmla="*/ 171 w 178"/>
                <a:gd name="T9" fmla="*/ 40 h 87"/>
                <a:gd name="T10" fmla="*/ 165 w 178"/>
                <a:gd name="T11" fmla="*/ 53 h 87"/>
                <a:gd name="T12" fmla="*/ 156 w 178"/>
                <a:gd name="T13" fmla="*/ 66 h 87"/>
                <a:gd name="T14" fmla="*/ 147 w 178"/>
                <a:gd name="T15" fmla="*/ 76 h 87"/>
                <a:gd name="T16" fmla="*/ 136 w 178"/>
                <a:gd name="T17" fmla="*/ 84 h 87"/>
                <a:gd name="T18" fmla="*/ 126 w 178"/>
                <a:gd name="T19" fmla="*/ 87 h 87"/>
                <a:gd name="T20" fmla="*/ 0 w 178"/>
                <a:gd name="T21" fmla="*/ 19 h 87"/>
                <a:gd name="T22" fmla="*/ 170 w 178"/>
                <a:gd name="T23" fmla="*/ 0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8" h="87">
                  <a:moveTo>
                    <a:pt x="170" y="0"/>
                  </a:moveTo>
                  <a:lnTo>
                    <a:pt x="176" y="6"/>
                  </a:lnTo>
                  <a:lnTo>
                    <a:pt x="178" y="16"/>
                  </a:lnTo>
                  <a:lnTo>
                    <a:pt x="176" y="28"/>
                  </a:lnTo>
                  <a:lnTo>
                    <a:pt x="171" y="40"/>
                  </a:lnTo>
                  <a:lnTo>
                    <a:pt x="165" y="53"/>
                  </a:lnTo>
                  <a:lnTo>
                    <a:pt x="156" y="66"/>
                  </a:lnTo>
                  <a:lnTo>
                    <a:pt x="147" y="76"/>
                  </a:lnTo>
                  <a:lnTo>
                    <a:pt x="136" y="84"/>
                  </a:lnTo>
                  <a:lnTo>
                    <a:pt x="126" y="87"/>
                  </a:lnTo>
                  <a:lnTo>
                    <a:pt x="0" y="19"/>
                  </a:lnTo>
                  <a:lnTo>
                    <a:pt x="170" y="0"/>
                  </a:lnTo>
                  <a:close/>
                </a:path>
              </a:pathLst>
            </a:custGeom>
            <a:solidFill>
              <a:schemeClr val="bg1"/>
            </a:solidFill>
            <a:ln w="0">
              <a:noFill/>
              <a:prstDash val="solid"/>
              <a:round/>
              <a:headEnd/>
              <a:tailEnd/>
            </a:ln>
          </p:spPr>
          <p:txBody>
            <a:bodyPr wrap="square" lIns="91440" tIns="45720" rIns="91440" bIns="45720" anchor="ctr">
              <a:noAutofit/>
            </a:bodyPr>
            <a:lstStyle/>
            <a:p>
              <a:pPr algn="ctr"/>
              <a:endParaRPr>
                <a:cs typeface="+mn-ea"/>
                <a:sym typeface="+mn-lt"/>
              </a:endParaRPr>
            </a:p>
          </p:txBody>
        </p:sp>
        <p:sp>
          <p:nvSpPr>
            <p:cNvPr id="30" name="任意多边形: 形状 29">
              <a:extLst>
                <a:ext uri="{FF2B5EF4-FFF2-40B4-BE49-F238E27FC236}">
                  <a16:creationId xmlns:a16="http://schemas.microsoft.com/office/drawing/2014/main" id="{0F77297F-8E87-EB80-4984-E69215B38AF3}"/>
                </a:ext>
              </a:extLst>
            </p:cNvPr>
            <p:cNvSpPr/>
            <p:nvPr/>
          </p:nvSpPr>
          <p:spPr bwMode="auto">
            <a:xfrm>
              <a:off x="9230905" y="3082363"/>
              <a:ext cx="25790" cy="17992"/>
            </a:xfrm>
            <a:custGeom>
              <a:avLst/>
              <a:gdLst>
                <a:gd name="T0" fmla="*/ 163 w 214"/>
                <a:gd name="T1" fmla="*/ 0 h 147"/>
                <a:gd name="T2" fmla="*/ 174 w 214"/>
                <a:gd name="T3" fmla="*/ 0 h 147"/>
                <a:gd name="T4" fmla="*/ 184 w 214"/>
                <a:gd name="T5" fmla="*/ 6 h 147"/>
                <a:gd name="T6" fmla="*/ 193 w 214"/>
                <a:gd name="T7" fmla="*/ 15 h 147"/>
                <a:gd name="T8" fmla="*/ 200 w 214"/>
                <a:gd name="T9" fmla="*/ 26 h 147"/>
                <a:gd name="T10" fmla="*/ 207 w 214"/>
                <a:gd name="T11" fmla="*/ 41 h 147"/>
                <a:gd name="T12" fmla="*/ 211 w 214"/>
                <a:gd name="T13" fmla="*/ 56 h 147"/>
                <a:gd name="T14" fmla="*/ 214 w 214"/>
                <a:gd name="T15" fmla="*/ 70 h 147"/>
                <a:gd name="T16" fmla="*/ 212 w 214"/>
                <a:gd name="T17" fmla="*/ 85 h 147"/>
                <a:gd name="T18" fmla="*/ 209 w 214"/>
                <a:gd name="T19" fmla="*/ 97 h 147"/>
                <a:gd name="T20" fmla="*/ 202 w 214"/>
                <a:gd name="T21" fmla="*/ 107 h 147"/>
                <a:gd name="T22" fmla="*/ 0 w 214"/>
                <a:gd name="T23" fmla="*/ 147 h 147"/>
                <a:gd name="T24" fmla="*/ 163 w 214"/>
                <a:gd name="T25" fmla="*/ 0 h 1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14" h="147">
                  <a:moveTo>
                    <a:pt x="163" y="0"/>
                  </a:moveTo>
                  <a:lnTo>
                    <a:pt x="174" y="0"/>
                  </a:lnTo>
                  <a:lnTo>
                    <a:pt x="184" y="6"/>
                  </a:lnTo>
                  <a:lnTo>
                    <a:pt x="193" y="15"/>
                  </a:lnTo>
                  <a:lnTo>
                    <a:pt x="200" y="26"/>
                  </a:lnTo>
                  <a:lnTo>
                    <a:pt x="207" y="41"/>
                  </a:lnTo>
                  <a:lnTo>
                    <a:pt x="211" y="56"/>
                  </a:lnTo>
                  <a:lnTo>
                    <a:pt x="214" y="70"/>
                  </a:lnTo>
                  <a:lnTo>
                    <a:pt x="212" y="85"/>
                  </a:lnTo>
                  <a:lnTo>
                    <a:pt x="209" y="97"/>
                  </a:lnTo>
                  <a:lnTo>
                    <a:pt x="202" y="107"/>
                  </a:lnTo>
                  <a:lnTo>
                    <a:pt x="0" y="147"/>
                  </a:lnTo>
                  <a:lnTo>
                    <a:pt x="163" y="0"/>
                  </a:lnTo>
                  <a:close/>
                </a:path>
              </a:pathLst>
            </a:custGeom>
            <a:solidFill>
              <a:schemeClr val="bg1"/>
            </a:solidFill>
            <a:ln w="0">
              <a:noFill/>
              <a:prstDash val="solid"/>
              <a:round/>
              <a:headEnd/>
              <a:tailEnd/>
            </a:ln>
          </p:spPr>
          <p:txBody>
            <a:bodyPr wrap="square" lIns="91440" tIns="45720" rIns="91440" bIns="45720" anchor="ctr">
              <a:noAutofit/>
            </a:bodyPr>
            <a:lstStyle/>
            <a:p>
              <a:pPr algn="ctr"/>
              <a:endParaRPr>
                <a:cs typeface="+mn-ea"/>
                <a:sym typeface="+mn-lt"/>
              </a:endParaRPr>
            </a:p>
          </p:txBody>
        </p:sp>
        <p:sp>
          <p:nvSpPr>
            <p:cNvPr id="31" name="任意多边形: 形状 30">
              <a:extLst>
                <a:ext uri="{FF2B5EF4-FFF2-40B4-BE49-F238E27FC236}">
                  <a16:creationId xmlns:a16="http://schemas.microsoft.com/office/drawing/2014/main" id="{D0D1EB8F-A69D-36EB-ED89-6E0E21A16142}"/>
                </a:ext>
              </a:extLst>
            </p:cNvPr>
            <p:cNvSpPr/>
            <p:nvPr/>
          </p:nvSpPr>
          <p:spPr bwMode="auto">
            <a:xfrm>
              <a:off x="9232705" y="3066170"/>
              <a:ext cx="20991" cy="31188"/>
            </a:xfrm>
            <a:custGeom>
              <a:avLst/>
              <a:gdLst>
                <a:gd name="T0" fmla="*/ 66 w 173"/>
                <a:gd name="T1" fmla="*/ 0 h 258"/>
                <a:gd name="T2" fmla="*/ 85 w 173"/>
                <a:gd name="T3" fmla="*/ 3 h 258"/>
                <a:gd name="T4" fmla="*/ 104 w 173"/>
                <a:gd name="T5" fmla="*/ 8 h 258"/>
                <a:gd name="T6" fmla="*/ 121 w 173"/>
                <a:gd name="T7" fmla="*/ 15 h 258"/>
                <a:gd name="T8" fmla="*/ 139 w 173"/>
                <a:gd name="T9" fmla="*/ 24 h 258"/>
                <a:gd name="T10" fmla="*/ 153 w 173"/>
                <a:gd name="T11" fmla="*/ 35 h 258"/>
                <a:gd name="T12" fmla="*/ 165 w 173"/>
                <a:gd name="T13" fmla="*/ 46 h 258"/>
                <a:gd name="T14" fmla="*/ 171 w 173"/>
                <a:gd name="T15" fmla="*/ 58 h 258"/>
                <a:gd name="T16" fmla="*/ 173 w 173"/>
                <a:gd name="T17" fmla="*/ 70 h 258"/>
                <a:gd name="T18" fmla="*/ 0 w 173"/>
                <a:gd name="T19" fmla="*/ 258 h 258"/>
                <a:gd name="T20" fmla="*/ 25 w 173"/>
                <a:gd name="T21" fmla="*/ 11 h 258"/>
                <a:gd name="T22" fmla="*/ 36 w 173"/>
                <a:gd name="T23" fmla="*/ 4 h 258"/>
                <a:gd name="T24" fmla="*/ 49 w 173"/>
                <a:gd name="T25" fmla="*/ 1 h 258"/>
                <a:gd name="T26" fmla="*/ 66 w 173"/>
                <a:gd name="T27" fmla="*/ 0 h 2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73" h="258">
                  <a:moveTo>
                    <a:pt x="66" y="0"/>
                  </a:moveTo>
                  <a:lnTo>
                    <a:pt x="85" y="3"/>
                  </a:lnTo>
                  <a:lnTo>
                    <a:pt x="104" y="8"/>
                  </a:lnTo>
                  <a:lnTo>
                    <a:pt x="121" y="15"/>
                  </a:lnTo>
                  <a:lnTo>
                    <a:pt x="139" y="24"/>
                  </a:lnTo>
                  <a:lnTo>
                    <a:pt x="153" y="35"/>
                  </a:lnTo>
                  <a:lnTo>
                    <a:pt x="165" y="46"/>
                  </a:lnTo>
                  <a:lnTo>
                    <a:pt x="171" y="58"/>
                  </a:lnTo>
                  <a:lnTo>
                    <a:pt x="173" y="70"/>
                  </a:lnTo>
                  <a:lnTo>
                    <a:pt x="0" y="258"/>
                  </a:lnTo>
                  <a:lnTo>
                    <a:pt x="25" y="11"/>
                  </a:lnTo>
                  <a:lnTo>
                    <a:pt x="36" y="4"/>
                  </a:lnTo>
                  <a:lnTo>
                    <a:pt x="49" y="1"/>
                  </a:lnTo>
                  <a:lnTo>
                    <a:pt x="66" y="0"/>
                  </a:lnTo>
                  <a:close/>
                </a:path>
              </a:pathLst>
            </a:custGeom>
            <a:solidFill>
              <a:schemeClr val="bg1"/>
            </a:solidFill>
            <a:ln w="0">
              <a:noFill/>
              <a:prstDash val="solid"/>
              <a:round/>
              <a:headEnd/>
              <a:tailEnd/>
            </a:ln>
          </p:spPr>
          <p:txBody>
            <a:bodyPr wrap="square" lIns="91440" tIns="45720" rIns="91440" bIns="45720" anchor="ctr">
              <a:noAutofit/>
            </a:bodyPr>
            <a:lstStyle/>
            <a:p>
              <a:pPr algn="ctr"/>
              <a:endParaRPr>
                <a:cs typeface="+mn-ea"/>
                <a:sym typeface="+mn-lt"/>
              </a:endParaRPr>
            </a:p>
          </p:txBody>
        </p:sp>
        <p:sp>
          <p:nvSpPr>
            <p:cNvPr id="32" name="任意多边形: 形状 31">
              <a:extLst>
                <a:ext uri="{FF2B5EF4-FFF2-40B4-BE49-F238E27FC236}">
                  <a16:creationId xmlns:a16="http://schemas.microsoft.com/office/drawing/2014/main" id="{87F8E8B7-91C7-E5B9-8FD6-6DCBF0872017}"/>
                </a:ext>
              </a:extLst>
            </p:cNvPr>
            <p:cNvSpPr/>
            <p:nvPr/>
          </p:nvSpPr>
          <p:spPr bwMode="auto">
            <a:xfrm>
              <a:off x="9205715" y="3056573"/>
              <a:ext cx="26390" cy="36586"/>
            </a:xfrm>
            <a:custGeom>
              <a:avLst/>
              <a:gdLst>
                <a:gd name="T0" fmla="*/ 170 w 219"/>
                <a:gd name="T1" fmla="*/ 0 h 305"/>
                <a:gd name="T2" fmla="*/ 189 w 219"/>
                <a:gd name="T3" fmla="*/ 2 h 305"/>
                <a:gd name="T4" fmla="*/ 204 w 219"/>
                <a:gd name="T5" fmla="*/ 6 h 305"/>
                <a:gd name="T6" fmla="*/ 216 w 219"/>
                <a:gd name="T7" fmla="*/ 14 h 305"/>
                <a:gd name="T8" fmla="*/ 219 w 219"/>
                <a:gd name="T9" fmla="*/ 305 h 305"/>
                <a:gd name="T10" fmla="*/ 0 w 219"/>
                <a:gd name="T11" fmla="*/ 80 h 305"/>
                <a:gd name="T12" fmla="*/ 3 w 219"/>
                <a:gd name="T13" fmla="*/ 68 h 305"/>
                <a:gd name="T14" fmla="*/ 11 w 219"/>
                <a:gd name="T15" fmla="*/ 55 h 305"/>
                <a:gd name="T16" fmla="*/ 24 w 219"/>
                <a:gd name="T17" fmla="*/ 44 h 305"/>
                <a:gd name="T18" fmla="*/ 41 w 219"/>
                <a:gd name="T19" fmla="*/ 33 h 305"/>
                <a:gd name="T20" fmla="*/ 61 w 219"/>
                <a:gd name="T21" fmla="*/ 25 h 305"/>
                <a:gd name="T22" fmla="*/ 82 w 219"/>
                <a:gd name="T23" fmla="*/ 16 h 305"/>
                <a:gd name="T24" fmla="*/ 104 w 219"/>
                <a:gd name="T25" fmla="*/ 9 h 305"/>
                <a:gd name="T26" fmla="*/ 127 w 219"/>
                <a:gd name="T27" fmla="*/ 4 h 305"/>
                <a:gd name="T28" fmla="*/ 149 w 219"/>
                <a:gd name="T29" fmla="*/ 0 h 305"/>
                <a:gd name="T30" fmla="*/ 170 w 219"/>
                <a:gd name="T31" fmla="*/ 0 h 3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19" h="305">
                  <a:moveTo>
                    <a:pt x="170" y="0"/>
                  </a:moveTo>
                  <a:lnTo>
                    <a:pt x="189" y="2"/>
                  </a:lnTo>
                  <a:lnTo>
                    <a:pt x="204" y="6"/>
                  </a:lnTo>
                  <a:lnTo>
                    <a:pt x="216" y="14"/>
                  </a:lnTo>
                  <a:lnTo>
                    <a:pt x="219" y="305"/>
                  </a:lnTo>
                  <a:lnTo>
                    <a:pt x="0" y="80"/>
                  </a:lnTo>
                  <a:lnTo>
                    <a:pt x="3" y="68"/>
                  </a:lnTo>
                  <a:lnTo>
                    <a:pt x="11" y="55"/>
                  </a:lnTo>
                  <a:lnTo>
                    <a:pt x="24" y="44"/>
                  </a:lnTo>
                  <a:lnTo>
                    <a:pt x="41" y="33"/>
                  </a:lnTo>
                  <a:lnTo>
                    <a:pt x="61" y="25"/>
                  </a:lnTo>
                  <a:lnTo>
                    <a:pt x="82" y="16"/>
                  </a:lnTo>
                  <a:lnTo>
                    <a:pt x="104" y="9"/>
                  </a:lnTo>
                  <a:lnTo>
                    <a:pt x="127" y="4"/>
                  </a:lnTo>
                  <a:lnTo>
                    <a:pt x="149" y="0"/>
                  </a:lnTo>
                  <a:lnTo>
                    <a:pt x="170" y="0"/>
                  </a:lnTo>
                  <a:close/>
                </a:path>
              </a:pathLst>
            </a:custGeom>
            <a:solidFill>
              <a:schemeClr val="bg1"/>
            </a:solidFill>
            <a:ln w="0">
              <a:noFill/>
              <a:prstDash val="solid"/>
              <a:round/>
              <a:headEnd/>
              <a:tailEnd/>
            </a:ln>
          </p:spPr>
          <p:txBody>
            <a:bodyPr wrap="square" lIns="91440" tIns="45720" rIns="91440" bIns="45720" anchor="ctr">
              <a:noAutofit/>
            </a:bodyPr>
            <a:lstStyle/>
            <a:p>
              <a:pPr algn="ctr"/>
              <a:endParaRPr>
                <a:cs typeface="+mn-ea"/>
                <a:sym typeface="+mn-lt"/>
              </a:endParaRPr>
            </a:p>
          </p:txBody>
        </p:sp>
        <p:sp>
          <p:nvSpPr>
            <p:cNvPr id="33" name="任意多边形: 形状 32">
              <a:extLst>
                <a:ext uri="{FF2B5EF4-FFF2-40B4-BE49-F238E27FC236}">
                  <a16:creationId xmlns:a16="http://schemas.microsoft.com/office/drawing/2014/main" id="{FD49371F-4AC9-7601-3CF9-17A0D06EBF71}"/>
                </a:ext>
              </a:extLst>
            </p:cNvPr>
            <p:cNvSpPr/>
            <p:nvPr/>
          </p:nvSpPr>
          <p:spPr bwMode="auto">
            <a:xfrm>
              <a:off x="9170929" y="3061972"/>
              <a:ext cx="56377" cy="28788"/>
            </a:xfrm>
            <a:custGeom>
              <a:avLst/>
              <a:gdLst>
                <a:gd name="T0" fmla="*/ 175 w 468"/>
                <a:gd name="T1" fmla="*/ 0 h 239"/>
                <a:gd name="T2" fmla="*/ 468 w 468"/>
                <a:gd name="T3" fmla="*/ 239 h 239"/>
                <a:gd name="T4" fmla="*/ 11 w 468"/>
                <a:gd name="T5" fmla="*/ 220 h 239"/>
                <a:gd name="T6" fmla="*/ 3 w 468"/>
                <a:gd name="T7" fmla="*/ 209 h 239"/>
                <a:gd name="T8" fmla="*/ 0 w 468"/>
                <a:gd name="T9" fmla="*/ 196 h 239"/>
                <a:gd name="T10" fmla="*/ 1 w 468"/>
                <a:gd name="T11" fmla="*/ 181 h 239"/>
                <a:gd name="T12" fmla="*/ 5 w 468"/>
                <a:gd name="T13" fmla="*/ 163 h 239"/>
                <a:gd name="T14" fmla="*/ 12 w 468"/>
                <a:gd name="T15" fmla="*/ 143 h 239"/>
                <a:gd name="T16" fmla="*/ 23 w 468"/>
                <a:gd name="T17" fmla="*/ 124 h 239"/>
                <a:gd name="T18" fmla="*/ 36 w 468"/>
                <a:gd name="T19" fmla="*/ 103 h 239"/>
                <a:gd name="T20" fmla="*/ 50 w 468"/>
                <a:gd name="T21" fmla="*/ 83 h 239"/>
                <a:gd name="T22" fmla="*/ 67 w 468"/>
                <a:gd name="T23" fmla="*/ 64 h 239"/>
                <a:gd name="T24" fmla="*/ 85 w 468"/>
                <a:gd name="T25" fmla="*/ 47 h 239"/>
                <a:gd name="T26" fmla="*/ 103 w 468"/>
                <a:gd name="T27" fmla="*/ 30 h 239"/>
                <a:gd name="T28" fmla="*/ 121 w 468"/>
                <a:gd name="T29" fmla="*/ 18 h 239"/>
                <a:gd name="T30" fmla="*/ 140 w 468"/>
                <a:gd name="T31" fmla="*/ 8 h 239"/>
                <a:gd name="T32" fmla="*/ 158 w 468"/>
                <a:gd name="T33" fmla="*/ 1 h 239"/>
                <a:gd name="T34" fmla="*/ 175 w 468"/>
                <a:gd name="T35" fmla="*/ 0 h 2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468" h="239">
                  <a:moveTo>
                    <a:pt x="175" y="0"/>
                  </a:moveTo>
                  <a:lnTo>
                    <a:pt x="468" y="239"/>
                  </a:lnTo>
                  <a:lnTo>
                    <a:pt x="11" y="220"/>
                  </a:lnTo>
                  <a:lnTo>
                    <a:pt x="3" y="209"/>
                  </a:lnTo>
                  <a:lnTo>
                    <a:pt x="0" y="196"/>
                  </a:lnTo>
                  <a:lnTo>
                    <a:pt x="1" y="181"/>
                  </a:lnTo>
                  <a:lnTo>
                    <a:pt x="5" y="163"/>
                  </a:lnTo>
                  <a:lnTo>
                    <a:pt x="12" y="143"/>
                  </a:lnTo>
                  <a:lnTo>
                    <a:pt x="23" y="124"/>
                  </a:lnTo>
                  <a:lnTo>
                    <a:pt x="36" y="103"/>
                  </a:lnTo>
                  <a:lnTo>
                    <a:pt x="50" y="83"/>
                  </a:lnTo>
                  <a:lnTo>
                    <a:pt x="67" y="64"/>
                  </a:lnTo>
                  <a:lnTo>
                    <a:pt x="85" y="47"/>
                  </a:lnTo>
                  <a:lnTo>
                    <a:pt x="103" y="30"/>
                  </a:lnTo>
                  <a:lnTo>
                    <a:pt x="121" y="18"/>
                  </a:lnTo>
                  <a:lnTo>
                    <a:pt x="140" y="8"/>
                  </a:lnTo>
                  <a:lnTo>
                    <a:pt x="158" y="1"/>
                  </a:lnTo>
                  <a:lnTo>
                    <a:pt x="175" y="0"/>
                  </a:lnTo>
                  <a:close/>
                </a:path>
              </a:pathLst>
            </a:custGeom>
            <a:solidFill>
              <a:schemeClr val="bg1"/>
            </a:solidFill>
            <a:ln w="0">
              <a:noFill/>
              <a:prstDash val="solid"/>
              <a:round/>
              <a:headEnd/>
              <a:tailEnd/>
            </a:ln>
          </p:spPr>
          <p:txBody>
            <a:bodyPr wrap="square" lIns="91440" tIns="45720" rIns="91440" bIns="45720" anchor="ctr">
              <a:noAutofit/>
            </a:bodyPr>
            <a:lstStyle/>
            <a:p>
              <a:pPr algn="ctr"/>
              <a:endParaRPr dirty="0">
                <a:cs typeface="+mn-ea"/>
                <a:sym typeface="+mn-lt"/>
              </a:endParaRPr>
            </a:p>
          </p:txBody>
        </p:sp>
        <p:sp>
          <p:nvSpPr>
            <p:cNvPr id="34" name="任意多边形: 形状 33">
              <a:extLst>
                <a:ext uri="{FF2B5EF4-FFF2-40B4-BE49-F238E27FC236}">
                  <a16:creationId xmlns:a16="http://schemas.microsoft.com/office/drawing/2014/main" id="{2329424A-17A3-6AA1-0D50-15BF38439C6D}"/>
                </a:ext>
              </a:extLst>
            </p:cNvPr>
            <p:cNvSpPr/>
            <p:nvPr/>
          </p:nvSpPr>
          <p:spPr bwMode="auto">
            <a:xfrm>
              <a:off x="9147539" y="3091960"/>
              <a:ext cx="71971" cy="40184"/>
            </a:xfrm>
            <a:custGeom>
              <a:avLst/>
              <a:gdLst>
                <a:gd name="T0" fmla="*/ 598 w 598"/>
                <a:gd name="T1" fmla="*/ 0 h 336"/>
                <a:gd name="T2" fmla="*/ 95 w 598"/>
                <a:gd name="T3" fmla="*/ 336 h 336"/>
                <a:gd name="T4" fmla="*/ 77 w 598"/>
                <a:gd name="T5" fmla="*/ 333 h 336"/>
                <a:gd name="T6" fmla="*/ 59 w 598"/>
                <a:gd name="T7" fmla="*/ 325 h 336"/>
                <a:gd name="T8" fmla="*/ 45 w 598"/>
                <a:gd name="T9" fmla="*/ 311 h 336"/>
                <a:gd name="T10" fmla="*/ 32 w 598"/>
                <a:gd name="T11" fmla="*/ 293 h 336"/>
                <a:gd name="T12" fmla="*/ 21 w 598"/>
                <a:gd name="T13" fmla="*/ 271 h 336"/>
                <a:gd name="T14" fmla="*/ 12 w 598"/>
                <a:gd name="T15" fmla="*/ 247 h 336"/>
                <a:gd name="T16" fmla="*/ 5 w 598"/>
                <a:gd name="T17" fmla="*/ 219 h 336"/>
                <a:gd name="T18" fmla="*/ 1 w 598"/>
                <a:gd name="T19" fmla="*/ 192 h 336"/>
                <a:gd name="T20" fmla="*/ 0 w 598"/>
                <a:gd name="T21" fmla="*/ 163 h 336"/>
                <a:gd name="T22" fmla="*/ 0 w 598"/>
                <a:gd name="T23" fmla="*/ 134 h 336"/>
                <a:gd name="T24" fmla="*/ 4 w 598"/>
                <a:gd name="T25" fmla="*/ 107 h 336"/>
                <a:gd name="T26" fmla="*/ 11 w 598"/>
                <a:gd name="T27" fmla="*/ 83 h 336"/>
                <a:gd name="T28" fmla="*/ 21 w 598"/>
                <a:gd name="T29" fmla="*/ 60 h 336"/>
                <a:gd name="T30" fmla="*/ 34 w 598"/>
                <a:gd name="T31" fmla="*/ 41 h 336"/>
                <a:gd name="T32" fmla="*/ 49 w 598"/>
                <a:gd name="T33" fmla="*/ 27 h 336"/>
                <a:gd name="T34" fmla="*/ 598 w 598"/>
                <a:gd name="T35" fmla="*/ 0 h 3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598" h="336">
                  <a:moveTo>
                    <a:pt x="598" y="0"/>
                  </a:moveTo>
                  <a:lnTo>
                    <a:pt x="95" y="336"/>
                  </a:lnTo>
                  <a:lnTo>
                    <a:pt x="77" y="333"/>
                  </a:lnTo>
                  <a:lnTo>
                    <a:pt x="59" y="325"/>
                  </a:lnTo>
                  <a:lnTo>
                    <a:pt x="45" y="311"/>
                  </a:lnTo>
                  <a:lnTo>
                    <a:pt x="32" y="293"/>
                  </a:lnTo>
                  <a:lnTo>
                    <a:pt x="21" y="271"/>
                  </a:lnTo>
                  <a:lnTo>
                    <a:pt x="12" y="247"/>
                  </a:lnTo>
                  <a:lnTo>
                    <a:pt x="5" y="219"/>
                  </a:lnTo>
                  <a:lnTo>
                    <a:pt x="1" y="192"/>
                  </a:lnTo>
                  <a:lnTo>
                    <a:pt x="0" y="163"/>
                  </a:lnTo>
                  <a:lnTo>
                    <a:pt x="0" y="134"/>
                  </a:lnTo>
                  <a:lnTo>
                    <a:pt x="4" y="107"/>
                  </a:lnTo>
                  <a:lnTo>
                    <a:pt x="11" y="83"/>
                  </a:lnTo>
                  <a:lnTo>
                    <a:pt x="21" y="60"/>
                  </a:lnTo>
                  <a:lnTo>
                    <a:pt x="34" y="41"/>
                  </a:lnTo>
                  <a:lnTo>
                    <a:pt x="49" y="27"/>
                  </a:lnTo>
                  <a:lnTo>
                    <a:pt x="598" y="0"/>
                  </a:lnTo>
                  <a:close/>
                </a:path>
              </a:pathLst>
            </a:custGeom>
            <a:solidFill>
              <a:schemeClr val="bg1"/>
            </a:solidFill>
            <a:ln w="0">
              <a:noFill/>
              <a:prstDash val="solid"/>
              <a:round/>
              <a:headEnd/>
              <a:tailEnd/>
            </a:ln>
          </p:spPr>
          <p:txBody>
            <a:bodyPr wrap="square" lIns="91440" tIns="45720" rIns="91440" bIns="45720" anchor="ctr">
              <a:noAutofit/>
            </a:bodyPr>
            <a:lstStyle/>
            <a:p>
              <a:pPr algn="ctr"/>
              <a:endParaRPr>
                <a:cs typeface="+mn-ea"/>
                <a:sym typeface="+mn-lt"/>
              </a:endParaRPr>
            </a:p>
          </p:txBody>
        </p:sp>
        <p:sp>
          <p:nvSpPr>
            <p:cNvPr id="35" name="任意多边形: 形状 34">
              <a:extLst>
                <a:ext uri="{FF2B5EF4-FFF2-40B4-BE49-F238E27FC236}">
                  <a16:creationId xmlns:a16="http://schemas.microsoft.com/office/drawing/2014/main" id="{470FFF02-A497-0FD5-7B66-C6783225B098}"/>
                </a:ext>
              </a:extLst>
            </p:cNvPr>
            <p:cNvSpPr/>
            <p:nvPr/>
          </p:nvSpPr>
          <p:spPr bwMode="auto">
            <a:xfrm>
              <a:off x="9145739" y="3099157"/>
              <a:ext cx="66572" cy="82167"/>
            </a:xfrm>
            <a:custGeom>
              <a:avLst/>
              <a:gdLst>
                <a:gd name="T0" fmla="*/ 557 w 557"/>
                <a:gd name="T1" fmla="*/ 0 h 684"/>
                <a:gd name="T2" fmla="*/ 359 w 557"/>
                <a:gd name="T3" fmla="*/ 665 h 684"/>
                <a:gd name="T4" fmla="*/ 341 w 557"/>
                <a:gd name="T5" fmla="*/ 676 h 684"/>
                <a:gd name="T6" fmla="*/ 319 w 557"/>
                <a:gd name="T7" fmla="*/ 683 h 684"/>
                <a:gd name="T8" fmla="*/ 296 w 557"/>
                <a:gd name="T9" fmla="*/ 684 h 684"/>
                <a:gd name="T10" fmla="*/ 270 w 557"/>
                <a:gd name="T11" fmla="*/ 683 h 684"/>
                <a:gd name="T12" fmla="*/ 242 w 557"/>
                <a:gd name="T13" fmla="*/ 677 h 684"/>
                <a:gd name="T14" fmla="*/ 215 w 557"/>
                <a:gd name="T15" fmla="*/ 670 h 684"/>
                <a:gd name="T16" fmla="*/ 186 w 557"/>
                <a:gd name="T17" fmla="*/ 657 h 684"/>
                <a:gd name="T18" fmla="*/ 158 w 557"/>
                <a:gd name="T19" fmla="*/ 644 h 684"/>
                <a:gd name="T20" fmla="*/ 131 w 557"/>
                <a:gd name="T21" fmla="*/ 629 h 684"/>
                <a:gd name="T22" fmla="*/ 104 w 557"/>
                <a:gd name="T23" fmla="*/ 610 h 684"/>
                <a:gd name="T24" fmla="*/ 80 w 557"/>
                <a:gd name="T25" fmla="*/ 591 h 684"/>
                <a:gd name="T26" fmla="*/ 57 w 557"/>
                <a:gd name="T27" fmla="*/ 572 h 684"/>
                <a:gd name="T28" fmla="*/ 39 w 557"/>
                <a:gd name="T29" fmla="*/ 550 h 684"/>
                <a:gd name="T30" fmla="*/ 22 w 557"/>
                <a:gd name="T31" fmla="*/ 529 h 684"/>
                <a:gd name="T32" fmla="*/ 10 w 557"/>
                <a:gd name="T33" fmla="*/ 507 h 684"/>
                <a:gd name="T34" fmla="*/ 2 w 557"/>
                <a:gd name="T35" fmla="*/ 485 h 684"/>
                <a:gd name="T36" fmla="*/ 0 w 557"/>
                <a:gd name="T37" fmla="*/ 464 h 684"/>
                <a:gd name="T38" fmla="*/ 3 w 557"/>
                <a:gd name="T39" fmla="*/ 444 h 684"/>
                <a:gd name="T40" fmla="*/ 557 w 557"/>
                <a:gd name="T41" fmla="*/ 0 h 6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57" h="684">
                  <a:moveTo>
                    <a:pt x="557" y="0"/>
                  </a:moveTo>
                  <a:lnTo>
                    <a:pt x="359" y="665"/>
                  </a:lnTo>
                  <a:lnTo>
                    <a:pt x="341" y="676"/>
                  </a:lnTo>
                  <a:lnTo>
                    <a:pt x="319" y="683"/>
                  </a:lnTo>
                  <a:lnTo>
                    <a:pt x="296" y="684"/>
                  </a:lnTo>
                  <a:lnTo>
                    <a:pt x="270" y="683"/>
                  </a:lnTo>
                  <a:lnTo>
                    <a:pt x="242" y="677"/>
                  </a:lnTo>
                  <a:lnTo>
                    <a:pt x="215" y="670"/>
                  </a:lnTo>
                  <a:lnTo>
                    <a:pt x="186" y="657"/>
                  </a:lnTo>
                  <a:lnTo>
                    <a:pt x="158" y="644"/>
                  </a:lnTo>
                  <a:lnTo>
                    <a:pt x="131" y="629"/>
                  </a:lnTo>
                  <a:lnTo>
                    <a:pt x="104" y="610"/>
                  </a:lnTo>
                  <a:lnTo>
                    <a:pt x="80" y="591"/>
                  </a:lnTo>
                  <a:lnTo>
                    <a:pt x="57" y="572"/>
                  </a:lnTo>
                  <a:lnTo>
                    <a:pt x="39" y="550"/>
                  </a:lnTo>
                  <a:lnTo>
                    <a:pt x="22" y="529"/>
                  </a:lnTo>
                  <a:lnTo>
                    <a:pt x="10" y="507"/>
                  </a:lnTo>
                  <a:lnTo>
                    <a:pt x="2" y="485"/>
                  </a:lnTo>
                  <a:lnTo>
                    <a:pt x="0" y="464"/>
                  </a:lnTo>
                  <a:lnTo>
                    <a:pt x="3" y="444"/>
                  </a:lnTo>
                  <a:lnTo>
                    <a:pt x="557" y="0"/>
                  </a:lnTo>
                  <a:close/>
                </a:path>
              </a:pathLst>
            </a:custGeom>
            <a:solidFill>
              <a:schemeClr val="bg1"/>
            </a:solidFill>
            <a:ln w="0">
              <a:noFill/>
              <a:prstDash val="solid"/>
              <a:round/>
              <a:headEnd/>
              <a:tailEnd/>
            </a:ln>
          </p:spPr>
          <p:txBody>
            <a:bodyPr wrap="square" lIns="91440" tIns="45720" rIns="91440" bIns="45720" anchor="ctr">
              <a:noAutofit/>
            </a:bodyPr>
            <a:lstStyle/>
            <a:p>
              <a:pPr algn="ctr"/>
              <a:endParaRPr dirty="0">
                <a:cs typeface="+mn-ea"/>
                <a:sym typeface="+mn-lt"/>
              </a:endParaRPr>
            </a:p>
          </p:txBody>
        </p:sp>
        <p:sp>
          <p:nvSpPr>
            <p:cNvPr id="36" name="任意多边形: 形状 35">
              <a:extLst>
                <a:ext uri="{FF2B5EF4-FFF2-40B4-BE49-F238E27FC236}">
                  <a16:creationId xmlns:a16="http://schemas.microsoft.com/office/drawing/2014/main" id="{28EF1269-4F32-87B9-60E1-B489C1B847A3}"/>
                </a:ext>
              </a:extLst>
            </p:cNvPr>
            <p:cNvSpPr/>
            <p:nvPr/>
          </p:nvSpPr>
          <p:spPr bwMode="auto">
            <a:xfrm>
              <a:off x="9194919" y="3110552"/>
              <a:ext cx="71971" cy="103158"/>
            </a:xfrm>
            <a:custGeom>
              <a:avLst/>
              <a:gdLst>
                <a:gd name="T0" fmla="*/ 145 w 598"/>
                <a:gd name="T1" fmla="*/ 0 h 859"/>
                <a:gd name="T2" fmla="*/ 598 w 598"/>
                <a:gd name="T3" fmla="*/ 706 h 859"/>
                <a:gd name="T4" fmla="*/ 591 w 598"/>
                <a:gd name="T5" fmla="*/ 726 h 859"/>
                <a:gd name="T6" fmla="*/ 578 w 598"/>
                <a:gd name="T7" fmla="*/ 745 h 859"/>
                <a:gd name="T8" fmla="*/ 560 w 598"/>
                <a:gd name="T9" fmla="*/ 763 h 859"/>
                <a:gd name="T10" fmla="*/ 538 w 598"/>
                <a:gd name="T11" fmla="*/ 779 h 859"/>
                <a:gd name="T12" fmla="*/ 511 w 598"/>
                <a:gd name="T13" fmla="*/ 794 h 859"/>
                <a:gd name="T14" fmla="*/ 482 w 598"/>
                <a:gd name="T15" fmla="*/ 808 h 859"/>
                <a:gd name="T16" fmla="*/ 449 w 598"/>
                <a:gd name="T17" fmla="*/ 820 h 859"/>
                <a:gd name="T18" fmla="*/ 414 w 598"/>
                <a:gd name="T19" fmla="*/ 831 h 859"/>
                <a:gd name="T20" fmla="*/ 376 w 598"/>
                <a:gd name="T21" fmla="*/ 841 h 859"/>
                <a:gd name="T22" fmla="*/ 339 w 598"/>
                <a:gd name="T23" fmla="*/ 848 h 859"/>
                <a:gd name="T24" fmla="*/ 300 w 598"/>
                <a:gd name="T25" fmla="*/ 854 h 859"/>
                <a:gd name="T26" fmla="*/ 261 w 598"/>
                <a:gd name="T27" fmla="*/ 858 h 859"/>
                <a:gd name="T28" fmla="*/ 222 w 598"/>
                <a:gd name="T29" fmla="*/ 859 h 859"/>
                <a:gd name="T30" fmla="*/ 185 w 598"/>
                <a:gd name="T31" fmla="*/ 859 h 859"/>
                <a:gd name="T32" fmla="*/ 149 w 598"/>
                <a:gd name="T33" fmla="*/ 858 h 859"/>
                <a:gd name="T34" fmla="*/ 115 w 598"/>
                <a:gd name="T35" fmla="*/ 854 h 859"/>
                <a:gd name="T36" fmla="*/ 85 w 598"/>
                <a:gd name="T37" fmla="*/ 847 h 859"/>
                <a:gd name="T38" fmla="*/ 57 w 598"/>
                <a:gd name="T39" fmla="*/ 837 h 859"/>
                <a:gd name="T40" fmla="*/ 33 w 598"/>
                <a:gd name="T41" fmla="*/ 826 h 859"/>
                <a:gd name="T42" fmla="*/ 14 w 598"/>
                <a:gd name="T43" fmla="*/ 812 h 859"/>
                <a:gd name="T44" fmla="*/ 0 w 598"/>
                <a:gd name="T45" fmla="*/ 796 h 859"/>
                <a:gd name="T46" fmla="*/ 145 w 598"/>
                <a:gd name="T47" fmla="*/ 0 h 8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598" h="859">
                  <a:moveTo>
                    <a:pt x="145" y="0"/>
                  </a:moveTo>
                  <a:lnTo>
                    <a:pt x="598" y="706"/>
                  </a:lnTo>
                  <a:lnTo>
                    <a:pt x="591" y="726"/>
                  </a:lnTo>
                  <a:lnTo>
                    <a:pt x="578" y="745"/>
                  </a:lnTo>
                  <a:lnTo>
                    <a:pt x="560" y="763"/>
                  </a:lnTo>
                  <a:lnTo>
                    <a:pt x="538" y="779"/>
                  </a:lnTo>
                  <a:lnTo>
                    <a:pt x="511" y="794"/>
                  </a:lnTo>
                  <a:lnTo>
                    <a:pt x="482" y="808"/>
                  </a:lnTo>
                  <a:lnTo>
                    <a:pt x="449" y="820"/>
                  </a:lnTo>
                  <a:lnTo>
                    <a:pt x="414" y="831"/>
                  </a:lnTo>
                  <a:lnTo>
                    <a:pt x="376" y="841"/>
                  </a:lnTo>
                  <a:lnTo>
                    <a:pt x="339" y="848"/>
                  </a:lnTo>
                  <a:lnTo>
                    <a:pt x="300" y="854"/>
                  </a:lnTo>
                  <a:lnTo>
                    <a:pt x="261" y="858"/>
                  </a:lnTo>
                  <a:lnTo>
                    <a:pt x="222" y="859"/>
                  </a:lnTo>
                  <a:lnTo>
                    <a:pt x="185" y="859"/>
                  </a:lnTo>
                  <a:lnTo>
                    <a:pt x="149" y="858"/>
                  </a:lnTo>
                  <a:lnTo>
                    <a:pt x="115" y="854"/>
                  </a:lnTo>
                  <a:lnTo>
                    <a:pt x="85" y="847"/>
                  </a:lnTo>
                  <a:lnTo>
                    <a:pt x="57" y="837"/>
                  </a:lnTo>
                  <a:lnTo>
                    <a:pt x="33" y="826"/>
                  </a:lnTo>
                  <a:lnTo>
                    <a:pt x="14" y="812"/>
                  </a:lnTo>
                  <a:lnTo>
                    <a:pt x="0" y="796"/>
                  </a:lnTo>
                  <a:lnTo>
                    <a:pt x="145" y="0"/>
                  </a:lnTo>
                  <a:close/>
                </a:path>
              </a:pathLst>
            </a:custGeom>
            <a:solidFill>
              <a:schemeClr val="bg1"/>
            </a:solidFill>
            <a:ln w="0">
              <a:noFill/>
              <a:prstDash val="solid"/>
              <a:round/>
              <a:headEnd/>
              <a:tailEnd/>
            </a:ln>
          </p:spPr>
          <p:txBody>
            <a:bodyPr wrap="square" lIns="91440" tIns="45720" rIns="91440" bIns="45720" anchor="ctr">
              <a:noAutofit/>
            </a:bodyPr>
            <a:lstStyle/>
            <a:p>
              <a:pPr algn="ctr"/>
              <a:endParaRPr>
                <a:cs typeface="+mn-ea"/>
                <a:sym typeface="+mn-lt"/>
              </a:endParaRPr>
            </a:p>
          </p:txBody>
        </p:sp>
        <p:sp>
          <p:nvSpPr>
            <p:cNvPr id="37" name="任意多边形: 形状 36">
              <a:extLst>
                <a:ext uri="{FF2B5EF4-FFF2-40B4-BE49-F238E27FC236}">
                  <a16:creationId xmlns:a16="http://schemas.microsoft.com/office/drawing/2014/main" id="{EB4EF7D9-87F0-A8CA-7648-168409F5493F}"/>
                </a:ext>
              </a:extLst>
            </p:cNvPr>
            <p:cNvSpPr/>
            <p:nvPr/>
          </p:nvSpPr>
          <p:spPr bwMode="auto">
            <a:xfrm>
              <a:off x="9223707" y="3120148"/>
              <a:ext cx="143940" cy="92962"/>
            </a:xfrm>
            <a:custGeom>
              <a:avLst/>
              <a:gdLst>
                <a:gd name="T0" fmla="*/ 0 w 1200"/>
                <a:gd name="T1" fmla="*/ 0 h 776"/>
                <a:gd name="T2" fmla="*/ 1183 w 1200"/>
                <a:gd name="T3" fmla="*/ 239 h 776"/>
                <a:gd name="T4" fmla="*/ 1194 w 1200"/>
                <a:gd name="T5" fmla="*/ 257 h 776"/>
                <a:gd name="T6" fmla="*/ 1199 w 1200"/>
                <a:gd name="T7" fmla="*/ 278 h 776"/>
                <a:gd name="T8" fmla="*/ 1200 w 1200"/>
                <a:gd name="T9" fmla="*/ 301 h 776"/>
                <a:gd name="T10" fmla="*/ 1197 w 1200"/>
                <a:gd name="T11" fmla="*/ 325 h 776"/>
                <a:gd name="T12" fmla="*/ 1189 w 1200"/>
                <a:gd name="T13" fmla="*/ 351 h 776"/>
                <a:gd name="T14" fmla="*/ 1178 w 1200"/>
                <a:gd name="T15" fmla="*/ 380 h 776"/>
                <a:gd name="T16" fmla="*/ 1164 w 1200"/>
                <a:gd name="T17" fmla="*/ 409 h 776"/>
                <a:gd name="T18" fmla="*/ 1145 w 1200"/>
                <a:gd name="T19" fmla="*/ 438 h 776"/>
                <a:gd name="T20" fmla="*/ 1124 w 1200"/>
                <a:gd name="T21" fmla="*/ 469 h 776"/>
                <a:gd name="T22" fmla="*/ 1101 w 1200"/>
                <a:gd name="T23" fmla="*/ 499 h 776"/>
                <a:gd name="T24" fmla="*/ 1074 w 1200"/>
                <a:gd name="T25" fmla="*/ 530 h 776"/>
                <a:gd name="T26" fmla="*/ 1046 w 1200"/>
                <a:gd name="T27" fmla="*/ 559 h 776"/>
                <a:gd name="T28" fmla="*/ 1017 w 1200"/>
                <a:gd name="T29" fmla="*/ 589 h 776"/>
                <a:gd name="T30" fmla="*/ 986 w 1200"/>
                <a:gd name="T31" fmla="*/ 616 h 776"/>
                <a:gd name="T32" fmla="*/ 953 w 1200"/>
                <a:gd name="T33" fmla="*/ 644 h 776"/>
                <a:gd name="T34" fmla="*/ 920 w 1200"/>
                <a:gd name="T35" fmla="*/ 669 h 776"/>
                <a:gd name="T36" fmla="*/ 887 w 1200"/>
                <a:gd name="T37" fmla="*/ 692 h 776"/>
                <a:gd name="T38" fmla="*/ 854 w 1200"/>
                <a:gd name="T39" fmla="*/ 713 h 776"/>
                <a:gd name="T40" fmla="*/ 819 w 1200"/>
                <a:gd name="T41" fmla="*/ 732 h 776"/>
                <a:gd name="T42" fmla="*/ 786 w 1200"/>
                <a:gd name="T43" fmla="*/ 747 h 776"/>
                <a:gd name="T44" fmla="*/ 754 w 1200"/>
                <a:gd name="T45" fmla="*/ 761 h 776"/>
                <a:gd name="T46" fmla="*/ 723 w 1200"/>
                <a:gd name="T47" fmla="*/ 769 h 776"/>
                <a:gd name="T48" fmla="*/ 693 w 1200"/>
                <a:gd name="T49" fmla="*/ 775 h 776"/>
                <a:gd name="T50" fmla="*/ 664 w 1200"/>
                <a:gd name="T51" fmla="*/ 776 h 776"/>
                <a:gd name="T52" fmla="*/ 639 w 1200"/>
                <a:gd name="T53" fmla="*/ 774 h 776"/>
                <a:gd name="T54" fmla="*/ 0 w 1200"/>
                <a:gd name="T55" fmla="*/ 0 h 7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1200" h="776">
                  <a:moveTo>
                    <a:pt x="0" y="0"/>
                  </a:moveTo>
                  <a:lnTo>
                    <a:pt x="1183" y="239"/>
                  </a:lnTo>
                  <a:lnTo>
                    <a:pt x="1194" y="257"/>
                  </a:lnTo>
                  <a:lnTo>
                    <a:pt x="1199" y="278"/>
                  </a:lnTo>
                  <a:lnTo>
                    <a:pt x="1200" y="301"/>
                  </a:lnTo>
                  <a:lnTo>
                    <a:pt x="1197" y="325"/>
                  </a:lnTo>
                  <a:lnTo>
                    <a:pt x="1189" y="351"/>
                  </a:lnTo>
                  <a:lnTo>
                    <a:pt x="1178" y="380"/>
                  </a:lnTo>
                  <a:lnTo>
                    <a:pt x="1164" y="409"/>
                  </a:lnTo>
                  <a:lnTo>
                    <a:pt x="1145" y="438"/>
                  </a:lnTo>
                  <a:lnTo>
                    <a:pt x="1124" y="469"/>
                  </a:lnTo>
                  <a:lnTo>
                    <a:pt x="1101" y="499"/>
                  </a:lnTo>
                  <a:lnTo>
                    <a:pt x="1074" y="530"/>
                  </a:lnTo>
                  <a:lnTo>
                    <a:pt x="1046" y="559"/>
                  </a:lnTo>
                  <a:lnTo>
                    <a:pt x="1017" y="589"/>
                  </a:lnTo>
                  <a:lnTo>
                    <a:pt x="986" y="616"/>
                  </a:lnTo>
                  <a:lnTo>
                    <a:pt x="953" y="644"/>
                  </a:lnTo>
                  <a:lnTo>
                    <a:pt x="920" y="669"/>
                  </a:lnTo>
                  <a:lnTo>
                    <a:pt x="887" y="692"/>
                  </a:lnTo>
                  <a:lnTo>
                    <a:pt x="854" y="713"/>
                  </a:lnTo>
                  <a:lnTo>
                    <a:pt x="819" y="732"/>
                  </a:lnTo>
                  <a:lnTo>
                    <a:pt x="786" y="747"/>
                  </a:lnTo>
                  <a:lnTo>
                    <a:pt x="754" y="761"/>
                  </a:lnTo>
                  <a:lnTo>
                    <a:pt x="723" y="769"/>
                  </a:lnTo>
                  <a:lnTo>
                    <a:pt x="693" y="775"/>
                  </a:lnTo>
                  <a:lnTo>
                    <a:pt x="664" y="776"/>
                  </a:lnTo>
                  <a:lnTo>
                    <a:pt x="639" y="774"/>
                  </a:lnTo>
                  <a:lnTo>
                    <a:pt x="0" y="0"/>
                  </a:lnTo>
                  <a:close/>
                </a:path>
              </a:pathLst>
            </a:custGeom>
            <a:solidFill>
              <a:schemeClr val="bg1"/>
            </a:solidFill>
            <a:ln w="0">
              <a:noFill/>
              <a:prstDash val="solid"/>
              <a:round/>
              <a:headEnd/>
              <a:tailEnd/>
            </a:ln>
          </p:spPr>
          <p:txBody>
            <a:bodyPr wrap="square" lIns="91440" tIns="45720" rIns="91440" bIns="45720" anchor="ctr">
              <a:noAutofit/>
            </a:bodyPr>
            <a:lstStyle/>
            <a:p>
              <a:pPr algn="ctr"/>
              <a:endParaRPr>
                <a:cs typeface="+mn-ea"/>
                <a:sym typeface="+mn-lt"/>
              </a:endParaRPr>
            </a:p>
          </p:txBody>
        </p:sp>
        <p:sp>
          <p:nvSpPr>
            <p:cNvPr id="38" name="任意多边形: 形状 37">
              <a:extLst>
                <a:ext uri="{FF2B5EF4-FFF2-40B4-BE49-F238E27FC236}">
                  <a16:creationId xmlns:a16="http://schemas.microsoft.com/office/drawing/2014/main" id="{BFD3B272-1587-FFC4-A8DB-1585F5A6FC06}"/>
                </a:ext>
              </a:extLst>
            </p:cNvPr>
            <p:cNvSpPr/>
            <p:nvPr/>
          </p:nvSpPr>
          <p:spPr bwMode="auto">
            <a:xfrm>
              <a:off x="9244699" y="3033783"/>
              <a:ext cx="199719" cy="103758"/>
            </a:xfrm>
            <a:custGeom>
              <a:avLst/>
              <a:gdLst>
                <a:gd name="T0" fmla="*/ 1491 w 1666"/>
                <a:gd name="T1" fmla="*/ 0 h 863"/>
                <a:gd name="T2" fmla="*/ 1519 w 1666"/>
                <a:gd name="T3" fmla="*/ 6 h 863"/>
                <a:gd name="T4" fmla="*/ 1545 w 1666"/>
                <a:gd name="T5" fmla="*/ 18 h 863"/>
                <a:gd name="T6" fmla="*/ 1568 w 1666"/>
                <a:gd name="T7" fmla="*/ 34 h 863"/>
                <a:gd name="T8" fmla="*/ 1588 w 1666"/>
                <a:gd name="T9" fmla="*/ 56 h 863"/>
                <a:gd name="T10" fmla="*/ 1607 w 1666"/>
                <a:gd name="T11" fmla="*/ 83 h 863"/>
                <a:gd name="T12" fmla="*/ 1623 w 1666"/>
                <a:gd name="T13" fmla="*/ 112 h 863"/>
                <a:gd name="T14" fmla="*/ 1636 w 1666"/>
                <a:gd name="T15" fmla="*/ 145 h 863"/>
                <a:gd name="T16" fmla="*/ 1647 w 1666"/>
                <a:gd name="T17" fmla="*/ 182 h 863"/>
                <a:gd name="T18" fmla="*/ 1655 w 1666"/>
                <a:gd name="T19" fmla="*/ 221 h 863"/>
                <a:gd name="T20" fmla="*/ 1660 w 1666"/>
                <a:gd name="T21" fmla="*/ 262 h 863"/>
                <a:gd name="T22" fmla="*/ 1665 w 1666"/>
                <a:gd name="T23" fmla="*/ 305 h 863"/>
                <a:gd name="T24" fmla="*/ 1666 w 1666"/>
                <a:gd name="T25" fmla="*/ 349 h 863"/>
                <a:gd name="T26" fmla="*/ 1665 w 1666"/>
                <a:gd name="T27" fmla="*/ 394 h 863"/>
                <a:gd name="T28" fmla="*/ 1660 w 1666"/>
                <a:gd name="T29" fmla="*/ 440 h 863"/>
                <a:gd name="T30" fmla="*/ 1655 w 1666"/>
                <a:gd name="T31" fmla="*/ 485 h 863"/>
                <a:gd name="T32" fmla="*/ 1647 w 1666"/>
                <a:gd name="T33" fmla="*/ 530 h 863"/>
                <a:gd name="T34" fmla="*/ 1637 w 1666"/>
                <a:gd name="T35" fmla="*/ 574 h 863"/>
                <a:gd name="T36" fmla="*/ 1624 w 1666"/>
                <a:gd name="T37" fmla="*/ 617 h 863"/>
                <a:gd name="T38" fmla="*/ 1609 w 1666"/>
                <a:gd name="T39" fmla="*/ 659 h 863"/>
                <a:gd name="T40" fmla="*/ 1593 w 1666"/>
                <a:gd name="T41" fmla="*/ 698 h 863"/>
                <a:gd name="T42" fmla="*/ 1573 w 1666"/>
                <a:gd name="T43" fmla="*/ 734 h 863"/>
                <a:gd name="T44" fmla="*/ 1552 w 1666"/>
                <a:gd name="T45" fmla="*/ 768 h 863"/>
                <a:gd name="T46" fmla="*/ 1529 w 1666"/>
                <a:gd name="T47" fmla="*/ 798 h 863"/>
                <a:gd name="T48" fmla="*/ 1503 w 1666"/>
                <a:gd name="T49" fmla="*/ 824 h 863"/>
                <a:gd name="T50" fmla="*/ 1475 w 1666"/>
                <a:gd name="T51" fmla="*/ 846 h 863"/>
                <a:gd name="T52" fmla="*/ 1447 w 1666"/>
                <a:gd name="T53" fmla="*/ 863 h 863"/>
                <a:gd name="T54" fmla="*/ 0 w 1666"/>
                <a:gd name="T55" fmla="*/ 712 h 863"/>
                <a:gd name="T56" fmla="*/ 1491 w 1666"/>
                <a:gd name="T57" fmla="*/ 0 h 8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666" h="863">
                  <a:moveTo>
                    <a:pt x="1491" y="0"/>
                  </a:moveTo>
                  <a:lnTo>
                    <a:pt x="1519" y="6"/>
                  </a:lnTo>
                  <a:lnTo>
                    <a:pt x="1545" y="18"/>
                  </a:lnTo>
                  <a:lnTo>
                    <a:pt x="1568" y="34"/>
                  </a:lnTo>
                  <a:lnTo>
                    <a:pt x="1588" y="56"/>
                  </a:lnTo>
                  <a:lnTo>
                    <a:pt x="1607" y="83"/>
                  </a:lnTo>
                  <a:lnTo>
                    <a:pt x="1623" y="112"/>
                  </a:lnTo>
                  <a:lnTo>
                    <a:pt x="1636" y="145"/>
                  </a:lnTo>
                  <a:lnTo>
                    <a:pt x="1647" y="182"/>
                  </a:lnTo>
                  <a:lnTo>
                    <a:pt x="1655" y="221"/>
                  </a:lnTo>
                  <a:lnTo>
                    <a:pt x="1660" y="262"/>
                  </a:lnTo>
                  <a:lnTo>
                    <a:pt x="1665" y="305"/>
                  </a:lnTo>
                  <a:lnTo>
                    <a:pt x="1666" y="349"/>
                  </a:lnTo>
                  <a:lnTo>
                    <a:pt x="1665" y="394"/>
                  </a:lnTo>
                  <a:lnTo>
                    <a:pt x="1660" y="440"/>
                  </a:lnTo>
                  <a:lnTo>
                    <a:pt x="1655" y="485"/>
                  </a:lnTo>
                  <a:lnTo>
                    <a:pt x="1647" y="530"/>
                  </a:lnTo>
                  <a:lnTo>
                    <a:pt x="1637" y="574"/>
                  </a:lnTo>
                  <a:lnTo>
                    <a:pt x="1624" y="617"/>
                  </a:lnTo>
                  <a:lnTo>
                    <a:pt x="1609" y="659"/>
                  </a:lnTo>
                  <a:lnTo>
                    <a:pt x="1593" y="698"/>
                  </a:lnTo>
                  <a:lnTo>
                    <a:pt x="1573" y="734"/>
                  </a:lnTo>
                  <a:lnTo>
                    <a:pt x="1552" y="768"/>
                  </a:lnTo>
                  <a:lnTo>
                    <a:pt x="1529" y="798"/>
                  </a:lnTo>
                  <a:lnTo>
                    <a:pt x="1503" y="824"/>
                  </a:lnTo>
                  <a:lnTo>
                    <a:pt x="1475" y="846"/>
                  </a:lnTo>
                  <a:lnTo>
                    <a:pt x="1447" y="863"/>
                  </a:lnTo>
                  <a:lnTo>
                    <a:pt x="0" y="712"/>
                  </a:lnTo>
                  <a:lnTo>
                    <a:pt x="1491" y="0"/>
                  </a:lnTo>
                  <a:close/>
                </a:path>
              </a:pathLst>
            </a:custGeom>
            <a:solidFill>
              <a:schemeClr val="bg1"/>
            </a:solidFill>
            <a:ln w="0">
              <a:noFill/>
              <a:prstDash val="solid"/>
              <a:round/>
              <a:headEnd/>
              <a:tailEnd/>
            </a:ln>
          </p:spPr>
          <p:txBody>
            <a:bodyPr wrap="square" lIns="91440" tIns="45720" rIns="91440" bIns="45720" anchor="ctr">
              <a:noAutofit/>
            </a:bodyPr>
            <a:lstStyle/>
            <a:p>
              <a:pPr algn="ctr"/>
              <a:endParaRPr dirty="0">
                <a:cs typeface="+mn-ea"/>
                <a:sym typeface="+mn-lt"/>
              </a:endParaRPr>
            </a:p>
          </p:txBody>
        </p:sp>
        <p:sp>
          <p:nvSpPr>
            <p:cNvPr id="39" name="任意多边形: 形状 38">
              <a:extLst>
                <a:ext uri="{FF2B5EF4-FFF2-40B4-BE49-F238E27FC236}">
                  <a16:creationId xmlns:a16="http://schemas.microsoft.com/office/drawing/2014/main" id="{1E36AF3C-2B2E-CF1E-2CA3-4B28BE7D5E1C}"/>
                </a:ext>
              </a:extLst>
            </p:cNvPr>
            <p:cNvSpPr/>
            <p:nvPr/>
          </p:nvSpPr>
          <p:spPr bwMode="auto">
            <a:xfrm>
              <a:off x="9266890" y="2890442"/>
              <a:ext cx="204516" cy="211714"/>
            </a:xfrm>
            <a:custGeom>
              <a:avLst/>
              <a:gdLst>
                <a:gd name="T0" fmla="*/ 1013 w 1707"/>
                <a:gd name="T1" fmla="*/ 0 h 1769"/>
                <a:gd name="T2" fmla="*/ 1053 w 1707"/>
                <a:gd name="T3" fmla="*/ 5 h 1769"/>
                <a:gd name="T4" fmla="*/ 1094 w 1707"/>
                <a:gd name="T5" fmla="*/ 13 h 1769"/>
                <a:gd name="T6" fmla="*/ 1136 w 1707"/>
                <a:gd name="T7" fmla="*/ 27 h 1769"/>
                <a:gd name="T8" fmla="*/ 1178 w 1707"/>
                <a:gd name="T9" fmla="*/ 43 h 1769"/>
                <a:gd name="T10" fmla="*/ 1222 w 1707"/>
                <a:gd name="T11" fmla="*/ 63 h 1769"/>
                <a:gd name="T12" fmla="*/ 1264 w 1707"/>
                <a:gd name="T13" fmla="*/ 86 h 1769"/>
                <a:gd name="T14" fmla="*/ 1307 w 1707"/>
                <a:gd name="T15" fmla="*/ 112 h 1769"/>
                <a:gd name="T16" fmla="*/ 1348 w 1707"/>
                <a:gd name="T17" fmla="*/ 142 h 1769"/>
                <a:gd name="T18" fmla="*/ 1389 w 1707"/>
                <a:gd name="T19" fmla="*/ 173 h 1769"/>
                <a:gd name="T20" fmla="*/ 1429 w 1707"/>
                <a:gd name="T21" fmla="*/ 207 h 1769"/>
                <a:gd name="T22" fmla="*/ 1467 w 1707"/>
                <a:gd name="T23" fmla="*/ 242 h 1769"/>
                <a:gd name="T24" fmla="*/ 1504 w 1707"/>
                <a:gd name="T25" fmla="*/ 280 h 1769"/>
                <a:gd name="T26" fmla="*/ 1538 w 1707"/>
                <a:gd name="T27" fmla="*/ 317 h 1769"/>
                <a:gd name="T28" fmla="*/ 1570 w 1707"/>
                <a:gd name="T29" fmla="*/ 357 h 1769"/>
                <a:gd name="T30" fmla="*/ 1599 w 1707"/>
                <a:gd name="T31" fmla="*/ 397 h 1769"/>
                <a:gd name="T32" fmla="*/ 1626 w 1707"/>
                <a:gd name="T33" fmla="*/ 438 h 1769"/>
                <a:gd name="T34" fmla="*/ 1649 w 1707"/>
                <a:gd name="T35" fmla="*/ 479 h 1769"/>
                <a:gd name="T36" fmla="*/ 1669 w 1707"/>
                <a:gd name="T37" fmla="*/ 519 h 1769"/>
                <a:gd name="T38" fmla="*/ 1684 w 1707"/>
                <a:gd name="T39" fmla="*/ 560 h 1769"/>
                <a:gd name="T40" fmla="*/ 1697 w 1707"/>
                <a:gd name="T41" fmla="*/ 600 h 1769"/>
                <a:gd name="T42" fmla="*/ 1703 w 1707"/>
                <a:gd name="T43" fmla="*/ 639 h 1769"/>
                <a:gd name="T44" fmla="*/ 1707 w 1707"/>
                <a:gd name="T45" fmla="*/ 677 h 1769"/>
                <a:gd name="T46" fmla="*/ 1704 w 1707"/>
                <a:gd name="T47" fmla="*/ 714 h 1769"/>
                <a:gd name="T48" fmla="*/ 1697 w 1707"/>
                <a:gd name="T49" fmla="*/ 749 h 1769"/>
                <a:gd name="T50" fmla="*/ 1683 w 1707"/>
                <a:gd name="T51" fmla="*/ 782 h 1769"/>
                <a:gd name="T52" fmla="*/ 0 w 1707"/>
                <a:gd name="T53" fmla="*/ 1769 h 1769"/>
                <a:gd name="T54" fmla="*/ 872 w 1707"/>
                <a:gd name="T55" fmla="*/ 30 h 1769"/>
                <a:gd name="T56" fmla="*/ 904 w 1707"/>
                <a:gd name="T57" fmla="*/ 15 h 1769"/>
                <a:gd name="T58" fmla="*/ 938 w 1707"/>
                <a:gd name="T59" fmla="*/ 5 h 1769"/>
                <a:gd name="T60" fmla="*/ 976 w 1707"/>
                <a:gd name="T61" fmla="*/ 0 h 1769"/>
                <a:gd name="T62" fmla="*/ 1013 w 1707"/>
                <a:gd name="T63" fmla="*/ 0 h 17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707" h="1769">
                  <a:moveTo>
                    <a:pt x="1013" y="0"/>
                  </a:moveTo>
                  <a:lnTo>
                    <a:pt x="1053" y="5"/>
                  </a:lnTo>
                  <a:lnTo>
                    <a:pt x="1094" y="13"/>
                  </a:lnTo>
                  <a:lnTo>
                    <a:pt x="1136" y="27"/>
                  </a:lnTo>
                  <a:lnTo>
                    <a:pt x="1178" y="43"/>
                  </a:lnTo>
                  <a:lnTo>
                    <a:pt x="1222" y="63"/>
                  </a:lnTo>
                  <a:lnTo>
                    <a:pt x="1264" y="86"/>
                  </a:lnTo>
                  <a:lnTo>
                    <a:pt x="1307" y="112"/>
                  </a:lnTo>
                  <a:lnTo>
                    <a:pt x="1348" y="142"/>
                  </a:lnTo>
                  <a:lnTo>
                    <a:pt x="1389" y="173"/>
                  </a:lnTo>
                  <a:lnTo>
                    <a:pt x="1429" y="207"/>
                  </a:lnTo>
                  <a:lnTo>
                    <a:pt x="1467" y="242"/>
                  </a:lnTo>
                  <a:lnTo>
                    <a:pt x="1504" y="280"/>
                  </a:lnTo>
                  <a:lnTo>
                    <a:pt x="1538" y="317"/>
                  </a:lnTo>
                  <a:lnTo>
                    <a:pt x="1570" y="357"/>
                  </a:lnTo>
                  <a:lnTo>
                    <a:pt x="1599" y="397"/>
                  </a:lnTo>
                  <a:lnTo>
                    <a:pt x="1626" y="438"/>
                  </a:lnTo>
                  <a:lnTo>
                    <a:pt x="1649" y="479"/>
                  </a:lnTo>
                  <a:lnTo>
                    <a:pt x="1669" y="519"/>
                  </a:lnTo>
                  <a:lnTo>
                    <a:pt x="1684" y="560"/>
                  </a:lnTo>
                  <a:lnTo>
                    <a:pt x="1697" y="600"/>
                  </a:lnTo>
                  <a:lnTo>
                    <a:pt x="1703" y="639"/>
                  </a:lnTo>
                  <a:lnTo>
                    <a:pt x="1707" y="677"/>
                  </a:lnTo>
                  <a:lnTo>
                    <a:pt x="1704" y="714"/>
                  </a:lnTo>
                  <a:lnTo>
                    <a:pt x="1697" y="749"/>
                  </a:lnTo>
                  <a:lnTo>
                    <a:pt x="1683" y="782"/>
                  </a:lnTo>
                  <a:lnTo>
                    <a:pt x="0" y="1769"/>
                  </a:lnTo>
                  <a:lnTo>
                    <a:pt x="872" y="30"/>
                  </a:lnTo>
                  <a:lnTo>
                    <a:pt x="904" y="15"/>
                  </a:lnTo>
                  <a:lnTo>
                    <a:pt x="938" y="5"/>
                  </a:lnTo>
                  <a:lnTo>
                    <a:pt x="976" y="0"/>
                  </a:lnTo>
                  <a:lnTo>
                    <a:pt x="1013" y="0"/>
                  </a:lnTo>
                  <a:close/>
                </a:path>
              </a:pathLst>
            </a:custGeom>
            <a:solidFill>
              <a:schemeClr val="bg1"/>
            </a:solidFill>
            <a:ln w="0">
              <a:noFill/>
              <a:prstDash val="solid"/>
              <a:round/>
              <a:headEnd/>
              <a:tailEnd/>
            </a:ln>
          </p:spPr>
          <p:txBody>
            <a:bodyPr wrap="square" lIns="91440" tIns="45720" rIns="91440" bIns="45720" anchor="ctr">
              <a:noAutofit/>
            </a:bodyPr>
            <a:lstStyle/>
            <a:p>
              <a:pPr algn="ctr"/>
              <a:endParaRPr dirty="0">
                <a:cs typeface="+mn-ea"/>
                <a:sym typeface="+mn-lt"/>
              </a:endParaRPr>
            </a:p>
          </p:txBody>
        </p:sp>
        <p:sp>
          <p:nvSpPr>
            <p:cNvPr id="40" name="任意多边形: 形状 39">
              <a:extLst>
                <a:ext uri="{FF2B5EF4-FFF2-40B4-BE49-F238E27FC236}">
                  <a16:creationId xmlns:a16="http://schemas.microsoft.com/office/drawing/2014/main" id="{901CD7FD-75E4-0688-A981-0993E3D45252}"/>
                </a:ext>
              </a:extLst>
            </p:cNvPr>
            <p:cNvSpPr/>
            <p:nvPr/>
          </p:nvSpPr>
          <p:spPr bwMode="auto">
            <a:xfrm>
              <a:off x="9176327" y="2783685"/>
              <a:ext cx="193121" cy="287883"/>
            </a:xfrm>
            <a:custGeom>
              <a:avLst/>
              <a:gdLst>
                <a:gd name="T0" fmla="*/ 771 w 1608"/>
                <a:gd name="T1" fmla="*/ 0 h 2398"/>
                <a:gd name="T2" fmla="*/ 837 w 1608"/>
                <a:gd name="T3" fmla="*/ 0 h 2398"/>
                <a:gd name="T4" fmla="*/ 904 w 1608"/>
                <a:gd name="T5" fmla="*/ 2 h 2398"/>
                <a:gd name="T6" fmla="*/ 969 w 1608"/>
                <a:gd name="T7" fmla="*/ 5 h 2398"/>
                <a:gd name="T8" fmla="*/ 1034 w 1608"/>
                <a:gd name="T9" fmla="*/ 12 h 2398"/>
                <a:gd name="T10" fmla="*/ 1097 w 1608"/>
                <a:gd name="T11" fmla="*/ 20 h 2398"/>
                <a:gd name="T12" fmla="*/ 1159 w 1608"/>
                <a:gd name="T13" fmla="*/ 30 h 2398"/>
                <a:gd name="T14" fmla="*/ 1218 w 1608"/>
                <a:gd name="T15" fmla="*/ 42 h 2398"/>
                <a:gd name="T16" fmla="*/ 1276 w 1608"/>
                <a:gd name="T17" fmla="*/ 58 h 2398"/>
                <a:gd name="T18" fmla="*/ 1329 w 1608"/>
                <a:gd name="T19" fmla="*/ 74 h 2398"/>
                <a:gd name="T20" fmla="*/ 1380 w 1608"/>
                <a:gd name="T21" fmla="*/ 93 h 2398"/>
                <a:gd name="T22" fmla="*/ 1427 w 1608"/>
                <a:gd name="T23" fmla="*/ 114 h 2398"/>
                <a:gd name="T24" fmla="*/ 1469 w 1608"/>
                <a:gd name="T25" fmla="*/ 136 h 2398"/>
                <a:gd name="T26" fmla="*/ 1508 w 1608"/>
                <a:gd name="T27" fmla="*/ 161 h 2398"/>
                <a:gd name="T28" fmla="*/ 1541 w 1608"/>
                <a:gd name="T29" fmla="*/ 188 h 2398"/>
                <a:gd name="T30" fmla="*/ 1569 w 1608"/>
                <a:gd name="T31" fmla="*/ 217 h 2398"/>
                <a:gd name="T32" fmla="*/ 1591 w 1608"/>
                <a:gd name="T33" fmla="*/ 248 h 2398"/>
                <a:gd name="T34" fmla="*/ 1608 w 1608"/>
                <a:gd name="T35" fmla="*/ 281 h 2398"/>
                <a:gd name="T36" fmla="*/ 806 w 1608"/>
                <a:gd name="T37" fmla="*/ 2398 h 2398"/>
                <a:gd name="T38" fmla="*/ 0 w 1608"/>
                <a:gd name="T39" fmla="*/ 281 h 2398"/>
                <a:gd name="T40" fmla="*/ 15 w 1608"/>
                <a:gd name="T41" fmla="*/ 248 h 2398"/>
                <a:gd name="T42" fmla="*/ 37 w 1608"/>
                <a:gd name="T43" fmla="*/ 217 h 2398"/>
                <a:gd name="T44" fmla="*/ 66 w 1608"/>
                <a:gd name="T45" fmla="*/ 188 h 2398"/>
                <a:gd name="T46" fmla="*/ 100 w 1608"/>
                <a:gd name="T47" fmla="*/ 161 h 2398"/>
                <a:gd name="T48" fmla="*/ 137 w 1608"/>
                <a:gd name="T49" fmla="*/ 136 h 2398"/>
                <a:gd name="T50" fmla="*/ 180 w 1608"/>
                <a:gd name="T51" fmla="*/ 114 h 2398"/>
                <a:gd name="T52" fmla="*/ 227 w 1608"/>
                <a:gd name="T53" fmla="*/ 93 h 2398"/>
                <a:gd name="T54" fmla="*/ 278 w 1608"/>
                <a:gd name="T55" fmla="*/ 74 h 2398"/>
                <a:gd name="T56" fmla="*/ 332 w 1608"/>
                <a:gd name="T57" fmla="*/ 58 h 2398"/>
                <a:gd name="T58" fmla="*/ 389 w 1608"/>
                <a:gd name="T59" fmla="*/ 42 h 2398"/>
                <a:gd name="T60" fmla="*/ 448 w 1608"/>
                <a:gd name="T61" fmla="*/ 30 h 2398"/>
                <a:gd name="T62" fmla="*/ 510 w 1608"/>
                <a:gd name="T63" fmla="*/ 20 h 2398"/>
                <a:gd name="T64" fmla="*/ 574 w 1608"/>
                <a:gd name="T65" fmla="*/ 12 h 2398"/>
                <a:gd name="T66" fmla="*/ 638 w 1608"/>
                <a:gd name="T67" fmla="*/ 5 h 2398"/>
                <a:gd name="T68" fmla="*/ 704 w 1608"/>
                <a:gd name="T69" fmla="*/ 2 h 2398"/>
                <a:gd name="T70" fmla="*/ 771 w 1608"/>
                <a:gd name="T71" fmla="*/ 0 h 23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608" h="2398">
                  <a:moveTo>
                    <a:pt x="771" y="0"/>
                  </a:moveTo>
                  <a:lnTo>
                    <a:pt x="837" y="0"/>
                  </a:lnTo>
                  <a:lnTo>
                    <a:pt x="904" y="2"/>
                  </a:lnTo>
                  <a:lnTo>
                    <a:pt x="969" y="5"/>
                  </a:lnTo>
                  <a:lnTo>
                    <a:pt x="1034" y="12"/>
                  </a:lnTo>
                  <a:lnTo>
                    <a:pt x="1097" y="20"/>
                  </a:lnTo>
                  <a:lnTo>
                    <a:pt x="1159" y="30"/>
                  </a:lnTo>
                  <a:lnTo>
                    <a:pt x="1218" y="42"/>
                  </a:lnTo>
                  <a:lnTo>
                    <a:pt x="1276" y="58"/>
                  </a:lnTo>
                  <a:lnTo>
                    <a:pt x="1329" y="74"/>
                  </a:lnTo>
                  <a:lnTo>
                    <a:pt x="1380" y="93"/>
                  </a:lnTo>
                  <a:lnTo>
                    <a:pt x="1427" y="114"/>
                  </a:lnTo>
                  <a:lnTo>
                    <a:pt x="1469" y="136"/>
                  </a:lnTo>
                  <a:lnTo>
                    <a:pt x="1508" y="161"/>
                  </a:lnTo>
                  <a:lnTo>
                    <a:pt x="1541" y="188"/>
                  </a:lnTo>
                  <a:lnTo>
                    <a:pt x="1569" y="217"/>
                  </a:lnTo>
                  <a:lnTo>
                    <a:pt x="1591" y="248"/>
                  </a:lnTo>
                  <a:lnTo>
                    <a:pt x="1608" y="281"/>
                  </a:lnTo>
                  <a:lnTo>
                    <a:pt x="806" y="2398"/>
                  </a:lnTo>
                  <a:lnTo>
                    <a:pt x="0" y="281"/>
                  </a:lnTo>
                  <a:lnTo>
                    <a:pt x="15" y="248"/>
                  </a:lnTo>
                  <a:lnTo>
                    <a:pt x="37" y="217"/>
                  </a:lnTo>
                  <a:lnTo>
                    <a:pt x="66" y="188"/>
                  </a:lnTo>
                  <a:lnTo>
                    <a:pt x="100" y="161"/>
                  </a:lnTo>
                  <a:lnTo>
                    <a:pt x="137" y="136"/>
                  </a:lnTo>
                  <a:lnTo>
                    <a:pt x="180" y="114"/>
                  </a:lnTo>
                  <a:lnTo>
                    <a:pt x="227" y="93"/>
                  </a:lnTo>
                  <a:lnTo>
                    <a:pt x="278" y="74"/>
                  </a:lnTo>
                  <a:lnTo>
                    <a:pt x="332" y="58"/>
                  </a:lnTo>
                  <a:lnTo>
                    <a:pt x="389" y="42"/>
                  </a:lnTo>
                  <a:lnTo>
                    <a:pt x="448" y="30"/>
                  </a:lnTo>
                  <a:lnTo>
                    <a:pt x="510" y="20"/>
                  </a:lnTo>
                  <a:lnTo>
                    <a:pt x="574" y="12"/>
                  </a:lnTo>
                  <a:lnTo>
                    <a:pt x="638" y="5"/>
                  </a:lnTo>
                  <a:lnTo>
                    <a:pt x="704" y="2"/>
                  </a:lnTo>
                  <a:lnTo>
                    <a:pt x="771" y="0"/>
                  </a:lnTo>
                  <a:close/>
                </a:path>
              </a:pathLst>
            </a:custGeom>
            <a:solidFill>
              <a:schemeClr val="bg1"/>
            </a:solidFill>
            <a:ln w="0">
              <a:noFill/>
              <a:prstDash val="solid"/>
              <a:round/>
              <a:headEnd/>
              <a:tailEnd/>
            </a:ln>
          </p:spPr>
          <p:txBody>
            <a:bodyPr wrap="square" lIns="91440" tIns="45720" rIns="91440" bIns="45720" anchor="ctr">
              <a:noAutofit/>
            </a:bodyPr>
            <a:lstStyle/>
            <a:p>
              <a:pPr algn="ctr"/>
              <a:endParaRPr dirty="0">
                <a:cs typeface="+mn-ea"/>
                <a:sym typeface="+mn-lt"/>
              </a:endParaRPr>
            </a:p>
          </p:txBody>
        </p:sp>
      </p:grpSp>
      <p:sp>
        <p:nvSpPr>
          <p:cNvPr id="7" name="矩形: 圆角 6">
            <a:extLst>
              <a:ext uri="{FF2B5EF4-FFF2-40B4-BE49-F238E27FC236}">
                <a16:creationId xmlns:a16="http://schemas.microsoft.com/office/drawing/2014/main" id="{1F0A1B99-B5A9-395A-1A91-42308A337EFC}"/>
              </a:ext>
            </a:extLst>
          </p:cNvPr>
          <p:cNvSpPr/>
          <p:nvPr/>
        </p:nvSpPr>
        <p:spPr>
          <a:xfrm>
            <a:off x="6702250" y="2642442"/>
            <a:ext cx="4427650" cy="1298262"/>
          </a:xfrm>
          <a:prstGeom prst="roundRect">
            <a:avLst>
              <a:gd name="adj" fmla="val 12253"/>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Autofit/>
          </a:bodyPr>
          <a:lstStyle/>
          <a:p>
            <a:r>
              <a:rPr lang="zh-CN" altLang="en-US" sz="2000" dirty="0">
                <a:solidFill>
                  <a:schemeClr val="tx1"/>
                </a:solidFill>
                <a:cs typeface="+mn-ea"/>
                <a:sym typeface="+mn-lt"/>
              </a:rPr>
              <a:t>统计金额信息通过调用</a:t>
            </a:r>
            <a:r>
              <a:rPr lang="en-US" altLang="zh-CN" sz="2000" dirty="0">
                <a:solidFill>
                  <a:schemeClr val="tx1"/>
                </a:solidFill>
                <a:cs typeface="+mn-ea"/>
                <a:sym typeface="+mn-lt"/>
              </a:rPr>
              <a:t>bill/</a:t>
            </a:r>
            <a:r>
              <a:rPr lang="en-US" altLang="zh-CN" sz="2000" dirty="0" err="1">
                <a:solidFill>
                  <a:schemeClr val="tx1"/>
                </a:solidFill>
                <a:cs typeface="+mn-ea"/>
                <a:sym typeface="+mn-lt"/>
              </a:rPr>
              <a:t>total_amount</a:t>
            </a:r>
            <a:r>
              <a:rPr lang="zh-CN" altLang="en-US" sz="2000" dirty="0">
                <a:solidFill>
                  <a:schemeClr val="tx1"/>
                </a:solidFill>
                <a:cs typeface="+mn-ea"/>
                <a:sym typeface="+mn-lt"/>
              </a:rPr>
              <a:t>后端接口获取</a:t>
            </a:r>
            <a:r>
              <a:rPr lang="en-US" altLang="zh-CN" sz="2000" dirty="0" err="1">
                <a:solidFill>
                  <a:schemeClr val="tx1"/>
                </a:solidFill>
                <a:cs typeface="+mn-ea"/>
                <a:sym typeface="+mn-lt"/>
              </a:rPr>
              <a:t>BillAmountVO</a:t>
            </a:r>
            <a:r>
              <a:rPr lang="zh-CN" altLang="en-US" sz="2000" dirty="0">
                <a:solidFill>
                  <a:schemeClr val="tx1"/>
                </a:solidFill>
                <a:cs typeface="+mn-ea"/>
                <a:sym typeface="+mn-lt"/>
              </a:rPr>
              <a:t>对象，对象属性有总收入、总支出、总结余等信息封装为对象返回前端</a:t>
            </a:r>
          </a:p>
        </p:txBody>
      </p:sp>
      <p:pic>
        <p:nvPicPr>
          <p:cNvPr id="8" name="图片 7">
            <a:extLst>
              <a:ext uri="{FF2B5EF4-FFF2-40B4-BE49-F238E27FC236}">
                <a16:creationId xmlns:a16="http://schemas.microsoft.com/office/drawing/2014/main" id="{DCFC9544-AFF9-02E9-41FF-36A4FA081299}"/>
              </a:ext>
            </a:extLst>
          </p:cNvPr>
          <p:cNvPicPr>
            <a:picLocks noChangeAspect="1"/>
          </p:cNvPicPr>
          <p:nvPr/>
        </p:nvPicPr>
        <p:blipFill>
          <a:blip r:embed="rId2"/>
          <a:stretch>
            <a:fillRect/>
          </a:stretch>
        </p:blipFill>
        <p:spPr>
          <a:xfrm>
            <a:off x="985610" y="2387553"/>
            <a:ext cx="4353341" cy="1543567"/>
          </a:xfrm>
          <a:prstGeom prst="rect">
            <a:avLst/>
          </a:prstGeom>
        </p:spPr>
      </p:pic>
    </p:spTree>
    <p:extLst>
      <p:ext uri="{BB962C8B-B14F-4D97-AF65-F5344CB8AC3E}">
        <p14:creationId xmlns:p14="http://schemas.microsoft.com/office/powerpoint/2010/main" val="79252371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pattFill prst="pct10">
          <a:fgClr>
            <a:schemeClr val="accent1"/>
          </a:fgClr>
          <a:bgClr>
            <a:schemeClr val="bg1"/>
          </a:bgClr>
        </a:pattFill>
        <a:effectLst/>
      </p:bgPr>
    </p:bg>
    <p:spTree>
      <p:nvGrpSpPr>
        <p:cNvPr id="1" name="">
          <a:extLst>
            <a:ext uri="{FF2B5EF4-FFF2-40B4-BE49-F238E27FC236}">
              <a16:creationId xmlns:a16="http://schemas.microsoft.com/office/drawing/2014/main" id="{4456B025-4965-D59B-2103-D8FA8EACF749}"/>
            </a:ext>
          </a:extLst>
        </p:cNvPr>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8B729D72-9050-4A27-B2B1-253909296098}"/>
              </a:ext>
            </a:extLst>
          </p:cNvPr>
          <p:cNvSpPr>
            <a:spLocks noGrp="1"/>
          </p:cNvSpPr>
          <p:nvPr>
            <p:ph type="sldNum" sz="quarter" idx="12"/>
          </p:nvPr>
        </p:nvSpPr>
        <p:spPr/>
        <p:txBody>
          <a:bodyPr/>
          <a:lstStyle/>
          <a:p>
            <a:fld id="{5DD3DB80-B894-403A-B48E-6FDC1A72010E}" type="slidenum">
              <a:rPr lang="zh-CN" altLang="en-US" smtClean="0">
                <a:cs typeface="+mn-ea"/>
                <a:sym typeface="+mn-lt"/>
              </a:rPr>
              <a:pPr/>
              <a:t>12</a:t>
            </a:fld>
            <a:endParaRPr lang="zh-CN" altLang="en-US">
              <a:cs typeface="+mn-ea"/>
              <a:sym typeface="+mn-lt"/>
            </a:endParaRPr>
          </a:p>
        </p:txBody>
      </p:sp>
      <p:grpSp>
        <p:nvGrpSpPr>
          <p:cNvPr id="5" name="组合 4"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title="iSlide™ 版权声明  COPYRIGHT NOTICE">
            <a:extLst>
              <a:ext uri="{FF2B5EF4-FFF2-40B4-BE49-F238E27FC236}">
                <a16:creationId xmlns:a16="http://schemas.microsoft.com/office/drawing/2014/main" id="{41AA8B57-BA67-CA7A-1B3D-8B14BFC4B40B}"/>
              </a:ext>
            </a:extLst>
          </p:cNvPr>
          <p:cNvGrpSpPr>
            <a:grpSpLocks noChangeAspect="1"/>
          </p:cNvGrpSpPr>
          <p:nvPr/>
        </p:nvGrpSpPr>
        <p:grpSpPr>
          <a:xfrm>
            <a:off x="2138539" y="764241"/>
            <a:ext cx="7254491" cy="3490888"/>
            <a:chOff x="2694687" y="1468904"/>
            <a:chExt cx="6776719" cy="3117978"/>
          </a:xfrm>
        </p:grpSpPr>
        <p:sp>
          <p:nvSpPr>
            <p:cNvPr id="6" name="矩形: 圆角 5">
              <a:extLst>
                <a:ext uri="{FF2B5EF4-FFF2-40B4-BE49-F238E27FC236}">
                  <a16:creationId xmlns:a16="http://schemas.microsoft.com/office/drawing/2014/main" id="{2D24705F-E910-480A-A4B0-2A4ACF60A6C9}"/>
                </a:ext>
              </a:extLst>
            </p:cNvPr>
            <p:cNvSpPr/>
            <p:nvPr/>
          </p:nvSpPr>
          <p:spPr>
            <a:xfrm>
              <a:off x="4802780" y="1468904"/>
              <a:ext cx="2650971" cy="505968"/>
            </a:xfrm>
            <a:prstGeom prst="roundRect">
              <a:avLst>
                <a:gd name="adj" fmla="val 5000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Autofit/>
            </a:bodyPr>
            <a:lstStyle/>
            <a:p>
              <a:pPr algn="ctr"/>
              <a:r>
                <a:rPr lang="zh-CN" altLang="en-US" sz="1600" b="1" dirty="0">
                  <a:solidFill>
                    <a:schemeClr val="bg1"/>
                  </a:solidFill>
                  <a:cs typeface="+mn-ea"/>
                  <a:sym typeface="+mn-lt"/>
                </a:rPr>
                <a:t>添加流水</a:t>
              </a:r>
            </a:p>
          </p:txBody>
        </p:sp>
        <p:sp>
          <p:nvSpPr>
            <p:cNvPr id="14" name="矩形: 圆角 13">
              <a:extLst>
                <a:ext uri="{FF2B5EF4-FFF2-40B4-BE49-F238E27FC236}">
                  <a16:creationId xmlns:a16="http://schemas.microsoft.com/office/drawing/2014/main" id="{3F325B50-85AC-BE57-1181-8C74953AC1FF}"/>
                </a:ext>
              </a:extLst>
            </p:cNvPr>
            <p:cNvSpPr/>
            <p:nvPr/>
          </p:nvSpPr>
          <p:spPr>
            <a:xfrm>
              <a:off x="5609431" y="4189410"/>
              <a:ext cx="2070725" cy="397472"/>
            </a:xfrm>
            <a:prstGeom prst="roundRect">
              <a:avLst>
                <a:gd name="adj" fmla="val 8562"/>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Autofit/>
            </a:bodyPr>
            <a:lstStyle/>
            <a:p>
              <a:pPr algn="ctr"/>
              <a:endParaRPr lang="zh-CN" altLang="en-US" sz="1600" dirty="0">
                <a:solidFill>
                  <a:schemeClr val="tx1"/>
                </a:solidFill>
                <a:cs typeface="+mn-ea"/>
                <a:sym typeface="+mn-lt"/>
              </a:endParaRPr>
            </a:p>
          </p:txBody>
        </p:sp>
        <p:sp>
          <p:nvSpPr>
            <p:cNvPr id="21" name="任意多边形: 形状 20">
              <a:extLst>
                <a:ext uri="{FF2B5EF4-FFF2-40B4-BE49-F238E27FC236}">
                  <a16:creationId xmlns:a16="http://schemas.microsoft.com/office/drawing/2014/main" id="{FED092A2-374B-EFAB-61F8-4F6DE0175D40}"/>
                </a:ext>
              </a:extLst>
            </p:cNvPr>
            <p:cNvSpPr/>
            <p:nvPr/>
          </p:nvSpPr>
          <p:spPr bwMode="auto">
            <a:xfrm>
              <a:off x="2756563" y="2876558"/>
              <a:ext cx="94192" cy="94191"/>
            </a:xfrm>
            <a:custGeom>
              <a:avLst/>
              <a:gdLst>
                <a:gd name="T0" fmla="*/ 185 w 787"/>
                <a:gd name="T1" fmla="*/ 0 h 787"/>
                <a:gd name="T2" fmla="*/ 198 w 787"/>
                <a:gd name="T3" fmla="*/ 4 h 787"/>
                <a:gd name="T4" fmla="*/ 209 w 787"/>
                <a:gd name="T5" fmla="*/ 12 h 787"/>
                <a:gd name="T6" fmla="*/ 394 w 787"/>
                <a:gd name="T7" fmla="*/ 196 h 787"/>
                <a:gd name="T8" fmla="*/ 578 w 787"/>
                <a:gd name="T9" fmla="*/ 12 h 787"/>
                <a:gd name="T10" fmla="*/ 589 w 787"/>
                <a:gd name="T11" fmla="*/ 4 h 787"/>
                <a:gd name="T12" fmla="*/ 602 w 787"/>
                <a:gd name="T13" fmla="*/ 0 h 787"/>
                <a:gd name="T14" fmla="*/ 615 w 787"/>
                <a:gd name="T15" fmla="*/ 0 h 787"/>
                <a:gd name="T16" fmla="*/ 627 w 787"/>
                <a:gd name="T17" fmla="*/ 4 h 787"/>
                <a:gd name="T18" fmla="*/ 638 w 787"/>
                <a:gd name="T19" fmla="*/ 12 h 787"/>
                <a:gd name="T20" fmla="*/ 775 w 787"/>
                <a:gd name="T21" fmla="*/ 149 h 787"/>
                <a:gd name="T22" fmla="*/ 784 w 787"/>
                <a:gd name="T23" fmla="*/ 160 h 787"/>
                <a:gd name="T24" fmla="*/ 787 w 787"/>
                <a:gd name="T25" fmla="*/ 172 h 787"/>
                <a:gd name="T26" fmla="*/ 787 w 787"/>
                <a:gd name="T27" fmla="*/ 185 h 787"/>
                <a:gd name="T28" fmla="*/ 784 w 787"/>
                <a:gd name="T29" fmla="*/ 199 h 787"/>
                <a:gd name="T30" fmla="*/ 775 w 787"/>
                <a:gd name="T31" fmla="*/ 209 h 787"/>
                <a:gd name="T32" fmla="*/ 591 w 787"/>
                <a:gd name="T33" fmla="*/ 394 h 787"/>
                <a:gd name="T34" fmla="*/ 775 w 787"/>
                <a:gd name="T35" fmla="*/ 578 h 787"/>
                <a:gd name="T36" fmla="*/ 784 w 787"/>
                <a:gd name="T37" fmla="*/ 589 h 787"/>
                <a:gd name="T38" fmla="*/ 787 w 787"/>
                <a:gd name="T39" fmla="*/ 602 h 787"/>
                <a:gd name="T40" fmla="*/ 787 w 787"/>
                <a:gd name="T41" fmla="*/ 615 h 787"/>
                <a:gd name="T42" fmla="*/ 784 w 787"/>
                <a:gd name="T43" fmla="*/ 627 h 787"/>
                <a:gd name="T44" fmla="*/ 775 w 787"/>
                <a:gd name="T45" fmla="*/ 638 h 787"/>
                <a:gd name="T46" fmla="*/ 638 w 787"/>
                <a:gd name="T47" fmla="*/ 775 h 787"/>
                <a:gd name="T48" fmla="*/ 627 w 787"/>
                <a:gd name="T49" fmla="*/ 783 h 787"/>
                <a:gd name="T50" fmla="*/ 615 w 787"/>
                <a:gd name="T51" fmla="*/ 787 h 787"/>
                <a:gd name="T52" fmla="*/ 602 w 787"/>
                <a:gd name="T53" fmla="*/ 787 h 787"/>
                <a:gd name="T54" fmla="*/ 589 w 787"/>
                <a:gd name="T55" fmla="*/ 783 h 787"/>
                <a:gd name="T56" fmla="*/ 578 w 787"/>
                <a:gd name="T57" fmla="*/ 775 h 787"/>
                <a:gd name="T58" fmla="*/ 394 w 787"/>
                <a:gd name="T59" fmla="*/ 591 h 787"/>
                <a:gd name="T60" fmla="*/ 209 w 787"/>
                <a:gd name="T61" fmla="*/ 775 h 787"/>
                <a:gd name="T62" fmla="*/ 198 w 787"/>
                <a:gd name="T63" fmla="*/ 783 h 787"/>
                <a:gd name="T64" fmla="*/ 185 w 787"/>
                <a:gd name="T65" fmla="*/ 787 h 787"/>
                <a:gd name="T66" fmla="*/ 173 w 787"/>
                <a:gd name="T67" fmla="*/ 787 h 787"/>
                <a:gd name="T68" fmla="*/ 160 w 787"/>
                <a:gd name="T69" fmla="*/ 783 h 787"/>
                <a:gd name="T70" fmla="*/ 149 w 787"/>
                <a:gd name="T71" fmla="*/ 775 h 787"/>
                <a:gd name="T72" fmla="*/ 12 w 787"/>
                <a:gd name="T73" fmla="*/ 638 h 787"/>
                <a:gd name="T74" fmla="*/ 4 w 787"/>
                <a:gd name="T75" fmla="*/ 627 h 787"/>
                <a:gd name="T76" fmla="*/ 0 w 787"/>
                <a:gd name="T77" fmla="*/ 615 h 787"/>
                <a:gd name="T78" fmla="*/ 0 w 787"/>
                <a:gd name="T79" fmla="*/ 602 h 787"/>
                <a:gd name="T80" fmla="*/ 4 w 787"/>
                <a:gd name="T81" fmla="*/ 589 h 787"/>
                <a:gd name="T82" fmla="*/ 12 w 787"/>
                <a:gd name="T83" fmla="*/ 578 h 787"/>
                <a:gd name="T84" fmla="*/ 196 w 787"/>
                <a:gd name="T85" fmla="*/ 394 h 787"/>
                <a:gd name="T86" fmla="*/ 12 w 787"/>
                <a:gd name="T87" fmla="*/ 209 h 787"/>
                <a:gd name="T88" fmla="*/ 4 w 787"/>
                <a:gd name="T89" fmla="*/ 199 h 787"/>
                <a:gd name="T90" fmla="*/ 0 w 787"/>
                <a:gd name="T91" fmla="*/ 185 h 787"/>
                <a:gd name="T92" fmla="*/ 0 w 787"/>
                <a:gd name="T93" fmla="*/ 172 h 787"/>
                <a:gd name="T94" fmla="*/ 4 w 787"/>
                <a:gd name="T95" fmla="*/ 160 h 787"/>
                <a:gd name="T96" fmla="*/ 12 w 787"/>
                <a:gd name="T97" fmla="*/ 149 h 787"/>
                <a:gd name="T98" fmla="*/ 149 w 787"/>
                <a:gd name="T99" fmla="*/ 12 h 787"/>
                <a:gd name="T100" fmla="*/ 160 w 787"/>
                <a:gd name="T101" fmla="*/ 4 h 787"/>
                <a:gd name="T102" fmla="*/ 173 w 787"/>
                <a:gd name="T103" fmla="*/ 0 h 787"/>
                <a:gd name="T104" fmla="*/ 185 w 787"/>
                <a:gd name="T105" fmla="*/ 0 h 7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787" h="787">
                  <a:moveTo>
                    <a:pt x="185" y="0"/>
                  </a:moveTo>
                  <a:lnTo>
                    <a:pt x="198" y="4"/>
                  </a:lnTo>
                  <a:lnTo>
                    <a:pt x="209" y="12"/>
                  </a:lnTo>
                  <a:lnTo>
                    <a:pt x="394" y="196"/>
                  </a:lnTo>
                  <a:lnTo>
                    <a:pt x="578" y="12"/>
                  </a:lnTo>
                  <a:lnTo>
                    <a:pt x="589" y="4"/>
                  </a:lnTo>
                  <a:lnTo>
                    <a:pt x="602" y="0"/>
                  </a:lnTo>
                  <a:lnTo>
                    <a:pt x="615" y="0"/>
                  </a:lnTo>
                  <a:lnTo>
                    <a:pt x="627" y="4"/>
                  </a:lnTo>
                  <a:lnTo>
                    <a:pt x="638" y="12"/>
                  </a:lnTo>
                  <a:lnTo>
                    <a:pt x="775" y="149"/>
                  </a:lnTo>
                  <a:lnTo>
                    <a:pt x="784" y="160"/>
                  </a:lnTo>
                  <a:lnTo>
                    <a:pt x="787" y="172"/>
                  </a:lnTo>
                  <a:lnTo>
                    <a:pt x="787" y="185"/>
                  </a:lnTo>
                  <a:lnTo>
                    <a:pt x="784" y="199"/>
                  </a:lnTo>
                  <a:lnTo>
                    <a:pt x="775" y="209"/>
                  </a:lnTo>
                  <a:lnTo>
                    <a:pt x="591" y="394"/>
                  </a:lnTo>
                  <a:lnTo>
                    <a:pt x="775" y="578"/>
                  </a:lnTo>
                  <a:lnTo>
                    <a:pt x="784" y="589"/>
                  </a:lnTo>
                  <a:lnTo>
                    <a:pt x="787" y="602"/>
                  </a:lnTo>
                  <a:lnTo>
                    <a:pt x="787" y="615"/>
                  </a:lnTo>
                  <a:lnTo>
                    <a:pt x="784" y="627"/>
                  </a:lnTo>
                  <a:lnTo>
                    <a:pt x="775" y="638"/>
                  </a:lnTo>
                  <a:lnTo>
                    <a:pt x="638" y="775"/>
                  </a:lnTo>
                  <a:lnTo>
                    <a:pt x="627" y="783"/>
                  </a:lnTo>
                  <a:lnTo>
                    <a:pt x="615" y="787"/>
                  </a:lnTo>
                  <a:lnTo>
                    <a:pt x="602" y="787"/>
                  </a:lnTo>
                  <a:lnTo>
                    <a:pt x="589" y="783"/>
                  </a:lnTo>
                  <a:lnTo>
                    <a:pt x="578" y="775"/>
                  </a:lnTo>
                  <a:lnTo>
                    <a:pt x="394" y="591"/>
                  </a:lnTo>
                  <a:lnTo>
                    <a:pt x="209" y="775"/>
                  </a:lnTo>
                  <a:lnTo>
                    <a:pt x="198" y="783"/>
                  </a:lnTo>
                  <a:lnTo>
                    <a:pt x="185" y="787"/>
                  </a:lnTo>
                  <a:lnTo>
                    <a:pt x="173" y="787"/>
                  </a:lnTo>
                  <a:lnTo>
                    <a:pt x="160" y="783"/>
                  </a:lnTo>
                  <a:lnTo>
                    <a:pt x="149" y="775"/>
                  </a:lnTo>
                  <a:lnTo>
                    <a:pt x="12" y="638"/>
                  </a:lnTo>
                  <a:lnTo>
                    <a:pt x="4" y="627"/>
                  </a:lnTo>
                  <a:lnTo>
                    <a:pt x="0" y="615"/>
                  </a:lnTo>
                  <a:lnTo>
                    <a:pt x="0" y="602"/>
                  </a:lnTo>
                  <a:lnTo>
                    <a:pt x="4" y="589"/>
                  </a:lnTo>
                  <a:lnTo>
                    <a:pt x="12" y="578"/>
                  </a:lnTo>
                  <a:lnTo>
                    <a:pt x="196" y="394"/>
                  </a:lnTo>
                  <a:lnTo>
                    <a:pt x="12" y="209"/>
                  </a:lnTo>
                  <a:lnTo>
                    <a:pt x="4" y="199"/>
                  </a:lnTo>
                  <a:lnTo>
                    <a:pt x="0" y="185"/>
                  </a:lnTo>
                  <a:lnTo>
                    <a:pt x="0" y="172"/>
                  </a:lnTo>
                  <a:lnTo>
                    <a:pt x="4" y="160"/>
                  </a:lnTo>
                  <a:lnTo>
                    <a:pt x="12" y="149"/>
                  </a:lnTo>
                  <a:lnTo>
                    <a:pt x="149" y="12"/>
                  </a:lnTo>
                  <a:lnTo>
                    <a:pt x="160" y="4"/>
                  </a:lnTo>
                  <a:lnTo>
                    <a:pt x="173" y="0"/>
                  </a:lnTo>
                  <a:lnTo>
                    <a:pt x="185" y="0"/>
                  </a:lnTo>
                  <a:close/>
                </a:path>
              </a:pathLst>
            </a:custGeom>
            <a:solidFill>
              <a:schemeClr val="bg1"/>
            </a:solidFill>
            <a:ln w="0">
              <a:noFill/>
              <a:prstDash val="solid"/>
              <a:round/>
              <a:headEnd/>
              <a:tailEnd/>
            </a:ln>
          </p:spPr>
          <p:txBody>
            <a:bodyPr wrap="square" lIns="91440" tIns="45720" rIns="91440" bIns="45720" anchor="ctr">
              <a:noAutofit/>
            </a:bodyPr>
            <a:lstStyle/>
            <a:p>
              <a:pPr algn="ctr"/>
              <a:endParaRPr>
                <a:cs typeface="+mn-ea"/>
                <a:sym typeface="+mn-lt"/>
              </a:endParaRPr>
            </a:p>
          </p:txBody>
        </p:sp>
        <p:sp>
          <p:nvSpPr>
            <p:cNvPr id="24" name="任意多边形: 形状 23">
              <a:extLst>
                <a:ext uri="{FF2B5EF4-FFF2-40B4-BE49-F238E27FC236}">
                  <a16:creationId xmlns:a16="http://schemas.microsoft.com/office/drawing/2014/main" id="{5C38E8BB-79BA-F372-5A85-A559AC22FB44}"/>
                </a:ext>
              </a:extLst>
            </p:cNvPr>
            <p:cNvSpPr/>
            <p:nvPr/>
          </p:nvSpPr>
          <p:spPr bwMode="auto">
            <a:xfrm>
              <a:off x="2995215" y="2810732"/>
              <a:ext cx="108194" cy="108075"/>
            </a:xfrm>
            <a:custGeom>
              <a:avLst/>
              <a:gdLst>
                <a:gd name="T0" fmla="*/ 452 w 904"/>
                <a:gd name="T1" fmla="*/ 0 h 903"/>
                <a:gd name="T2" fmla="*/ 505 w 904"/>
                <a:gd name="T3" fmla="*/ 4 h 903"/>
                <a:gd name="T4" fmla="*/ 555 w 904"/>
                <a:gd name="T5" fmla="*/ 12 h 903"/>
                <a:gd name="T6" fmla="*/ 604 w 904"/>
                <a:gd name="T7" fmla="*/ 27 h 903"/>
                <a:gd name="T8" fmla="*/ 651 w 904"/>
                <a:gd name="T9" fmla="*/ 46 h 903"/>
                <a:gd name="T10" fmla="*/ 694 w 904"/>
                <a:gd name="T11" fmla="*/ 71 h 903"/>
                <a:gd name="T12" fmla="*/ 735 w 904"/>
                <a:gd name="T13" fmla="*/ 100 h 903"/>
                <a:gd name="T14" fmla="*/ 771 w 904"/>
                <a:gd name="T15" fmla="*/ 133 h 903"/>
                <a:gd name="T16" fmla="*/ 804 w 904"/>
                <a:gd name="T17" fmla="*/ 169 h 903"/>
                <a:gd name="T18" fmla="*/ 833 w 904"/>
                <a:gd name="T19" fmla="*/ 210 h 903"/>
                <a:gd name="T20" fmla="*/ 858 w 904"/>
                <a:gd name="T21" fmla="*/ 253 h 903"/>
                <a:gd name="T22" fmla="*/ 878 w 904"/>
                <a:gd name="T23" fmla="*/ 300 h 903"/>
                <a:gd name="T24" fmla="*/ 892 w 904"/>
                <a:gd name="T25" fmla="*/ 348 h 903"/>
                <a:gd name="T26" fmla="*/ 900 w 904"/>
                <a:gd name="T27" fmla="*/ 400 h 903"/>
                <a:gd name="T28" fmla="*/ 904 w 904"/>
                <a:gd name="T29" fmla="*/ 452 h 903"/>
                <a:gd name="T30" fmla="*/ 900 w 904"/>
                <a:gd name="T31" fmla="*/ 505 h 903"/>
                <a:gd name="T32" fmla="*/ 892 w 904"/>
                <a:gd name="T33" fmla="*/ 556 h 903"/>
                <a:gd name="T34" fmla="*/ 878 w 904"/>
                <a:gd name="T35" fmla="*/ 605 h 903"/>
                <a:gd name="T36" fmla="*/ 858 w 904"/>
                <a:gd name="T37" fmla="*/ 650 h 903"/>
                <a:gd name="T38" fmla="*/ 833 w 904"/>
                <a:gd name="T39" fmla="*/ 694 h 903"/>
                <a:gd name="T40" fmla="*/ 804 w 904"/>
                <a:gd name="T41" fmla="*/ 734 h 903"/>
                <a:gd name="T42" fmla="*/ 771 w 904"/>
                <a:gd name="T43" fmla="*/ 771 h 903"/>
                <a:gd name="T44" fmla="*/ 735 w 904"/>
                <a:gd name="T45" fmla="*/ 804 h 903"/>
                <a:gd name="T46" fmla="*/ 694 w 904"/>
                <a:gd name="T47" fmla="*/ 834 h 903"/>
                <a:gd name="T48" fmla="*/ 651 w 904"/>
                <a:gd name="T49" fmla="*/ 858 h 903"/>
                <a:gd name="T50" fmla="*/ 604 w 904"/>
                <a:gd name="T51" fmla="*/ 877 h 903"/>
                <a:gd name="T52" fmla="*/ 555 w 904"/>
                <a:gd name="T53" fmla="*/ 893 h 903"/>
                <a:gd name="T54" fmla="*/ 505 w 904"/>
                <a:gd name="T55" fmla="*/ 901 h 903"/>
                <a:gd name="T56" fmla="*/ 452 w 904"/>
                <a:gd name="T57" fmla="*/ 903 h 903"/>
                <a:gd name="T58" fmla="*/ 399 w 904"/>
                <a:gd name="T59" fmla="*/ 901 h 903"/>
                <a:gd name="T60" fmla="*/ 349 w 904"/>
                <a:gd name="T61" fmla="*/ 893 h 903"/>
                <a:gd name="T62" fmla="*/ 300 w 904"/>
                <a:gd name="T63" fmla="*/ 877 h 903"/>
                <a:gd name="T64" fmla="*/ 253 w 904"/>
                <a:gd name="T65" fmla="*/ 858 h 903"/>
                <a:gd name="T66" fmla="*/ 210 w 904"/>
                <a:gd name="T67" fmla="*/ 834 h 903"/>
                <a:gd name="T68" fmla="*/ 170 w 904"/>
                <a:gd name="T69" fmla="*/ 804 h 903"/>
                <a:gd name="T70" fmla="*/ 133 w 904"/>
                <a:gd name="T71" fmla="*/ 771 h 903"/>
                <a:gd name="T72" fmla="*/ 99 w 904"/>
                <a:gd name="T73" fmla="*/ 734 h 903"/>
                <a:gd name="T74" fmla="*/ 70 w 904"/>
                <a:gd name="T75" fmla="*/ 694 h 903"/>
                <a:gd name="T76" fmla="*/ 47 w 904"/>
                <a:gd name="T77" fmla="*/ 650 h 903"/>
                <a:gd name="T78" fmla="*/ 27 w 904"/>
                <a:gd name="T79" fmla="*/ 605 h 903"/>
                <a:gd name="T80" fmla="*/ 12 w 904"/>
                <a:gd name="T81" fmla="*/ 556 h 903"/>
                <a:gd name="T82" fmla="*/ 3 w 904"/>
                <a:gd name="T83" fmla="*/ 505 h 903"/>
                <a:gd name="T84" fmla="*/ 0 w 904"/>
                <a:gd name="T85" fmla="*/ 452 h 903"/>
                <a:gd name="T86" fmla="*/ 3 w 904"/>
                <a:gd name="T87" fmla="*/ 400 h 903"/>
                <a:gd name="T88" fmla="*/ 12 w 904"/>
                <a:gd name="T89" fmla="*/ 348 h 903"/>
                <a:gd name="T90" fmla="*/ 27 w 904"/>
                <a:gd name="T91" fmla="*/ 300 h 903"/>
                <a:gd name="T92" fmla="*/ 47 w 904"/>
                <a:gd name="T93" fmla="*/ 253 h 903"/>
                <a:gd name="T94" fmla="*/ 70 w 904"/>
                <a:gd name="T95" fmla="*/ 210 h 903"/>
                <a:gd name="T96" fmla="*/ 99 w 904"/>
                <a:gd name="T97" fmla="*/ 169 h 903"/>
                <a:gd name="T98" fmla="*/ 133 w 904"/>
                <a:gd name="T99" fmla="*/ 133 h 903"/>
                <a:gd name="T100" fmla="*/ 170 w 904"/>
                <a:gd name="T101" fmla="*/ 100 h 903"/>
                <a:gd name="T102" fmla="*/ 210 w 904"/>
                <a:gd name="T103" fmla="*/ 71 h 903"/>
                <a:gd name="T104" fmla="*/ 253 w 904"/>
                <a:gd name="T105" fmla="*/ 46 h 903"/>
                <a:gd name="T106" fmla="*/ 300 w 904"/>
                <a:gd name="T107" fmla="*/ 27 h 903"/>
                <a:gd name="T108" fmla="*/ 349 w 904"/>
                <a:gd name="T109" fmla="*/ 12 h 903"/>
                <a:gd name="T110" fmla="*/ 399 w 904"/>
                <a:gd name="T111" fmla="*/ 4 h 903"/>
                <a:gd name="T112" fmla="*/ 452 w 904"/>
                <a:gd name="T113" fmla="*/ 0 h 9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904" h="903">
                  <a:moveTo>
                    <a:pt x="452" y="0"/>
                  </a:moveTo>
                  <a:lnTo>
                    <a:pt x="505" y="4"/>
                  </a:lnTo>
                  <a:lnTo>
                    <a:pt x="555" y="12"/>
                  </a:lnTo>
                  <a:lnTo>
                    <a:pt x="604" y="27"/>
                  </a:lnTo>
                  <a:lnTo>
                    <a:pt x="651" y="46"/>
                  </a:lnTo>
                  <a:lnTo>
                    <a:pt x="694" y="71"/>
                  </a:lnTo>
                  <a:lnTo>
                    <a:pt x="735" y="100"/>
                  </a:lnTo>
                  <a:lnTo>
                    <a:pt x="771" y="133"/>
                  </a:lnTo>
                  <a:lnTo>
                    <a:pt x="804" y="169"/>
                  </a:lnTo>
                  <a:lnTo>
                    <a:pt x="833" y="210"/>
                  </a:lnTo>
                  <a:lnTo>
                    <a:pt x="858" y="253"/>
                  </a:lnTo>
                  <a:lnTo>
                    <a:pt x="878" y="300"/>
                  </a:lnTo>
                  <a:lnTo>
                    <a:pt x="892" y="348"/>
                  </a:lnTo>
                  <a:lnTo>
                    <a:pt x="900" y="400"/>
                  </a:lnTo>
                  <a:lnTo>
                    <a:pt x="904" y="452"/>
                  </a:lnTo>
                  <a:lnTo>
                    <a:pt x="900" y="505"/>
                  </a:lnTo>
                  <a:lnTo>
                    <a:pt x="892" y="556"/>
                  </a:lnTo>
                  <a:lnTo>
                    <a:pt x="878" y="605"/>
                  </a:lnTo>
                  <a:lnTo>
                    <a:pt x="858" y="650"/>
                  </a:lnTo>
                  <a:lnTo>
                    <a:pt x="833" y="694"/>
                  </a:lnTo>
                  <a:lnTo>
                    <a:pt x="804" y="734"/>
                  </a:lnTo>
                  <a:lnTo>
                    <a:pt x="771" y="771"/>
                  </a:lnTo>
                  <a:lnTo>
                    <a:pt x="735" y="804"/>
                  </a:lnTo>
                  <a:lnTo>
                    <a:pt x="694" y="834"/>
                  </a:lnTo>
                  <a:lnTo>
                    <a:pt x="651" y="858"/>
                  </a:lnTo>
                  <a:lnTo>
                    <a:pt x="604" y="877"/>
                  </a:lnTo>
                  <a:lnTo>
                    <a:pt x="555" y="893"/>
                  </a:lnTo>
                  <a:lnTo>
                    <a:pt x="505" y="901"/>
                  </a:lnTo>
                  <a:lnTo>
                    <a:pt x="452" y="903"/>
                  </a:lnTo>
                  <a:lnTo>
                    <a:pt x="399" y="901"/>
                  </a:lnTo>
                  <a:lnTo>
                    <a:pt x="349" y="893"/>
                  </a:lnTo>
                  <a:lnTo>
                    <a:pt x="300" y="877"/>
                  </a:lnTo>
                  <a:lnTo>
                    <a:pt x="253" y="858"/>
                  </a:lnTo>
                  <a:lnTo>
                    <a:pt x="210" y="834"/>
                  </a:lnTo>
                  <a:lnTo>
                    <a:pt x="170" y="804"/>
                  </a:lnTo>
                  <a:lnTo>
                    <a:pt x="133" y="771"/>
                  </a:lnTo>
                  <a:lnTo>
                    <a:pt x="99" y="734"/>
                  </a:lnTo>
                  <a:lnTo>
                    <a:pt x="70" y="694"/>
                  </a:lnTo>
                  <a:lnTo>
                    <a:pt x="47" y="650"/>
                  </a:lnTo>
                  <a:lnTo>
                    <a:pt x="27" y="605"/>
                  </a:lnTo>
                  <a:lnTo>
                    <a:pt x="12" y="556"/>
                  </a:lnTo>
                  <a:lnTo>
                    <a:pt x="3" y="505"/>
                  </a:lnTo>
                  <a:lnTo>
                    <a:pt x="0" y="452"/>
                  </a:lnTo>
                  <a:lnTo>
                    <a:pt x="3" y="400"/>
                  </a:lnTo>
                  <a:lnTo>
                    <a:pt x="12" y="348"/>
                  </a:lnTo>
                  <a:lnTo>
                    <a:pt x="27" y="300"/>
                  </a:lnTo>
                  <a:lnTo>
                    <a:pt x="47" y="253"/>
                  </a:lnTo>
                  <a:lnTo>
                    <a:pt x="70" y="210"/>
                  </a:lnTo>
                  <a:lnTo>
                    <a:pt x="99" y="169"/>
                  </a:lnTo>
                  <a:lnTo>
                    <a:pt x="133" y="133"/>
                  </a:lnTo>
                  <a:lnTo>
                    <a:pt x="170" y="100"/>
                  </a:lnTo>
                  <a:lnTo>
                    <a:pt x="210" y="71"/>
                  </a:lnTo>
                  <a:lnTo>
                    <a:pt x="253" y="46"/>
                  </a:lnTo>
                  <a:lnTo>
                    <a:pt x="300" y="27"/>
                  </a:lnTo>
                  <a:lnTo>
                    <a:pt x="349" y="12"/>
                  </a:lnTo>
                  <a:lnTo>
                    <a:pt x="399" y="4"/>
                  </a:lnTo>
                  <a:lnTo>
                    <a:pt x="452" y="0"/>
                  </a:lnTo>
                  <a:close/>
                </a:path>
              </a:pathLst>
            </a:custGeom>
            <a:solidFill>
              <a:schemeClr val="bg1"/>
            </a:solidFill>
            <a:ln w="0">
              <a:noFill/>
              <a:prstDash val="solid"/>
              <a:round/>
              <a:headEnd/>
              <a:tailEnd/>
            </a:ln>
          </p:spPr>
          <p:txBody>
            <a:bodyPr wrap="square" lIns="91440" tIns="45720" rIns="91440" bIns="45720" anchor="ctr">
              <a:noAutofit/>
            </a:bodyPr>
            <a:lstStyle/>
            <a:p>
              <a:pPr algn="ctr"/>
              <a:endParaRPr>
                <a:cs typeface="+mn-ea"/>
                <a:sym typeface="+mn-lt"/>
              </a:endParaRPr>
            </a:p>
          </p:txBody>
        </p:sp>
        <p:sp>
          <p:nvSpPr>
            <p:cNvPr id="26" name="任意多边形: 形状 25">
              <a:extLst>
                <a:ext uri="{FF2B5EF4-FFF2-40B4-BE49-F238E27FC236}">
                  <a16:creationId xmlns:a16="http://schemas.microsoft.com/office/drawing/2014/main" id="{2BD24369-217E-369F-CDFA-BB436CED1D09}"/>
                </a:ext>
              </a:extLst>
            </p:cNvPr>
            <p:cNvSpPr/>
            <p:nvPr/>
          </p:nvSpPr>
          <p:spPr bwMode="auto">
            <a:xfrm>
              <a:off x="2694687" y="2791582"/>
              <a:ext cx="106998" cy="331165"/>
            </a:xfrm>
            <a:custGeom>
              <a:avLst/>
              <a:gdLst>
                <a:gd name="T0" fmla="*/ 377 w 894"/>
                <a:gd name="T1" fmla="*/ 3 h 2767"/>
                <a:gd name="T2" fmla="*/ 384 w 894"/>
                <a:gd name="T3" fmla="*/ 22 h 2767"/>
                <a:gd name="T4" fmla="*/ 301 w 894"/>
                <a:gd name="T5" fmla="*/ 274 h 2767"/>
                <a:gd name="T6" fmla="*/ 210 w 894"/>
                <a:gd name="T7" fmla="*/ 518 h 2767"/>
                <a:gd name="T8" fmla="*/ 148 w 894"/>
                <a:gd name="T9" fmla="*/ 762 h 2767"/>
                <a:gd name="T10" fmla="*/ 118 w 894"/>
                <a:gd name="T11" fmla="*/ 1003 h 2767"/>
                <a:gd name="T12" fmla="*/ 118 w 894"/>
                <a:gd name="T13" fmla="*/ 1240 h 2767"/>
                <a:gd name="T14" fmla="*/ 145 w 894"/>
                <a:gd name="T15" fmla="*/ 1465 h 2767"/>
                <a:gd name="T16" fmla="*/ 202 w 894"/>
                <a:gd name="T17" fmla="*/ 1685 h 2767"/>
                <a:gd name="T18" fmla="*/ 285 w 894"/>
                <a:gd name="T19" fmla="*/ 1901 h 2767"/>
                <a:gd name="T20" fmla="*/ 371 w 894"/>
                <a:gd name="T21" fmla="*/ 2068 h 2767"/>
                <a:gd name="T22" fmla="*/ 441 w 894"/>
                <a:gd name="T23" fmla="*/ 2182 h 2767"/>
                <a:gd name="T24" fmla="*/ 514 w 894"/>
                <a:gd name="T25" fmla="*/ 2285 h 2767"/>
                <a:gd name="T26" fmla="*/ 585 w 894"/>
                <a:gd name="T27" fmla="*/ 2377 h 2767"/>
                <a:gd name="T28" fmla="*/ 653 w 894"/>
                <a:gd name="T29" fmla="*/ 2456 h 2767"/>
                <a:gd name="T30" fmla="*/ 717 w 894"/>
                <a:gd name="T31" fmla="*/ 2524 h 2767"/>
                <a:gd name="T32" fmla="*/ 772 w 894"/>
                <a:gd name="T33" fmla="*/ 2578 h 2767"/>
                <a:gd name="T34" fmla="*/ 818 w 894"/>
                <a:gd name="T35" fmla="*/ 2620 h 2767"/>
                <a:gd name="T36" fmla="*/ 851 w 894"/>
                <a:gd name="T37" fmla="*/ 2648 h 2767"/>
                <a:gd name="T38" fmla="*/ 869 w 894"/>
                <a:gd name="T39" fmla="*/ 2662 h 2767"/>
                <a:gd name="T40" fmla="*/ 882 w 894"/>
                <a:gd name="T41" fmla="*/ 2675 h 2767"/>
                <a:gd name="T42" fmla="*/ 893 w 894"/>
                <a:gd name="T43" fmla="*/ 2703 h 2767"/>
                <a:gd name="T44" fmla="*/ 890 w 894"/>
                <a:gd name="T45" fmla="*/ 2731 h 2767"/>
                <a:gd name="T46" fmla="*/ 869 w 894"/>
                <a:gd name="T47" fmla="*/ 2757 h 2767"/>
                <a:gd name="T48" fmla="*/ 838 w 894"/>
                <a:gd name="T49" fmla="*/ 2767 h 2767"/>
                <a:gd name="T50" fmla="*/ 803 w 894"/>
                <a:gd name="T51" fmla="*/ 2756 h 2767"/>
                <a:gd name="T52" fmla="*/ 791 w 894"/>
                <a:gd name="T53" fmla="*/ 2746 h 2767"/>
                <a:gd name="T54" fmla="*/ 761 w 894"/>
                <a:gd name="T55" fmla="*/ 2722 h 2767"/>
                <a:gd name="T56" fmla="*/ 719 w 894"/>
                <a:gd name="T57" fmla="*/ 2685 h 2767"/>
                <a:gd name="T58" fmla="*/ 665 w 894"/>
                <a:gd name="T59" fmla="*/ 2634 h 2767"/>
                <a:gd name="T60" fmla="*/ 603 w 894"/>
                <a:gd name="T61" fmla="*/ 2571 h 2767"/>
                <a:gd name="T62" fmla="*/ 534 w 894"/>
                <a:gd name="T63" fmla="*/ 2494 h 2767"/>
                <a:gd name="T64" fmla="*/ 460 w 894"/>
                <a:gd name="T65" fmla="*/ 2405 h 2767"/>
                <a:gd name="T66" fmla="*/ 385 w 894"/>
                <a:gd name="T67" fmla="*/ 2303 h 2767"/>
                <a:gd name="T68" fmla="*/ 311 w 894"/>
                <a:gd name="T69" fmla="*/ 2190 h 2767"/>
                <a:gd name="T70" fmla="*/ 238 w 894"/>
                <a:gd name="T71" fmla="*/ 2064 h 2767"/>
                <a:gd name="T72" fmla="*/ 146 w 894"/>
                <a:gd name="T73" fmla="*/ 1867 h 2767"/>
                <a:gd name="T74" fmla="*/ 76 w 894"/>
                <a:gd name="T75" fmla="*/ 1665 h 2767"/>
                <a:gd name="T76" fmla="*/ 28 w 894"/>
                <a:gd name="T77" fmla="*/ 1460 h 2767"/>
                <a:gd name="T78" fmla="*/ 3 w 894"/>
                <a:gd name="T79" fmla="*/ 1251 h 2767"/>
                <a:gd name="T80" fmla="*/ 2 w 894"/>
                <a:gd name="T81" fmla="*/ 1026 h 2767"/>
                <a:gd name="T82" fmla="*/ 26 w 894"/>
                <a:gd name="T83" fmla="*/ 798 h 2767"/>
                <a:gd name="T84" fmla="*/ 76 w 894"/>
                <a:gd name="T85" fmla="*/ 568 h 2767"/>
                <a:gd name="T86" fmla="*/ 152 w 894"/>
                <a:gd name="T87" fmla="*/ 338 h 2767"/>
                <a:gd name="T88" fmla="*/ 97 w 894"/>
                <a:gd name="T89" fmla="*/ 171 h 2767"/>
                <a:gd name="T90" fmla="*/ 361 w 894"/>
                <a:gd name="T91" fmla="*/ 0 h 27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894" h="2767">
                  <a:moveTo>
                    <a:pt x="370" y="0"/>
                  </a:moveTo>
                  <a:lnTo>
                    <a:pt x="377" y="3"/>
                  </a:lnTo>
                  <a:lnTo>
                    <a:pt x="382" y="11"/>
                  </a:lnTo>
                  <a:lnTo>
                    <a:pt x="384" y="22"/>
                  </a:lnTo>
                  <a:lnTo>
                    <a:pt x="402" y="324"/>
                  </a:lnTo>
                  <a:lnTo>
                    <a:pt x="301" y="274"/>
                  </a:lnTo>
                  <a:lnTo>
                    <a:pt x="252" y="396"/>
                  </a:lnTo>
                  <a:lnTo>
                    <a:pt x="210" y="518"/>
                  </a:lnTo>
                  <a:lnTo>
                    <a:pt x="176" y="640"/>
                  </a:lnTo>
                  <a:lnTo>
                    <a:pt x="148" y="762"/>
                  </a:lnTo>
                  <a:lnTo>
                    <a:pt x="130" y="882"/>
                  </a:lnTo>
                  <a:lnTo>
                    <a:pt x="118" y="1003"/>
                  </a:lnTo>
                  <a:lnTo>
                    <a:pt x="113" y="1122"/>
                  </a:lnTo>
                  <a:lnTo>
                    <a:pt x="118" y="1240"/>
                  </a:lnTo>
                  <a:lnTo>
                    <a:pt x="128" y="1354"/>
                  </a:lnTo>
                  <a:lnTo>
                    <a:pt x="145" y="1465"/>
                  </a:lnTo>
                  <a:lnTo>
                    <a:pt x="170" y="1576"/>
                  </a:lnTo>
                  <a:lnTo>
                    <a:pt x="202" y="1685"/>
                  </a:lnTo>
                  <a:lnTo>
                    <a:pt x="240" y="1793"/>
                  </a:lnTo>
                  <a:lnTo>
                    <a:pt x="285" y="1901"/>
                  </a:lnTo>
                  <a:lnTo>
                    <a:pt x="337" y="2006"/>
                  </a:lnTo>
                  <a:lnTo>
                    <a:pt x="371" y="2068"/>
                  </a:lnTo>
                  <a:lnTo>
                    <a:pt x="406" y="2126"/>
                  </a:lnTo>
                  <a:lnTo>
                    <a:pt x="441" y="2182"/>
                  </a:lnTo>
                  <a:lnTo>
                    <a:pt x="477" y="2235"/>
                  </a:lnTo>
                  <a:lnTo>
                    <a:pt x="514" y="2285"/>
                  </a:lnTo>
                  <a:lnTo>
                    <a:pt x="550" y="2333"/>
                  </a:lnTo>
                  <a:lnTo>
                    <a:pt x="585" y="2377"/>
                  </a:lnTo>
                  <a:lnTo>
                    <a:pt x="619" y="2418"/>
                  </a:lnTo>
                  <a:lnTo>
                    <a:pt x="653" y="2456"/>
                  </a:lnTo>
                  <a:lnTo>
                    <a:pt x="686" y="2491"/>
                  </a:lnTo>
                  <a:lnTo>
                    <a:pt x="717" y="2524"/>
                  </a:lnTo>
                  <a:lnTo>
                    <a:pt x="746" y="2552"/>
                  </a:lnTo>
                  <a:lnTo>
                    <a:pt x="772" y="2578"/>
                  </a:lnTo>
                  <a:lnTo>
                    <a:pt x="796" y="2600"/>
                  </a:lnTo>
                  <a:lnTo>
                    <a:pt x="818" y="2620"/>
                  </a:lnTo>
                  <a:lnTo>
                    <a:pt x="837" y="2635"/>
                  </a:lnTo>
                  <a:lnTo>
                    <a:pt x="851" y="2648"/>
                  </a:lnTo>
                  <a:lnTo>
                    <a:pt x="862" y="2657"/>
                  </a:lnTo>
                  <a:lnTo>
                    <a:pt x="869" y="2662"/>
                  </a:lnTo>
                  <a:lnTo>
                    <a:pt x="871" y="2664"/>
                  </a:lnTo>
                  <a:lnTo>
                    <a:pt x="882" y="2675"/>
                  </a:lnTo>
                  <a:lnTo>
                    <a:pt x="890" y="2688"/>
                  </a:lnTo>
                  <a:lnTo>
                    <a:pt x="893" y="2703"/>
                  </a:lnTo>
                  <a:lnTo>
                    <a:pt x="894" y="2717"/>
                  </a:lnTo>
                  <a:lnTo>
                    <a:pt x="890" y="2731"/>
                  </a:lnTo>
                  <a:lnTo>
                    <a:pt x="882" y="2744"/>
                  </a:lnTo>
                  <a:lnTo>
                    <a:pt x="869" y="2757"/>
                  </a:lnTo>
                  <a:lnTo>
                    <a:pt x="854" y="2765"/>
                  </a:lnTo>
                  <a:lnTo>
                    <a:pt x="838" y="2767"/>
                  </a:lnTo>
                  <a:lnTo>
                    <a:pt x="819" y="2765"/>
                  </a:lnTo>
                  <a:lnTo>
                    <a:pt x="803" y="2756"/>
                  </a:lnTo>
                  <a:lnTo>
                    <a:pt x="798" y="2753"/>
                  </a:lnTo>
                  <a:lnTo>
                    <a:pt x="791" y="2746"/>
                  </a:lnTo>
                  <a:lnTo>
                    <a:pt x="778" y="2735"/>
                  </a:lnTo>
                  <a:lnTo>
                    <a:pt x="761" y="2722"/>
                  </a:lnTo>
                  <a:lnTo>
                    <a:pt x="742" y="2705"/>
                  </a:lnTo>
                  <a:lnTo>
                    <a:pt x="719" y="2685"/>
                  </a:lnTo>
                  <a:lnTo>
                    <a:pt x="694" y="2661"/>
                  </a:lnTo>
                  <a:lnTo>
                    <a:pt x="665" y="2634"/>
                  </a:lnTo>
                  <a:lnTo>
                    <a:pt x="636" y="2604"/>
                  </a:lnTo>
                  <a:lnTo>
                    <a:pt x="603" y="2571"/>
                  </a:lnTo>
                  <a:lnTo>
                    <a:pt x="569" y="2535"/>
                  </a:lnTo>
                  <a:lnTo>
                    <a:pt x="534" y="2494"/>
                  </a:lnTo>
                  <a:lnTo>
                    <a:pt x="497" y="2452"/>
                  </a:lnTo>
                  <a:lnTo>
                    <a:pt x="460" y="2405"/>
                  </a:lnTo>
                  <a:lnTo>
                    <a:pt x="423" y="2356"/>
                  </a:lnTo>
                  <a:lnTo>
                    <a:pt x="385" y="2303"/>
                  </a:lnTo>
                  <a:lnTo>
                    <a:pt x="348" y="2248"/>
                  </a:lnTo>
                  <a:lnTo>
                    <a:pt x="311" y="2190"/>
                  </a:lnTo>
                  <a:lnTo>
                    <a:pt x="274" y="2128"/>
                  </a:lnTo>
                  <a:lnTo>
                    <a:pt x="238" y="2064"/>
                  </a:lnTo>
                  <a:lnTo>
                    <a:pt x="190" y="1966"/>
                  </a:lnTo>
                  <a:lnTo>
                    <a:pt x="146" y="1867"/>
                  </a:lnTo>
                  <a:lnTo>
                    <a:pt x="108" y="1767"/>
                  </a:lnTo>
                  <a:lnTo>
                    <a:pt x="76" y="1665"/>
                  </a:lnTo>
                  <a:lnTo>
                    <a:pt x="50" y="1563"/>
                  </a:lnTo>
                  <a:lnTo>
                    <a:pt x="28" y="1460"/>
                  </a:lnTo>
                  <a:lnTo>
                    <a:pt x="13" y="1356"/>
                  </a:lnTo>
                  <a:lnTo>
                    <a:pt x="3" y="1251"/>
                  </a:lnTo>
                  <a:lnTo>
                    <a:pt x="0" y="1139"/>
                  </a:lnTo>
                  <a:lnTo>
                    <a:pt x="2" y="1026"/>
                  </a:lnTo>
                  <a:lnTo>
                    <a:pt x="11" y="913"/>
                  </a:lnTo>
                  <a:lnTo>
                    <a:pt x="26" y="798"/>
                  </a:lnTo>
                  <a:lnTo>
                    <a:pt x="48" y="684"/>
                  </a:lnTo>
                  <a:lnTo>
                    <a:pt x="76" y="568"/>
                  </a:lnTo>
                  <a:lnTo>
                    <a:pt x="111" y="454"/>
                  </a:lnTo>
                  <a:lnTo>
                    <a:pt x="152" y="338"/>
                  </a:lnTo>
                  <a:lnTo>
                    <a:pt x="200" y="223"/>
                  </a:lnTo>
                  <a:lnTo>
                    <a:pt x="97" y="171"/>
                  </a:lnTo>
                  <a:lnTo>
                    <a:pt x="350" y="4"/>
                  </a:lnTo>
                  <a:lnTo>
                    <a:pt x="361" y="0"/>
                  </a:lnTo>
                  <a:lnTo>
                    <a:pt x="370" y="0"/>
                  </a:lnTo>
                  <a:close/>
                </a:path>
              </a:pathLst>
            </a:custGeom>
            <a:solidFill>
              <a:schemeClr val="bg1"/>
            </a:solidFill>
            <a:ln w="0">
              <a:noFill/>
              <a:prstDash val="solid"/>
              <a:round/>
              <a:headEnd/>
              <a:tailEnd/>
            </a:ln>
          </p:spPr>
          <p:txBody>
            <a:bodyPr wrap="square" lIns="91440" tIns="45720" rIns="91440" bIns="45720" anchor="ctr">
              <a:noAutofit/>
            </a:bodyPr>
            <a:lstStyle/>
            <a:p>
              <a:pPr algn="ctr"/>
              <a:endParaRPr>
                <a:cs typeface="+mn-ea"/>
                <a:sym typeface="+mn-lt"/>
              </a:endParaRPr>
            </a:p>
          </p:txBody>
        </p:sp>
        <p:sp>
          <p:nvSpPr>
            <p:cNvPr id="28" name="任意多边形: 形状 27">
              <a:extLst>
                <a:ext uri="{FF2B5EF4-FFF2-40B4-BE49-F238E27FC236}">
                  <a16:creationId xmlns:a16="http://schemas.microsoft.com/office/drawing/2014/main" id="{A5D936D0-8829-E122-010E-8FE567AB8506}"/>
                </a:ext>
              </a:extLst>
            </p:cNvPr>
            <p:cNvSpPr/>
            <p:nvPr/>
          </p:nvSpPr>
          <p:spPr bwMode="auto">
            <a:xfrm>
              <a:off x="5905769" y="3077297"/>
              <a:ext cx="127428" cy="127065"/>
            </a:xfrm>
            <a:custGeom>
              <a:avLst/>
              <a:gdLst>
                <a:gd name="T0" fmla="*/ 558 w 1403"/>
                <a:gd name="T1" fmla="*/ 29 h 1400"/>
                <a:gd name="T2" fmla="*/ 507 w 1403"/>
                <a:gd name="T3" fmla="*/ 166 h 1400"/>
                <a:gd name="T4" fmla="*/ 451 w 1403"/>
                <a:gd name="T5" fmla="*/ 387 h 1400"/>
                <a:gd name="T6" fmla="*/ 416 w 1403"/>
                <a:gd name="T7" fmla="*/ 632 h 1400"/>
                <a:gd name="T8" fmla="*/ 404 w 1403"/>
                <a:gd name="T9" fmla="*/ 879 h 1400"/>
                <a:gd name="T10" fmla="*/ 402 w 1403"/>
                <a:gd name="T11" fmla="*/ 941 h 1400"/>
                <a:gd name="T12" fmla="*/ 405 w 1403"/>
                <a:gd name="T13" fmla="*/ 979 h 1400"/>
                <a:gd name="T14" fmla="*/ 421 w 1403"/>
                <a:gd name="T15" fmla="*/ 997 h 1400"/>
                <a:gd name="T16" fmla="*/ 564 w 1403"/>
                <a:gd name="T17" fmla="*/ 1000 h 1400"/>
                <a:gd name="T18" fmla="*/ 826 w 1403"/>
                <a:gd name="T19" fmla="*/ 979 h 1400"/>
                <a:gd name="T20" fmla="*/ 1061 w 1403"/>
                <a:gd name="T21" fmla="*/ 941 h 1400"/>
                <a:gd name="T22" fmla="*/ 1245 w 1403"/>
                <a:gd name="T23" fmla="*/ 890 h 1400"/>
                <a:gd name="T24" fmla="*/ 1403 w 1403"/>
                <a:gd name="T25" fmla="*/ 832 h 1400"/>
                <a:gd name="T26" fmla="*/ 1343 w 1403"/>
                <a:gd name="T27" fmla="*/ 938 h 1400"/>
                <a:gd name="T28" fmla="*/ 1267 w 1403"/>
                <a:gd name="T29" fmla="*/ 1033 h 1400"/>
                <a:gd name="T30" fmla="*/ 1147 w 1403"/>
                <a:gd name="T31" fmla="*/ 1139 h 1400"/>
                <a:gd name="T32" fmla="*/ 1013 w 1403"/>
                <a:gd name="T33" fmla="*/ 1226 h 1400"/>
                <a:gd name="T34" fmla="*/ 866 w 1403"/>
                <a:gd name="T35" fmla="*/ 1295 h 1400"/>
                <a:gd name="T36" fmla="*/ 712 w 1403"/>
                <a:gd name="T37" fmla="*/ 1345 h 1400"/>
                <a:gd name="T38" fmla="*/ 553 w 1403"/>
                <a:gd name="T39" fmla="*/ 1378 h 1400"/>
                <a:gd name="T40" fmla="*/ 395 w 1403"/>
                <a:gd name="T41" fmla="*/ 1397 h 1400"/>
                <a:gd name="T42" fmla="*/ 187 w 1403"/>
                <a:gd name="T43" fmla="*/ 1397 h 1400"/>
                <a:gd name="T44" fmla="*/ 114 w 1403"/>
                <a:gd name="T45" fmla="*/ 1378 h 1400"/>
                <a:gd name="T46" fmla="*/ 55 w 1403"/>
                <a:gd name="T47" fmla="*/ 1335 h 1400"/>
                <a:gd name="T48" fmla="*/ 14 w 1403"/>
                <a:gd name="T49" fmla="*/ 1270 h 1400"/>
                <a:gd name="T50" fmla="*/ 1 w 1403"/>
                <a:gd name="T51" fmla="*/ 1204 h 1400"/>
                <a:gd name="T52" fmla="*/ 0 w 1403"/>
                <a:gd name="T53" fmla="*/ 1134 h 1400"/>
                <a:gd name="T54" fmla="*/ 4 w 1403"/>
                <a:gd name="T55" fmla="*/ 1002 h 1400"/>
                <a:gd name="T56" fmla="*/ 29 w 1403"/>
                <a:gd name="T57" fmla="*/ 811 h 1400"/>
                <a:gd name="T58" fmla="*/ 78 w 1403"/>
                <a:gd name="T59" fmla="*/ 619 h 1400"/>
                <a:gd name="T60" fmla="*/ 153 w 1403"/>
                <a:gd name="T61" fmla="*/ 435 h 1400"/>
                <a:gd name="T62" fmla="*/ 233 w 1403"/>
                <a:gd name="T63" fmla="*/ 294 h 1400"/>
                <a:gd name="T64" fmla="*/ 313 w 1403"/>
                <a:gd name="T65" fmla="*/ 191 h 1400"/>
                <a:gd name="T66" fmla="*/ 405 w 1403"/>
                <a:gd name="T67" fmla="*/ 102 h 1400"/>
                <a:gd name="T68" fmla="*/ 512 w 1403"/>
                <a:gd name="T69" fmla="*/ 29 h 14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403" h="1400">
                  <a:moveTo>
                    <a:pt x="569" y="0"/>
                  </a:moveTo>
                  <a:lnTo>
                    <a:pt x="558" y="29"/>
                  </a:lnTo>
                  <a:lnTo>
                    <a:pt x="546" y="58"/>
                  </a:lnTo>
                  <a:lnTo>
                    <a:pt x="507" y="166"/>
                  </a:lnTo>
                  <a:lnTo>
                    <a:pt x="477" y="276"/>
                  </a:lnTo>
                  <a:lnTo>
                    <a:pt x="451" y="387"/>
                  </a:lnTo>
                  <a:lnTo>
                    <a:pt x="432" y="501"/>
                  </a:lnTo>
                  <a:lnTo>
                    <a:pt x="416" y="632"/>
                  </a:lnTo>
                  <a:lnTo>
                    <a:pt x="408" y="763"/>
                  </a:lnTo>
                  <a:lnTo>
                    <a:pt x="404" y="879"/>
                  </a:lnTo>
                  <a:lnTo>
                    <a:pt x="402" y="907"/>
                  </a:lnTo>
                  <a:lnTo>
                    <a:pt x="402" y="941"/>
                  </a:lnTo>
                  <a:lnTo>
                    <a:pt x="402" y="969"/>
                  </a:lnTo>
                  <a:lnTo>
                    <a:pt x="405" y="979"/>
                  </a:lnTo>
                  <a:lnTo>
                    <a:pt x="411" y="989"/>
                  </a:lnTo>
                  <a:lnTo>
                    <a:pt x="421" y="997"/>
                  </a:lnTo>
                  <a:lnTo>
                    <a:pt x="432" y="1000"/>
                  </a:lnTo>
                  <a:lnTo>
                    <a:pt x="564" y="1000"/>
                  </a:lnTo>
                  <a:lnTo>
                    <a:pt x="695" y="992"/>
                  </a:lnTo>
                  <a:lnTo>
                    <a:pt x="826" y="979"/>
                  </a:lnTo>
                  <a:lnTo>
                    <a:pt x="956" y="961"/>
                  </a:lnTo>
                  <a:lnTo>
                    <a:pt x="1061" y="941"/>
                  </a:lnTo>
                  <a:lnTo>
                    <a:pt x="1166" y="915"/>
                  </a:lnTo>
                  <a:lnTo>
                    <a:pt x="1245" y="890"/>
                  </a:lnTo>
                  <a:lnTo>
                    <a:pt x="1325" y="861"/>
                  </a:lnTo>
                  <a:lnTo>
                    <a:pt x="1403" y="832"/>
                  </a:lnTo>
                  <a:lnTo>
                    <a:pt x="1375" y="887"/>
                  </a:lnTo>
                  <a:lnTo>
                    <a:pt x="1343" y="938"/>
                  </a:lnTo>
                  <a:lnTo>
                    <a:pt x="1307" y="985"/>
                  </a:lnTo>
                  <a:lnTo>
                    <a:pt x="1267" y="1033"/>
                  </a:lnTo>
                  <a:lnTo>
                    <a:pt x="1209" y="1087"/>
                  </a:lnTo>
                  <a:lnTo>
                    <a:pt x="1147" y="1139"/>
                  </a:lnTo>
                  <a:lnTo>
                    <a:pt x="1082" y="1185"/>
                  </a:lnTo>
                  <a:lnTo>
                    <a:pt x="1013" y="1226"/>
                  </a:lnTo>
                  <a:lnTo>
                    <a:pt x="941" y="1263"/>
                  </a:lnTo>
                  <a:lnTo>
                    <a:pt x="866" y="1295"/>
                  </a:lnTo>
                  <a:lnTo>
                    <a:pt x="790" y="1322"/>
                  </a:lnTo>
                  <a:lnTo>
                    <a:pt x="712" y="1345"/>
                  </a:lnTo>
                  <a:lnTo>
                    <a:pt x="633" y="1364"/>
                  </a:lnTo>
                  <a:lnTo>
                    <a:pt x="553" y="1378"/>
                  </a:lnTo>
                  <a:lnTo>
                    <a:pt x="474" y="1390"/>
                  </a:lnTo>
                  <a:lnTo>
                    <a:pt x="395" y="1397"/>
                  </a:lnTo>
                  <a:lnTo>
                    <a:pt x="291" y="1400"/>
                  </a:lnTo>
                  <a:lnTo>
                    <a:pt x="187" y="1397"/>
                  </a:lnTo>
                  <a:lnTo>
                    <a:pt x="148" y="1391"/>
                  </a:lnTo>
                  <a:lnTo>
                    <a:pt x="114" y="1378"/>
                  </a:lnTo>
                  <a:lnTo>
                    <a:pt x="82" y="1360"/>
                  </a:lnTo>
                  <a:lnTo>
                    <a:pt x="55" y="1335"/>
                  </a:lnTo>
                  <a:lnTo>
                    <a:pt x="32" y="1305"/>
                  </a:lnTo>
                  <a:lnTo>
                    <a:pt x="14" y="1270"/>
                  </a:lnTo>
                  <a:lnTo>
                    <a:pt x="6" y="1237"/>
                  </a:lnTo>
                  <a:lnTo>
                    <a:pt x="1" y="1204"/>
                  </a:lnTo>
                  <a:lnTo>
                    <a:pt x="0" y="1168"/>
                  </a:lnTo>
                  <a:lnTo>
                    <a:pt x="0" y="1134"/>
                  </a:lnTo>
                  <a:lnTo>
                    <a:pt x="0" y="1100"/>
                  </a:lnTo>
                  <a:lnTo>
                    <a:pt x="4" y="1002"/>
                  </a:lnTo>
                  <a:lnTo>
                    <a:pt x="14" y="906"/>
                  </a:lnTo>
                  <a:lnTo>
                    <a:pt x="29" y="811"/>
                  </a:lnTo>
                  <a:lnTo>
                    <a:pt x="50" y="714"/>
                  </a:lnTo>
                  <a:lnTo>
                    <a:pt x="78" y="619"/>
                  </a:lnTo>
                  <a:lnTo>
                    <a:pt x="111" y="526"/>
                  </a:lnTo>
                  <a:lnTo>
                    <a:pt x="153" y="435"/>
                  </a:lnTo>
                  <a:lnTo>
                    <a:pt x="199" y="348"/>
                  </a:lnTo>
                  <a:lnTo>
                    <a:pt x="233" y="294"/>
                  </a:lnTo>
                  <a:lnTo>
                    <a:pt x="272" y="242"/>
                  </a:lnTo>
                  <a:lnTo>
                    <a:pt x="313" y="191"/>
                  </a:lnTo>
                  <a:lnTo>
                    <a:pt x="357" y="145"/>
                  </a:lnTo>
                  <a:lnTo>
                    <a:pt x="405" y="102"/>
                  </a:lnTo>
                  <a:lnTo>
                    <a:pt x="457" y="62"/>
                  </a:lnTo>
                  <a:lnTo>
                    <a:pt x="512" y="29"/>
                  </a:lnTo>
                  <a:lnTo>
                    <a:pt x="569" y="0"/>
                  </a:lnTo>
                  <a:close/>
                </a:path>
              </a:pathLst>
            </a:custGeom>
            <a:solidFill>
              <a:schemeClr val="bg1"/>
            </a:solidFill>
            <a:ln w="0">
              <a:noFill/>
              <a:prstDash val="solid"/>
              <a:round/>
              <a:headEnd/>
              <a:tailEnd/>
            </a:ln>
          </p:spPr>
          <p:txBody>
            <a:bodyPr wrap="square" lIns="91440" tIns="45720" rIns="91440" bIns="45720" anchor="ctr">
              <a:noAutofit/>
            </a:bodyPr>
            <a:lstStyle/>
            <a:p>
              <a:pPr algn="ctr"/>
              <a:endParaRPr>
                <a:cs typeface="+mn-ea"/>
                <a:sym typeface="+mn-lt"/>
              </a:endParaRPr>
            </a:p>
          </p:txBody>
        </p:sp>
        <p:sp>
          <p:nvSpPr>
            <p:cNvPr id="29" name="任意多边形: 形状 28">
              <a:extLst>
                <a:ext uri="{FF2B5EF4-FFF2-40B4-BE49-F238E27FC236}">
                  <a16:creationId xmlns:a16="http://schemas.microsoft.com/office/drawing/2014/main" id="{7982CFEF-33EC-D13A-6190-D31E7B1FB7EF}"/>
                </a:ext>
              </a:extLst>
            </p:cNvPr>
            <p:cNvSpPr/>
            <p:nvPr/>
          </p:nvSpPr>
          <p:spPr bwMode="auto">
            <a:xfrm>
              <a:off x="9227906" y="3099157"/>
              <a:ext cx="21591" cy="10196"/>
            </a:xfrm>
            <a:custGeom>
              <a:avLst/>
              <a:gdLst>
                <a:gd name="T0" fmla="*/ 170 w 178"/>
                <a:gd name="T1" fmla="*/ 0 h 87"/>
                <a:gd name="T2" fmla="*/ 176 w 178"/>
                <a:gd name="T3" fmla="*/ 6 h 87"/>
                <a:gd name="T4" fmla="*/ 178 w 178"/>
                <a:gd name="T5" fmla="*/ 16 h 87"/>
                <a:gd name="T6" fmla="*/ 176 w 178"/>
                <a:gd name="T7" fmla="*/ 28 h 87"/>
                <a:gd name="T8" fmla="*/ 171 w 178"/>
                <a:gd name="T9" fmla="*/ 40 h 87"/>
                <a:gd name="T10" fmla="*/ 165 w 178"/>
                <a:gd name="T11" fmla="*/ 53 h 87"/>
                <a:gd name="T12" fmla="*/ 156 w 178"/>
                <a:gd name="T13" fmla="*/ 66 h 87"/>
                <a:gd name="T14" fmla="*/ 147 w 178"/>
                <a:gd name="T15" fmla="*/ 76 h 87"/>
                <a:gd name="T16" fmla="*/ 136 w 178"/>
                <a:gd name="T17" fmla="*/ 84 h 87"/>
                <a:gd name="T18" fmla="*/ 126 w 178"/>
                <a:gd name="T19" fmla="*/ 87 h 87"/>
                <a:gd name="T20" fmla="*/ 0 w 178"/>
                <a:gd name="T21" fmla="*/ 19 h 87"/>
                <a:gd name="T22" fmla="*/ 170 w 178"/>
                <a:gd name="T23" fmla="*/ 0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8" h="87">
                  <a:moveTo>
                    <a:pt x="170" y="0"/>
                  </a:moveTo>
                  <a:lnTo>
                    <a:pt x="176" y="6"/>
                  </a:lnTo>
                  <a:lnTo>
                    <a:pt x="178" y="16"/>
                  </a:lnTo>
                  <a:lnTo>
                    <a:pt x="176" y="28"/>
                  </a:lnTo>
                  <a:lnTo>
                    <a:pt x="171" y="40"/>
                  </a:lnTo>
                  <a:lnTo>
                    <a:pt x="165" y="53"/>
                  </a:lnTo>
                  <a:lnTo>
                    <a:pt x="156" y="66"/>
                  </a:lnTo>
                  <a:lnTo>
                    <a:pt x="147" y="76"/>
                  </a:lnTo>
                  <a:lnTo>
                    <a:pt x="136" y="84"/>
                  </a:lnTo>
                  <a:lnTo>
                    <a:pt x="126" y="87"/>
                  </a:lnTo>
                  <a:lnTo>
                    <a:pt x="0" y="19"/>
                  </a:lnTo>
                  <a:lnTo>
                    <a:pt x="170" y="0"/>
                  </a:lnTo>
                  <a:close/>
                </a:path>
              </a:pathLst>
            </a:custGeom>
            <a:solidFill>
              <a:schemeClr val="bg1"/>
            </a:solidFill>
            <a:ln w="0">
              <a:noFill/>
              <a:prstDash val="solid"/>
              <a:round/>
              <a:headEnd/>
              <a:tailEnd/>
            </a:ln>
          </p:spPr>
          <p:txBody>
            <a:bodyPr wrap="square" lIns="91440" tIns="45720" rIns="91440" bIns="45720" anchor="ctr">
              <a:noAutofit/>
            </a:bodyPr>
            <a:lstStyle/>
            <a:p>
              <a:pPr algn="ctr"/>
              <a:endParaRPr>
                <a:cs typeface="+mn-ea"/>
                <a:sym typeface="+mn-lt"/>
              </a:endParaRPr>
            </a:p>
          </p:txBody>
        </p:sp>
        <p:sp>
          <p:nvSpPr>
            <p:cNvPr id="30" name="任意多边形: 形状 29">
              <a:extLst>
                <a:ext uri="{FF2B5EF4-FFF2-40B4-BE49-F238E27FC236}">
                  <a16:creationId xmlns:a16="http://schemas.microsoft.com/office/drawing/2014/main" id="{C4E8AC22-E48B-38D3-8611-8D222DBB109B}"/>
                </a:ext>
              </a:extLst>
            </p:cNvPr>
            <p:cNvSpPr/>
            <p:nvPr/>
          </p:nvSpPr>
          <p:spPr bwMode="auto">
            <a:xfrm>
              <a:off x="9230905" y="3082363"/>
              <a:ext cx="25790" cy="17992"/>
            </a:xfrm>
            <a:custGeom>
              <a:avLst/>
              <a:gdLst>
                <a:gd name="T0" fmla="*/ 163 w 214"/>
                <a:gd name="T1" fmla="*/ 0 h 147"/>
                <a:gd name="T2" fmla="*/ 174 w 214"/>
                <a:gd name="T3" fmla="*/ 0 h 147"/>
                <a:gd name="T4" fmla="*/ 184 w 214"/>
                <a:gd name="T5" fmla="*/ 6 h 147"/>
                <a:gd name="T6" fmla="*/ 193 w 214"/>
                <a:gd name="T7" fmla="*/ 15 h 147"/>
                <a:gd name="T8" fmla="*/ 200 w 214"/>
                <a:gd name="T9" fmla="*/ 26 h 147"/>
                <a:gd name="T10" fmla="*/ 207 w 214"/>
                <a:gd name="T11" fmla="*/ 41 h 147"/>
                <a:gd name="T12" fmla="*/ 211 w 214"/>
                <a:gd name="T13" fmla="*/ 56 h 147"/>
                <a:gd name="T14" fmla="*/ 214 w 214"/>
                <a:gd name="T15" fmla="*/ 70 h 147"/>
                <a:gd name="T16" fmla="*/ 212 w 214"/>
                <a:gd name="T17" fmla="*/ 85 h 147"/>
                <a:gd name="T18" fmla="*/ 209 w 214"/>
                <a:gd name="T19" fmla="*/ 97 h 147"/>
                <a:gd name="T20" fmla="*/ 202 w 214"/>
                <a:gd name="T21" fmla="*/ 107 h 147"/>
                <a:gd name="T22" fmla="*/ 0 w 214"/>
                <a:gd name="T23" fmla="*/ 147 h 147"/>
                <a:gd name="T24" fmla="*/ 163 w 214"/>
                <a:gd name="T25" fmla="*/ 0 h 1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14" h="147">
                  <a:moveTo>
                    <a:pt x="163" y="0"/>
                  </a:moveTo>
                  <a:lnTo>
                    <a:pt x="174" y="0"/>
                  </a:lnTo>
                  <a:lnTo>
                    <a:pt x="184" y="6"/>
                  </a:lnTo>
                  <a:lnTo>
                    <a:pt x="193" y="15"/>
                  </a:lnTo>
                  <a:lnTo>
                    <a:pt x="200" y="26"/>
                  </a:lnTo>
                  <a:lnTo>
                    <a:pt x="207" y="41"/>
                  </a:lnTo>
                  <a:lnTo>
                    <a:pt x="211" y="56"/>
                  </a:lnTo>
                  <a:lnTo>
                    <a:pt x="214" y="70"/>
                  </a:lnTo>
                  <a:lnTo>
                    <a:pt x="212" y="85"/>
                  </a:lnTo>
                  <a:lnTo>
                    <a:pt x="209" y="97"/>
                  </a:lnTo>
                  <a:lnTo>
                    <a:pt x="202" y="107"/>
                  </a:lnTo>
                  <a:lnTo>
                    <a:pt x="0" y="147"/>
                  </a:lnTo>
                  <a:lnTo>
                    <a:pt x="163" y="0"/>
                  </a:lnTo>
                  <a:close/>
                </a:path>
              </a:pathLst>
            </a:custGeom>
            <a:solidFill>
              <a:schemeClr val="bg1"/>
            </a:solidFill>
            <a:ln w="0">
              <a:noFill/>
              <a:prstDash val="solid"/>
              <a:round/>
              <a:headEnd/>
              <a:tailEnd/>
            </a:ln>
          </p:spPr>
          <p:txBody>
            <a:bodyPr wrap="square" lIns="91440" tIns="45720" rIns="91440" bIns="45720" anchor="ctr">
              <a:noAutofit/>
            </a:bodyPr>
            <a:lstStyle/>
            <a:p>
              <a:pPr algn="ctr"/>
              <a:endParaRPr>
                <a:cs typeface="+mn-ea"/>
                <a:sym typeface="+mn-lt"/>
              </a:endParaRPr>
            </a:p>
          </p:txBody>
        </p:sp>
        <p:sp>
          <p:nvSpPr>
            <p:cNvPr id="31" name="任意多边形: 形状 30">
              <a:extLst>
                <a:ext uri="{FF2B5EF4-FFF2-40B4-BE49-F238E27FC236}">
                  <a16:creationId xmlns:a16="http://schemas.microsoft.com/office/drawing/2014/main" id="{95A1EDF9-3BC7-B652-18FC-1C4628281732}"/>
                </a:ext>
              </a:extLst>
            </p:cNvPr>
            <p:cNvSpPr/>
            <p:nvPr/>
          </p:nvSpPr>
          <p:spPr bwMode="auto">
            <a:xfrm>
              <a:off x="9232705" y="3066170"/>
              <a:ext cx="20991" cy="31188"/>
            </a:xfrm>
            <a:custGeom>
              <a:avLst/>
              <a:gdLst>
                <a:gd name="T0" fmla="*/ 66 w 173"/>
                <a:gd name="T1" fmla="*/ 0 h 258"/>
                <a:gd name="T2" fmla="*/ 85 w 173"/>
                <a:gd name="T3" fmla="*/ 3 h 258"/>
                <a:gd name="T4" fmla="*/ 104 w 173"/>
                <a:gd name="T5" fmla="*/ 8 h 258"/>
                <a:gd name="T6" fmla="*/ 121 w 173"/>
                <a:gd name="T7" fmla="*/ 15 h 258"/>
                <a:gd name="T8" fmla="*/ 139 w 173"/>
                <a:gd name="T9" fmla="*/ 24 h 258"/>
                <a:gd name="T10" fmla="*/ 153 w 173"/>
                <a:gd name="T11" fmla="*/ 35 h 258"/>
                <a:gd name="T12" fmla="*/ 165 w 173"/>
                <a:gd name="T13" fmla="*/ 46 h 258"/>
                <a:gd name="T14" fmla="*/ 171 w 173"/>
                <a:gd name="T15" fmla="*/ 58 h 258"/>
                <a:gd name="T16" fmla="*/ 173 w 173"/>
                <a:gd name="T17" fmla="*/ 70 h 258"/>
                <a:gd name="T18" fmla="*/ 0 w 173"/>
                <a:gd name="T19" fmla="*/ 258 h 258"/>
                <a:gd name="T20" fmla="*/ 25 w 173"/>
                <a:gd name="T21" fmla="*/ 11 h 258"/>
                <a:gd name="T22" fmla="*/ 36 w 173"/>
                <a:gd name="T23" fmla="*/ 4 h 258"/>
                <a:gd name="T24" fmla="*/ 49 w 173"/>
                <a:gd name="T25" fmla="*/ 1 h 258"/>
                <a:gd name="T26" fmla="*/ 66 w 173"/>
                <a:gd name="T27" fmla="*/ 0 h 2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73" h="258">
                  <a:moveTo>
                    <a:pt x="66" y="0"/>
                  </a:moveTo>
                  <a:lnTo>
                    <a:pt x="85" y="3"/>
                  </a:lnTo>
                  <a:lnTo>
                    <a:pt x="104" y="8"/>
                  </a:lnTo>
                  <a:lnTo>
                    <a:pt x="121" y="15"/>
                  </a:lnTo>
                  <a:lnTo>
                    <a:pt x="139" y="24"/>
                  </a:lnTo>
                  <a:lnTo>
                    <a:pt x="153" y="35"/>
                  </a:lnTo>
                  <a:lnTo>
                    <a:pt x="165" y="46"/>
                  </a:lnTo>
                  <a:lnTo>
                    <a:pt x="171" y="58"/>
                  </a:lnTo>
                  <a:lnTo>
                    <a:pt x="173" y="70"/>
                  </a:lnTo>
                  <a:lnTo>
                    <a:pt x="0" y="258"/>
                  </a:lnTo>
                  <a:lnTo>
                    <a:pt x="25" y="11"/>
                  </a:lnTo>
                  <a:lnTo>
                    <a:pt x="36" y="4"/>
                  </a:lnTo>
                  <a:lnTo>
                    <a:pt x="49" y="1"/>
                  </a:lnTo>
                  <a:lnTo>
                    <a:pt x="66" y="0"/>
                  </a:lnTo>
                  <a:close/>
                </a:path>
              </a:pathLst>
            </a:custGeom>
            <a:solidFill>
              <a:schemeClr val="bg1"/>
            </a:solidFill>
            <a:ln w="0">
              <a:noFill/>
              <a:prstDash val="solid"/>
              <a:round/>
              <a:headEnd/>
              <a:tailEnd/>
            </a:ln>
          </p:spPr>
          <p:txBody>
            <a:bodyPr wrap="square" lIns="91440" tIns="45720" rIns="91440" bIns="45720" anchor="ctr">
              <a:noAutofit/>
            </a:bodyPr>
            <a:lstStyle/>
            <a:p>
              <a:pPr algn="ctr"/>
              <a:endParaRPr>
                <a:cs typeface="+mn-ea"/>
                <a:sym typeface="+mn-lt"/>
              </a:endParaRPr>
            </a:p>
          </p:txBody>
        </p:sp>
        <p:sp>
          <p:nvSpPr>
            <p:cNvPr id="32" name="任意多边形: 形状 31">
              <a:extLst>
                <a:ext uri="{FF2B5EF4-FFF2-40B4-BE49-F238E27FC236}">
                  <a16:creationId xmlns:a16="http://schemas.microsoft.com/office/drawing/2014/main" id="{8DEF7425-39A0-D8F9-3505-BFF9B83A4062}"/>
                </a:ext>
              </a:extLst>
            </p:cNvPr>
            <p:cNvSpPr/>
            <p:nvPr/>
          </p:nvSpPr>
          <p:spPr bwMode="auto">
            <a:xfrm>
              <a:off x="9205715" y="3056573"/>
              <a:ext cx="26390" cy="36586"/>
            </a:xfrm>
            <a:custGeom>
              <a:avLst/>
              <a:gdLst>
                <a:gd name="T0" fmla="*/ 170 w 219"/>
                <a:gd name="T1" fmla="*/ 0 h 305"/>
                <a:gd name="T2" fmla="*/ 189 w 219"/>
                <a:gd name="T3" fmla="*/ 2 h 305"/>
                <a:gd name="T4" fmla="*/ 204 w 219"/>
                <a:gd name="T5" fmla="*/ 6 h 305"/>
                <a:gd name="T6" fmla="*/ 216 w 219"/>
                <a:gd name="T7" fmla="*/ 14 h 305"/>
                <a:gd name="T8" fmla="*/ 219 w 219"/>
                <a:gd name="T9" fmla="*/ 305 h 305"/>
                <a:gd name="T10" fmla="*/ 0 w 219"/>
                <a:gd name="T11" fmla="*/ 80 h 305"/>
                <a:gd name="T12" fmla="*/ 3 w 219"/>
                <a:gd name="T13" fmla="*/ 68 h 305"/>
                <a:gd name="T14" fmla="*/ 11 w 219"/>
                <a:gd name="T15" fmla="*/ 55 h 305"/>
                <a:gd name="T16" fmla="*/ 24 w 219"/>
                <a:gd name="T17" fmla="*/ 44 h 305"/>
                <a:gd name="T18" fmla="*/ 41 w 219"/>
                <a:gd name="T19" fmla="*/ 33 h 305"/>
                <a:gd name="T20" fmla="*/ 61 w 219"/>
                <a:gd name="T21" fmla="*/ 25 h 305"/>
                <a:gd name="T22" fmla="*/ 82 w 219"/>
                <a:gd name="T23" fmla="*/ 16 h 305"/>
                <a:gd name="T24" fmla="*/ 104 w 219"/>
                <a:gd name="T25" fmla="*/ 9 h 305"/>
                <a:gd name="T26" fmla="*/ 127 w 219"/>
                <a:gd name="T27" fmla="*/ 4 h 305"/>
                <a:gd name="T28" fmla="*/ 149 w 219"/>
                <a:gd name="T29" fmla="*/ 0 h 305"/>
                <a:gd name="T30" fmla="*/ 170 w 219"/>
                <a:gd name="T31" fmla="*/ 0 h 3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19" h="305">
                  <a:moveTo>
                    <a:pt x="170" y="0"/>
                  </a:moveTo>
                  <a:lnTo>
                    <a:pt x="189" y="2"/>
                  </a:lnTo>
                  <a:lnTo>
                    <a:pt x="204" y="6"/>
                  </a:lnTo>
                  <a:lnTo>
                    <a:pt x="216" y="14"/>
                  </a:lnTo>
                  <a:lnTo>
                    <a:pt x="219" y="305"/>
                  </a:lnTo>
                  <a:lnTo>
                    <a:pt x="0" y="80"/>
                  </a:lnTo>
                  <a:lnTo>
                    <a:pt x="3" y="68"/>
                  </a:lnTo>
                  <a:lnTo>
                    <a:pt x="11" y="55"/>
                  </a:lnTo>
                  <a:lnTo>
                    <a:pt x="24" y="44"/>
                  </a:lnTo>
                  <a:lnTo>
                    <a:pt x="41" y="33"/>
                  </a:lnTo>
                  <a:lnTo>
                    <a:pt x="61" y="25"/>
                  </a:lnTo>
                  <a:lnTo>
                    <a:pt x="82" y="16"/>
                  </a:lnTo>
                  <a:lnTo>
                    <a:pt x="104" y="9"/>
                  </a:lnTo>
                  <a:lnTo>
                    <a:pt x="127" y="4"/>
                  </a:lnTo>
                  <a:lnTo>
                    <a:pt x="149" y="0"/>
                  </a:lnTo>
                  <a:lnTo>
                    <a:pt x="170" y="0"/>
                  </a:lnTo>
                  <a:close/>
                </a:path>
              </a:pathLst>
            </a:custGeom>
            <a:solidFill>
              <a:schemeClr val="bg1"/>
            </a:solidFill>
            <a:ln w="0">
              <a:noFill/>
              <a:prstDash val="solid"/>
              <a:round/>
              <a:headEnd/>
              <a:tailEnd/>
            </a:ln>
          </p:spPr>
          <p:txBody>
            <a:bodyPr wrap="square" lIns="91440" tIns="45720" rIns="91440" bIns="45720" anchor="ctr">
              <a:noAutofit/>
            </a:bodyPr>
            <a:lstStyle/>
            <a:p>
              <a:pPr algn="ctr"/>
              <a:endParaRPr>
                <a:cs typeface="+mn-ea"/>
                <a:sym typeface="+mn-lt"/>
              </a:endParaRPr>
            </a:p>
          </p:txBody>
        </p:sp>
        <p:sp>
          <p:nvSpPr>
            <p:cNvPr id="33" name="任意多边形: 形状 32">
              <a:extLst>
                <a:ext uri="{FF2B5EF4-FFF2-40B4-BE49-F238E27FC236}">
                  <a16:creationId xmlns:a16="http://schemas.microsoft.com/office/drawing/2014/main" id="{B082C103-360F-4227-66EC-CC7346CF72B7}"/>
                </a:ext>
              </a:extLst>
            </p:cNvPr>
            <p:cNvSpPr/>
            <p:nvPr/>
          </p:nvSpPr>
          <p:spPr bwMode="auto">
            <a:xfrm>
              <a:off x="9170929" y="3061972"/>
              <a:ext cx="56377" cy="28788"/>
            </a:xfrm>
            <a:custGeom>
              <a:avLst/>
              <a:gdLst>
                <a:gd name="T0" fmla="*/ 175 w 468"/>
                <a:gd name="T1" fmla="*/ 0 h 239"/>
                <a:gd name="T2" fmla="*/ 468 w 468"/>
                <a:gd name="T3" fmla="*/ 239 h 239"/>
                <a:gd name="T4" fmla="*/ 11 w 468"/>
                <a:gd name="T5" fmla="*/ 220 h 239"/>
                <a:gd name="T6" fmla="*/ 3 w 468"/>
                <a:gd name="T7" fmla="*/ 209 h 239"/>
                <a:gd name="T8" fmla="*/ 0 w 468"/>
                <a:gd name="T9" fmla="*/ 196 h 239"/>
                <a:gd name="T10" fmla="*/ 1 w 468"/>
                <a:gd name="T11" fmla="*/ 181 h 239"/>
                <a:gd name="T12" fmla="*/ 5 w 468"/>
                <a:gd name="T13" fmla="*/ 163 h 239"/>
                <a:gd name="T14" fmla="*/ 12 w 468"/>
                <a:gd name="T15" fmla="*/ 143 h 239"/>
                <a:gd name="T16" fmla="*/ 23 w 468"/>
                <a:gd name="T17" fmla="*/ 124 h 239"/>
                <a:gd name="T18" fmla="*/ 36 w 468"/>
                <a:gd name="T19" fmla="*/ 103 h 239"/>
                <a:gd name="T20" fmla="*/ 50 w 468"/>
                <a:gd name="T21" fmla="*/ 83 h 239"/>
                <a:gd name="T22" fmla="*/ 67 w 468"/>
                <a:gd name="T23" fmla="*/ 64 h 239"/>
                <a:gd name="T24" fmla="*/ 85 w 468"/>
                <a:gd name="T25" fmla="*/ 47 h 239"/>
                <a:gd name="T26" fmla="*/ 103 w 468"/>
                <a:gd name="T27" fmla="*/ 30 h 239"/>
                <a:gd name="T28" fmla="*/ 121 w 468"/>
                <a:gd name="T29" fmla="*/ 18 h 239"/>
                <a:gd name="T30" fmla="*/ 140 w 468"/>
                <a:gd name="T31" fmla="*/ 8 h 239"/>
                <a:gd name="T32" fmla="*/ 158 w 468"/>
                <a:gd name="T33" fmla="*/ 1 h 239"/>
                <a:gd name="T34" fmla="*/ 175 w 468"/>
                <a:gd name="T35" fmla="*/ 0 h 2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468" h="239">
                  <a:moveTo>
                    <a:pt x="175" y="0"/>
                  </a:moveTo>
                  <a:lnTo>
                    <a:pt x="468" y="239"/>
                  </a:lnTo>
                  <a:lnTo>
                    <a:pt x="11" y="220"/>
                  </a:lnTo>
                  <a:lnTo>
                    <a:pt x="3" y="209"/>
                  </a:lnTo>
                  <a:lnTo>
                    <a:pt x="0" y="196"/>
                  </a:lnTo>
                  <a:lnTo>
                    <a:pt x="1" y="181"/>
                  </a:lnTo>
                  <a:lnTo>
                    <a:pt x="5" y="163"/>
                  </a:lnTo>
                  <a:lnTo>
                    <a:pt x="12" y="143"/>
                  </a:lnTo>
                  <a:lnTo>
                    <a:pt x="23" y="124"/>
                  </a:lnTo>
                  <a:lnTo>
                    <a:pt x="36" y="103"/>
                  </a:lnTo>
                  <a:lnTo>
                    <a:pt x="50" y="83"/>
                  </a:lnTo>
                  <a:lnTo>
                    <a:pt x="67" y="64"/>
                  </a:lnTo>
                  <a:lnTo>
                    <a:pt x="85" y="47"/>
                  </a:lnTo>
                  <a:lnTo>
                    <a:pt x="103" y="30"/>
                  </a:lnTo>
                  <a:lnTo>
                    <a:pt x="121" y="18"/>
                  </a:lnTo>
                  <a:lnTo>
                    <a:pt x="140" y="8"/>
                  </a:lnTo>
                  <a:lnTo>
                    <a:pt x="158" y="1"/>
                  </a:lnTo>
                  <a:lnTo>
                    <a:pt x="175" y="0"/>
                  </a:lnTo>
                  <a:close/>
                </a:path>
              </a:pathLst>
            </a:custGeom>
            <a:solidFill>
              <a:schemeClr val="bg1"/>
            </a:solidFill>
            <a:ln w="0">
              <a:noFill/>
              <a:prstDash val="solid"/>
              <a:round/>
              <a:headEnd/>
              <a:tailEnd/>
            </a:ln>
          </p:spPr>
          <p:txBody>
            <a:bodyPr wrap="square" lIns="91440" tIns="45720" rIns="91440" bIns="45720" anchor="ctr">
              <a:noAutofit/>
            </a:bodyPr>
            <a:lstStyle/>
            <a:p>
              <a:pPr algn="ctr"/>
              <a:endParaRPr dirty="0">
                <a:cs typeface="+mn-ea"/>
                <a:sym typeface="+mn-lt"/>
              </a:endParaRPr>
            </a:p>
          </p:txBody>
        </p:sp>
        <p:sp>
          <p:nvSpPr>
            <p:cNvPr id="34" name="任意多边形: 形状 33">
              <a:extLst>
                <a:ext uri="{FF2B5EF4-FFF2-40B4-BE49-F238E27FC236}">
                  <a16:creationId xmlns:a16="http://schemas.microsoft.com/office/drawing/2014/main" id="{7C25CDBA-A865-AD15-1DCE-B9FD75701C17}"/>
                </a:ext>
              </a:extLst>
            </p:cNvPr>
            <p:cNvSpPr/>
            <p:nvPr/>
          </p:nvSpPr>
          <p:spPr bwMode="auto">
            <a:xfrm>
              <a:off x="9147539" y="3091960"/>
              <a:ext cx="71971" cy="40184"/>
            </a:xfrm>
            <a:custGeom>
              <a:avLst/>
              <a:gdLst>
                <a:gd name="T0" fmla="*/ 598 w 598"/>
                <a:gd name="T1" fmla="*/ 0 h 336"/>
                <a:gd name="T2" fmla="*/ 95 w 598"/>
                <a:gd name="T3" fmla="*/ 336 h 336"/>
                <a:gd name="T4" fmla="*/ 77 w 598"/>
                <a:gd name="T5" fmla="*/ 333 h 336"/>
                <a:gd name="T6" fmla="*/ 59 w 598"/>
                <a:gd name="T7" fmla="*/ 325 h 336"/>
                <a:gd name="T8" fmla="*/ 45 w 598"/>
                <a:gd name="T9" fmla="*/ 311 h 336"/>
                <a:gd name="T10" fmla="*/ 32 w 598"/>
                <a:gd name="T11" fmla="*/ 293 h 336"/>
                <a:gd name="T12" fmla="*/ 21 w 598"/>
                <a:gd name="T13" fmla="*/ 271 h 336"/>
                <a:gd name="T14" fmla="*/ 12 w 598"/>
                <a:gd name="T15" fmla="*/ 247 h 336"/>
                <a:gd name="T16" fmla="*/ 5 w 598"/>
                <a:gd name="T17" fmla="*/ 219 h 336"/>
                <a:gd name="T18" fmla="*/ 1 w 598"/>
                <a:gd name="T19" fmla="*/ 192 h 336"/>
                <a:gd name="T20" fmla="*/ 0 w 598"/>
                <a:gd name="T21" fmla="*/ 163 h 336"/>
                <a:gd name="T22" fmla="*/ 0 w 598"/>
                <a:gd name="T23" fmla="*/ 134 h 336"/>
                <a:gd name="T24" fmla="*/ 4 w 598"/>
                <a:gd name="T25" fmla="*/ 107 h 336"/>
                <a:gd name="T26" fmla="*/ 11 w 598"/>
                <a:gd name="T27" fmla="*/ 83 h 336"/>
                <a:gd name="T28" fmla="*/ 21 w 598"/>
                <a:gd name="T29" fmla="*/ 60 h 336"/>
                <a:gd name="T30" fmla="*/ 34 w 598"/>
                <a:gd name="T31" fmla="*/ 41 h 336"/>
                <a:gd name="T32" fmla="*/ 49 w 598"/>
                <a:gd name="T33" fmla="*/ 27 h 336"/>
                <a:gd name="T34" fmla="*/ 598 w 598"/>
                <a:gd name="T35" fmla="*/ 0 h 3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598" h="336">
                  <a:moveTo>
                    <a:pt x="598" y="0"/>
                  </a:moveTo>
                  <a:lnTo>
                    <a:pt x="95" y="336"/>
                  </a:lnTo>
                  <a:lnTo>
                    <a:pt x="77" y="333"/>
                  </a:lnTo>
                  <a:lnTo>
                    <a:pt x="59" y="325"/>
                  </a:lnTo>
                  <a:lnTo>
                    <a:pt x="45" y="311"/>
                  </a:lnTo>
                  <a:lnTo>
                    <a:pt x="32" y="293"/>
                  </a:lnTo>
                  <a:lnTo>
                    <a:pt x="21" y="271"/>
                  </a:lnTo>
                  <a:lnTo>
                    <a:pt x="12" y="247"/>
                  </a:lnTo>
                  <a:lnTo>
                    <a:pt x="5" y="219"/>
                  </a:lnTo>
                  <a:lnTo>
                    <a:pt x="1" y="192"/>
                  </a:lnTo>
                  <a:lnTo>
                    <a:pt x="0" y="163"/>
                  </a:lnTo>
                  <a:lnTo>
                    <a:pt x="0" y="134"/>
                  </a:lnTo>
                  <a:lnTo>
                    <a:pt x="4" y="107"/>
                  </a:lnTo>
                  <a:lnTo>
                    <a:pt x="11" y="83"/>
                  </a:lnTo>
                  <a:lnTo>
                    <a:pt x="21" y="60"/>
                  </a:lnTo>
                  <a:lnTo>
                    <a:pt x="34" y="41"/>
                  </a:lnTo>
                  <a:lnTo>
                    <a:pt x="49" y="27"/>
                  </a:lnTo>
                  <a:lnTo>
                    <a:pt x="598" y="0"/>
                  </a:lnTo>
                  <a:close/>
                </a:path>
              </a:pathLst>
            </a:custGeom>
            <a:solidFill>
              <a:schemeClr val="bg1"/>
            </a:solidFill>
            <a:ln w="0">
              <a:noFill/>
              <a:prstDash val="solid"/>
              <a:round/>
              <a:headEnd/>
              <a:tailEnd/>
            </a:ln>
          </p:spPr>
          <p:txBody>
            <a:bodyPr wrap="square" lIns="91440" tIns="45720" rIns="91440" bIns="45720" anchor="ctr">
              <a:noAutofit/>
            </a:bodyPr>
            <a:lstStyle/>
            <a:p>
              <a:pPr algn="ctr"/>
              <a:endParaRPr>
                <a:cs typeface="+mn-ea"/>
                <a:sym typeface="+mn-lt"/>
              </a:endParaRPr>
            </a:p>
          </p:txBody>
        </p:sp>
        <p:sp>
          <p:nvSpPr>
            <p:cNvPr id="35" name="任意多边形: 形状 34">
              <a:extLst>
                <a:ext uri="{FF2B5EF4-FFF2-40B4-BE49-F238E27FC236}">
                  <a16:creationId xmlns:a16="http://schemas.microsoft.com/office/drawing/2014/main" id="{AA881841-6D4A-6D1B-FF6B-D2C0786A02DB}"/>
                </a:ext>
              </a:extLst>
            </p:cNvPr>
            <p:cNvSpPr/>
            <p:nvPr/>
          </p:nvSpPr>
          <p:spPr bwMode="auto">
            <a:xfrm>
              <a:off x="9145739" y="3099157"/>
              <a:ext cx="66572" cy="82167"/>
            </a:xfrm>
            <a:custGeom>
              <a:avLst/>
              <a:gdLst>
                <a:gd name="T0" fmla="*/ 557 w 557"/>
                <a:gd name="T1" fmla="*/ 0 h 684"/>
                <a:gd name="T2" fmla="*/ 359 w 557"/>
                <a:gd name="T3" fmla="*/ 665 h 684"/>
                <a:gd name="T4" fmla="*/ 341 w 557"/>
                <a:gd name="T5" fmla="*/ 676 h 684"/>
                <a:gd name="T6" fmla="*/ 319 w 557"/>
                <a:gd name="T7" fmla="*/ 683 h 684"/>
                <a:gd name="T8" fmla="*/ 296 w 557"/>
                <a:gd name="T9" fmla="*/ 684 h 684"/>
                <a:gd name="T10" fmla="*/ 270 w 557"/>
                <a:gd name="T11" fmla="*/ 683 h 684"/>
                <a:gd name="T12" fmla="*/ 242 w 557"/>
                <a:gd name="T13" fmla="*/ 677 h 684"/>
                <a:gd name="T14" fmla="*/ 215 w 557"/>
                <a:gd name="T15" fmla="*/ 670 h 684"/>
                <a:gd name="T16" fmla="*/ 186 w 557"/>
                <a:gd name="T17" fmla="*/ 657 h 684"/>
                <a:gd name="T18" fmla="*/ 158 w 557"/>
                <a:gd name="T19" fmla="*/ 644 h 684"/>
                <a:gd name="T20" fmla="*/ 131 w 557"/>
                <a:gd name="T21" fmla="*/ 629 h 684"/>
                <a:gd name="T22" fmla="*/ 104 w 557"/>
                <a:gd name="T23" fmla="*/ 610 h 684"/>
                <a:gd name="T24" fmla="*/ 80 w 557"/>
                <a:gd name="T25" fmla="*/ 591 h 684"/>
                <a:gd name="T26" fmla="*/ 57 w 557"/>
                <a:gd name="T27" fmla="*/ 572 h 684"/>
                <a:gd name="T28" fmla="*/ 39 w 557"/>
                <a:gd name="T29" fmla="*/ 550 h 684"/>
                <a:gd name="T30" fmla="*/ 22 w 557"/>
                <a:gd name="T31" fmla="*/ 529 h 684"/>
                <a:gd name="T32" fmla="*/ 10 w 557"/>
                <a:gd name="T33" fmla="*/ 507 h 684"/>
                <a:gd name="T34" fmla="*/ 2 w 557"/>
                <a:gd name="T35" fmla="*/ 485 h 684"/>
                <a:gd name="T36" fmla="*/ 0 w 557"/>
                <a:gd name="T37" fmla="*/ 464 h 684"/>
                <a:gd name="T38" fmla="*/ 3 w 557"/>
                <a:gd name="T39" fmla="*/ 444 h 684"/>
                <a:gd name="T40" fmla="*/ 557 w 557"/>
                <a:gd name="T41" fmla="*/ 0 h 6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57" h="684">
                  <a:moveTo>
                    <a:pt x="557" y="0"/>
                  </a:moveTo>
                  <a:lnTo>
                    <a:pt x="359" y="665"/>
                  </a:lnTo>
                  <a:lnTo>
                    <a:pt x="341" y="676"/>
                  </a:lnTo>
                  <a:lnTo>
                    <a:pt x="319" y="683"/>
                  </a:lnTo>
                  <a:lnTo>
                    <a:pt x="296" y="684"/>
                  </a:lnTo>
                  <a:lnTo>
                    <a:pt x="270" y="683"/>
                  </a:lnTo>
                  <a:lnTo>
                    <a:pt x="242" y="677"/>
                  </a:lnTo>
                  <a:lnTo>
                    <a:pt x="215" y="670"/>
                  </a:lnTo>
                  <a:lnTo>
                    <a:pt x="186" y="657"/>
                  </a:lnTo>
                  <a:lnTo>
                    <a:pt x="158" y="644"/>
                  </a:lnTo>
                  <a:lnTo>
                    <a:pt x="131" y="629"/>
                  </a:lnTo>
                  <a:lnTo>
                    <a:pt x="104" y="610"/>
                  </a:lnTo>
                  <a:lnTo>
                    <a:pt x="80" y="591"/>
                  </a:lnTo>
                  <a:lnTo>
                    <a:pt x="57" y="572"/>
                  </a:lnTo>
                  <a:lnTo>
                    <a:pt x="39" y="550"/>
                  </a:lnTo>
                  <a:lnTo>
                    <a:pt x="22" y="529"/>
                  </a:lnTo>
                  <a:lnTo>
                    <a:pt x="10" y="507"/>
                  </a:lnTo>
                  <a:lnTo>
                    <a:pt x="2" y="485"/>
                  </a:lnTo>
                  <a:lnTo>
                    <a:pt x="0" y="464"/>
                  </a:lnTo>
                  <a:lnTo>
                    <a:pt x="3" y="444"/>
                  </a:lnTo>
                  <a:lnTo>
                    <a:pt x="557" y="0"/>
                  </a:lnTo>
                  <a:close/>
                </a:path>
              </a:pathLst>
            </a:custGeom>
            <a:solidFill>
              <a:schemeClr val="bg1"/>
            </a:solidFill>
            <a:ln w="0">
              <a:noFill/>
              <a:prstDash val="solid"/>
              <a:round/>
              <a:headEnd/>
              <a:tailEnd/>
            </a:ln>
          </p:spPr>
          <p:txBody>
            <a:bodyPr wrap="square" lIns="91440" tIns="45720" rIns="91440" bIns="45720" anchor="ctr">
              <a:noAutofit/>
            </a:bodyPr>
            <a:lstStyle/>
            <a:p>
              <a:pPr algn="ctr"/>
              <a:endParaRPr dirty="0">
                <a:cs typeface="+mn-ea"/>
                <a:sym typeface="+mn-lt"/>
              </a:endParaRPr>
            </a:p>
          </p:txBody>
        </p:sp>
        <p:sp>
          <p:nvSpPr>
            <p:cNvPr id="36" name="任意多边形: 形状 35">
              <a:extLst>
                <a:ext uri="{FF2B5EF4-FFF2-40B4-BE49-F238E27FC236}">
                  <a16:creationId xmlns:a16="http://schemas.microsoft.com/office/drawing/2014/main" id="{43F053C7-1CF3-F8F8-3476-EF7B9D6D585F}"/>
                </a:ext>
              </a:extLst>
            </p:cNvPr>
            <p:cNvSpPr/>
            <p:nvPr/>
          </p:nvSpPr>
          <p:spPr bwMode="auto">
            <a:xfrm>
              <a:off x="9194919" y="3110552"/>
              <a:ext cx="71971" cy="103158"/>
            </a:xfrm>
            <a:custGeom>
              <a:avLst/>
              <a:gdLst>
                <a:gd name="T0" fmla="*/ 145 w 598"/>
                <a:gd name="T1" fmla="*/ 0 h 859"/>
                <a:gd name="T2" fmla="*/ 598 w 598"/>
                <a:gd name="T3" fmla="*/ 706 h 859"/>
                <a:gd name="T4" fmla="*/ 591 w 598"/>
                <a:gd name="T5" fmla="*/ 726 h 859"/>
                <a:gd name="T6" fmla="*/ 578 w 598"/>
                <a:gd name="T7" fmla="*/ 745 h 859"/>
                <a:gd name="T8" fmla="*/ 560 w 598"/>
                <a:gd name="T9" fmla="*/ 763 h 859"/>
                <a:gd name="T10" fmla="*/ 538 w 598"/>
                <a:gd name="T11" fmla="*/ 779 h 859"/>
                <a:gd name="T12" fmla="*/ 511 w 598"/>
                <a:gd name="T13" fmla="*/ 794 h 859"/>
                <a:gd name="T14" fmla="*/ 482 w 598"/>
                <a:gd name="T15" fmla="*/ 808 h 859"/>
                <a:gd name="T16" fmla="*/ 449 w 598"/>
                <a:gd name="T17" fmla="*/ 820 h 859"/>
                <a:gd name="T18" fmla="*/ 414 w 598"/>
                <a:gd name="T19" fmla="*/ 831 h 859"/>
                <a:gd name="T20" fmla="*/ 376 w 598"/>
                <a:gd name="T21" fmla="*/ 841 h 859"/>
                <a:gd name="T22" fmla="*/ 339 w 598"/>
                <a:gd name="T23" fmla="*/ 848 h 859"/>
                <a:gd name="T24" fmla="*/ 300 w 598"/>
                <a:gd name="T25" fmla="*/ 854 h 859"/>
                <a:gd name="T26" fmla="*/ 261 w 598"/>
                <a:gd name="T27" fmla="*/ 858 h 859"/>
                <a:gd name="T28" fmla="*/ 222 w 598"/>
                <a:gd name="T29" fmla="*/ 859 h 859"/>
                <a:gd name="T30" fmla="*/ 185 w 598"/>
                <a:gd name="T31" fmla="*/ 859 h 859"/>
                <a:gd name="T32" fmla="*/ 149 w 598"/>
                <a:gd name="T33" fmla="*/ 858 h 859"/>
                <a:gd name="T34" fmla="*/ 115 w 598"/>
                <a:gd name="T35" fmla="*/ 854 h 859"/>
                <a:gd name="T36" fmla="*/ 85 w 598"/>
                <a:gd name="T37" fmla="*/ 847 h 859"/>
                <a:gd name="T38" fmla="*/ 57 w 598"/>
                <a:gd name="T39" fmla="*/ 837 h 859"/>
                <a:gd name="T40" fmla="*/ 33 w 598"/>
                <a:gd name="T41" fmla="*/ 826 h 859"/>
                <a:gd name="T42" fmla="*/ 14 w 598"/>
                <a:gd name="T43" fmla="*/ 812 h 859"/>
                <a:gd name="T44" fmla="*/ 0 w 598"/>
                <a:gd name="T45" fmla="*/ 796 h 859"/>
                <a:gd name="T46" fmla="*/ 145 w 598"/>
                <a:gd name="T47" fmla="*/ 0 h 8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598" h="859">
                  <a:moveTo>
                    <a:pt x="145" y="0"/>
                  </a:moveTo>
                  <a:lnTo>
                    <a:pt x="598" y="706"/>
                  </a:lnTo>
                  <a:lnTo>
                    <a:pt x="591" y="726"/>
                  </a:lnTo>
                  <a:lnTo>
                    <a:pt x="578" y="745"/>
                  </a:lnTo>
                  <a:lnTo>
                    <a:pt x="560" y="763"/>
                  </a:lnTo>
                  <a:lnTo>
                    <a:pt x="538" y="779"/>
                  </a:lnTo>
                  <a:lnTo>
                    <a:pt x="511" y="794"/>
                  </a:lnTo>
                  <a:lnTo>
                    <a:pt x="482" y="808"/>
                  </a:lnTo>
                  <a:lnTo>
                    <a:pt x="449" y="820"/>
                  </a:lnTo>
                  <a:lnTo>
                    <a:pt x="414" y="831"/>
                  </a:lnTo>
                  <a:lnTo>
                    <a:pt x="376" y="841"/>
                  </a:lnTo>
                  <a:lnTo>
                    <a:pt x="339" y="848"/>
                  </a:lnTo>
                  <a:lnTo>
                    <a:pt x="300" y="854"/>
                  </a:lnTo>
                  <a:lnTo>
                    <a:pt x="261" y="858"/>
                  </a:lnTo>
                  <a:lnTo>
                    <a:pt x="222" y="859"/>
                  </a:lnTo>
                  <a:lnTo>
                    <a:pt x="185" y="859"/>
                  </a:lnTo>
                  <a:lnTo>
                    <a:pt x="149" y="858"/>
                  </a:lnTo>
                  <a:lnTo>
                    <a:pt x="115" y="854"/>
                  </a:lnTo>
                  <a:lnTo>
                    <a:pt x="85" y="847"/>
                  </a:lnTo>
                  <a:lnTo>
                    <a:pt x="57" y="837"/>
                  </a:lnTo>
                  <a:lnTo>
                    <a:pt x="33" y="826"/>
                  </a:lnTo>
                  <a:lnTo>
                    <a:pt x="14" y="812"/>
                  </a:lnTo>
                  <a:lnTo>
                    <a:pt x="0" y="796"/>
                  </a:lnTo>
                  <a:lnTo>
                    <a:pt x="145" y="0"/>
                  </a:lnTo>
                  <a:close/>
                </a:path>
              </a:pathLst>
            </a:custGeom>
            <a:solidFill>
              <a:schemeClr val="bg1"/>
            </a:solidFill>
            <a:ln w="0">
              <a:noFill/>
              <a:prstDash val="solid"/>
              <a:round/>
              <a:headEnd/>
              <a:tailEnd/>
            </a:ln>
          </p:spPr>
          <p:txBody>
            <a:bodyPr wrap="square" lIns="91440" tIns="45720" rIns="91440" bIns="45720" anchor="ctr">
              <a:noAutofit/>
            </a:bodyPr>
            <a:lstStyle/>
            <a:p>
              <a:pPr algn="ctr"/>
              <a:endParaRPr>
                <a:cs typeface="+mn-ea"/>
                <a:sym typeface="+mn-lt"/>
              </a:endParaRPr>
            </a:p>
          </p:txBody>
        </p:sp>
        <p:sp>
          <p:nvSpPr>
            <p:cNvPr id="37" name="任意多边形: 形状 36">
              <a:extLst>
                <a:ext uri="{FF2B5EF4-FFF2-40B4-BE49-F238E27FC236}">
                  <a16:creationId xmlns:a16="http://schemas.microsoft.com/office/drawing/2014/main" id="{61887305-E912-ADC1-5BCE-9565AF892693}"/>
                </a:ext>
              </a:extLst>
            </p:cNvPr>
            <p:cNvSpPr/>
            <p:nvPr/>
          </p:nvSpPr>
          <p:spPr bwMode="auto">
            <a:xfrm>
              <a:off x="9223707" y="3120148"/>
              <a:ext cx="143940" cy="92962"/>
            </a:xfrm>
            <a:custGeom>
              <a:avLst/>
              <a:gdLst>
                <a:gd name="T0" fmla="*/ 0 w 1200"/>
                <a:gd name="T1" fmla="*/ 0 h 776"/>
                <a:gd name="T2" fmla="*/ 1183 w 1200"/>
                <a:gd name="T3" fmla="*/ 239 h 776"/>
                <a:gd name="T4" fmla="*/ 1194 w 1200"/>
                <a:gd name="T5" fmla="*/ 257 h 776"/>
                <a:gd name="T6" fmla="*/ 1199 w 1200"/>
                <a:gd name="T7" fmla="*/ 278 h 776"/>
                <a:gd name="T8" fmla="*/ 1200 w 1200"/>
                <a:gd name="T9" fmla="*/ 301 h 776"/>
                <a:gd name="T10" fmla="*/ 1197 w 1200"/>
                <a:gd name="T11" fmla="*/ 325 h 776"/>
                <a:gd name="T12" fmla="*/ 1189 w 1200"/>
                <a:gd name="T13" fmla="*/ 351 h 776"/>
                <a:gd name="T14" fmla="*/ 1178 w 1200"/>
                <a:gd name="T15" fmla="*/ 380 h 776"/>
                <a:gd name="T16" fmla="*/ 1164 w 1200"/>
                <a:gd name="T17" fmla="*/ 409 h 776"/>
                <a:gd name="T18" fmla="*/ 1145 w 1200"/>
                <a:gd name="T19" fmla="*/ 438 h 776"/>
                <a:gd name="T20" fmla="*/ 1124 w 1200"/>
                <a:gd name="T21" fmla="*/ 469 h 776"/>
                <a:gd name="T22" fmla="*/ 1101 w 1200"/>
                <a:gd name="T23" fmla="*/ 499 h 776"/>
                <a:gd name="T24" fmla="*/ 1074 w 1200"/>
                <a:gd name="T25" fmla="*/ 530 h 776"/>
                <a:gd name="T26" fmla="*/ 1046 w 1200"/>
                <a:gd name="T27" fmla="*/ 559 h 776"/>
                <a:gd name="T28" fmla="*/ 1017 w 1200"/>
                <a:gd name="T29" fmla="*/ 589 h 776"/>
                <a:gd name="T30" fmla="*/ 986 w 1200"/>
                <a:gd name="T31" fmla="*/ 616 h 776"/>
                <a:gd name="T32" fmla="*/ 953 w 1200"/>
                <a:gd name="T33" fmla="*/ 644 h 776"/>
                <a:gd name="T34" fmla="*/ 920 w 1200"/>
                <a:gd name="T35" fmla="*/ 669 h 776"/>
                <a:gd name="T36" fmla="*/ 887 w 1200"/>
                <a:gd name="T37" fmla="*/ 692 h 776"/>
                <a:gd name="T38" fmla="*/ 854 w 1200"/>
                <a:gd name="T39" fmla="*/ 713 h 776"/>
                <a:gd name="T40" fmla="*/ 819 w 1200"/>
                <a:gd name="T41" fmla="*/ 732 h 776"/>
                <a:gd name="T42" fmla="*/ 786 w 1200"/>
                <a:gd name="T43" fmla="*/ 747 h 776"/>
                <a:gd name="T44" fmla="*/ 754 w 1200"/>
                <a:gd name="T45" fmla="*/ 761 h 776"/>
                <a:gd name="T46" fmla="*/ 723 w 1200"/>
                <a:gd name="T47" fmla="*/ 769 h 776"/>
                <a:gd name="T48" fmla="*/ 693 w 1200"/>
                <a:gd name="T49" fmla="*/ 775 h 776"/>
                <a:gd name="T50" fmla="*/ 664 w 1200"/>
                <a:gd name="T51" fmla="*/ 776 h 776"/>
                <a:gd name="T52" fmla="*/ 639 w 1200"/>
                <a:gd name="T53" fmla="*/ 774 h 776"/>
                <a:gd name="T54" fmla="*/ 0 w 1200"/>
                <a:gd name="T55" fmla="*/ 0 h 7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1200" h="776">
                  <a:moveTo>
                    <a:pt x="0" y="0"/>
                  </a:moveTo>
                  <a:lnTo>
                    <a:pt x="1183" y="239"/>
                  </a:lnTo>
                  <a:lnTo>
                    <a:pt x="1194" y="257"/>
                  </a:lnTo>
                  <a:lnTo>
                    <a:pt x="1199" y="278"/>
                  </a:lnTo>
                  <a:lnTo>
                    <a:pt x="1200" y="301"/>
                  </a:lnTo>
                  <a:lnTo>
                    <a:pt x="1197" y="325"/>
                  </a:lnTo>
                  <a:lnTo>
                    <a:pt x="1189" y="351"/>
                  </a:lnTo>
                  <a:lnTo>
                    <a:pt x="1178" y="380"/>
                  </a:lnTo>
                  <a:lnTo>
                    <a:pt x="1164" y="409"/>
                  </a:lnTo>
                  <a:lnTo>
                    <a:pt x="1145" y="438"/>
                  </a:lnTo>
                  <a:lnTo>
                    <a:pt x="1124" y="469"/>
                  </a:lnTo>
                  <a:lnTo>
                    <a:pt x="1101" y="499"/>
                  </a:lnTo>
                  <a:lnTo>
                    <a:pt x="1074" y="530"/>
                  </a:lnTo>
                  <a:lnTo>
                    <a:pt x="1046" y="559"/>
                  </a:lnTo>
                  <a:lnTo>
                    <a:pt x="1017" y="589"/>
                  </a:lnTo>
                  <a:lnTo>
                    <a:pt x="986" y="616"/>
                  </a:lnTo>
                  <a:lnTo>
                    <a:pt x="953" y="644"/>
                  </a:lnTo>
                  <a:lnTo>
                    <a:pt x="920" y="669"/>
                  </a:lnTo>
                  <a:lnTo>
                    <a:pt x="887" y="692"/>
                  </a:lnTo>
                  <a:lnTo>
                    <a:pt x="854" y="713"/>
                  </a:lnTo>
                  <a:lnTo>
                    <a:pt x="819" y="732"/>
                  </a:lnTo>
                  <a:lnTo>
                    <a:pt x="786" y="747"/>
                  </a:lnTo>
                  <a:lnTo>
                    <a:pt x="754" y="761"/>
                  </a:lnTo>
                  <a:lnTo>
                    <a:pt x="723" y="769"/>
                  </a:lnTo>
                  <a:lnTo>
                    <a:pt x="693" y="775"/>
                  </a:lnTo>
                  <a:lnTo>
                    <a:pt x="664" y="776"/>
                  </a:lnTo>
                  <a:lnTo>
                    <a:pt x="639" y="774"/>
                  </a:lnTo>
                  <a:lnTo>
                    <a:pt x="0" y="0"/>
                  </a:lnTo>
                  <a:close/>
                </a:path>
              </a:pathLst>
            </a:custGeom>
            <a:solidFill>
              <a:schemeClr val="bg1"/>
            </a:solidFill>
            <a:ln w="0">
              <a:noFill/>
              <a:prstDash val="solid"/>
              <a:round/>
              <a:headEnd/>
              <a:tailEnd/>
            </a:ln>
          </p:spPr>
          <p:txBody>
            <a:bodyPr wrap="square" lIns="91440" tIns="45720" rIns="91440" bIns="45720" anchor="ctr">
              <a:noAutofit/>
            </a:bodyPr>
            <a:lstStyle/>
            <a:p>
              <a:pPr algn="ctr"/>
              <a:endParaRPr>
                <a:cs typeface="+mn-ea"/>
                <a:sym typeface="+mn-lt"/>
              </a:endParaRPr>
            </a:p>
          </p:txBody>
        </p:sp>
        <p:sp>
          <p:nvSpPr>
            <p:cNvPr id="38" name="任意多边形: 形状 37">
              <a:extLst>
                <a:ext uri="{FF2B5EF4-FFF2-40B4-BE49-F238E27FC236}">
                  <a16:creationId xmlns:a16="http://schemas.microsoft.com/office/drawing/2014/main" id="{E0F029F2-42E5-1AD7-4680-B1C3048FB160}"/>
                </a:ext>
              </a:extLst>
            </p:cNvPr>
            <p:cNvSpPr/>
            <p:nvPr/>
          </p:nvSpPr>
          <p:spPr bwMode="auto">
            <a:xfrm>
              <a:off x="9244699" y="3033783"/>
              <a:ext cx="199719" cy="103758"/>
            </a:xfrm>
            <a:custGeom>
              <a:avLst/>
              <a:gdLst>
                <a:gd name="T0" fmla="*/ 1491 w 1666"/>
                <a:gd name="T1" fmla="*/ 0 h 863"/>
                <a:gd name="T2" fmla="*/ 1519 w 1666"/>
                <a:gd name="T3" fmla="*/ 6 h 863"/>
                <a:gd name="T4" fmla="*/ 1545 w 1666"/>
                <a:gd name="T5" fmla="*/ 18 h 863"/>
                <a:gd name="T6" fmla="*/ 1568 w 1666"/>
                <a:gd name="T7" fmla="*/ 34 h 863"/>
                <a:gd name="T8" fmla="*/ 1588 w 1666"/>
                <a:gd name="T9" fmla="*/ 56 h 863"/>
                <a:gd name="T10" fmla="*/ 1607 w 1666"/>
                <a:gd name="T11" fmla="*/ 83 h 863"/>
                <a:gd name="T12" fmla="*/ 1623 w 1666"/>
                <a:gd name="T13" fmla="*/ 112 h 863"/>
                <a:gd name="T14" fmla="*/ 1636 w 1666"/>
                <a:gd name="T15" fmla="*/ 145 h 863"/>
                <a:gd name="T16" fmla="*/ 1647 w 1666"/>
                <a:gd name="T17" fmla="*/ 182 h 863"/>
                <a:gd name="T18" fmla="*/ 1655 w 1666"/>
                <a:gd name="T19" fmla="*/ 221 h 863"/>
                <a:gd name="T20" fmla="*/ 1660 w 1666"/>
                <a:gd name="T21" fmla="*/ 262 h 863"/>
                <a:gd name="T22" fmla="*/ 1665 w 1666"/>
                <a:gd name="T23" fmla="*/ 305 h 863"/>
                <a:gd name="T24" fmla="*/ 1666 w 1666"/>
                <a:gd name="T25" fmla="*/ 349 h 863"/>
                <a:gd name="T26" fmla="*/ 1665 w 1666"/>
                <a:gd name="T27" fmla="*/ 394 h 863"/>
                <a:gd name="T28" fmla="*/ 1660 w 1666"/>
                <a:gd name="T29" fmla="*/ 440 h 863"/>
                <a:gd name="T30" fmla="*/ 1655 w 1666"/>
                <a:gd name="T31" fmla="*/ 485 h 863"/>
                <a:gd name="T32" fmla="*/ 1647 w 1666"/>
                <a:gd name="T33" fmla="*/ 530 h 863"/>
                <a:gd name="T34" fmla="*/ 1637 w 1666"/>
                <a:gd name="T35" fmla="*/ 574 h 863"/>
                <a:gd name="T36" fmla="*/ 1624 w 1666"/>
                <a:gd name="T37" fmla="*/ 617 h 863"/>
                <a:gd name="T38" fmla="*/ 1609 w 1666"/>
                <a:gd name="T39" fmla="*/ 659 h 863"/>
                <a:gd name="T40" fmla="*/ 1593 w 1666"/>
                <a:gd name="T41" fmla="*/ 698 h 863"/>
                <a:gd name="T42" fmla="*/ 1573 w 1666"/>
                <a:gd name="T43" fmla="*/ 734 h 863"/>
                <a:gd name="T44" fmla="*/ 1552 w 1666"/>
                <a:gd name="T45" fmla="*/ 768 h 863"/>
                <a:gd name="T46" fmla="*/ 1529 w 1666"/>
                <a:gd name="T47" fmla="*/ 798 h 863"/>
                <a:gd name="T48" fmla="*/ 1503 w 1666"/>
                <a:gd name="T49" fmla="*/ 824 h 863"/>
                <a:gd name="T50" fmla="*/ 1475 w 1666"/>
                <a:gd name="T51" fmla="*/ 846 h 863"/>
                <a:gd name="T52" fmla="*/ 1447 w 1666"/>
                <a:gd name="T53" fmla="*/ 863 h 863"/>
                <a:gd name="T54" fmla="*/ 0 w 1666"/>
                <a:gd name="T55" fmla="*/ 712 h 863"/>
                <a:gd name="T56" fmla="*/ 1491 w 1666"/>
                <a:gd name="T57" fmla="*/ 0 h 8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666" h="863">
                  <a:moveTo>
                    <a:pt x="1491" y="0"/>
                  </a:moveTo>
                  <a:lnTo>
                    <a:pt x="1519" y="6"/>
                  </a:lnTo>
                  <a:lnTo>
                    <a:pt x="1545" y="18"/>
                  </a:lnTo>
                  <a:lnTo>
                    <a:pt x="1568" y="34"/>
                  </a:lnTo>
                  <a:lnTo>
                    <a:pt x="1588" y="56"/>
                  </a:lnTo>
                  <a:lnTo>
                    <a:pt x="1607" y="83"/>
                  </a:lnTo>
                  <a:lnTo>
                    <a:pt x="1623" y="112"/>
                  </a:lnTo>
                  <a:lnTo>
                    <a:pt x="1636" y="145"/>
                  </a:lnTo>
                  <a:lnTo>
                    <a:pt x="1647" y="182"/>
                  </a:lnTo>
                  <a:lnTo>
                    <a:pt x="1655" y="221"/>
                  </a:lnTo>
                  <a:lnTo>
                    <a:pt x="1660" y="262"/>
                  </a:lnTo>
                  <a:lnTo>
                    <a:pt x="1665" y="305"/>
                  </a:lnTo>
                  <a:lnTo>
                    <a:pt x="1666" y="349"/>
                  </a:lnTo>
                  <a:lnTo>
                    <a:pt x="1665" y="394"/>
                  </a:lnTo>
                  <a:lnTo>
                    <a:pt x="1660" y="440"/>
                  </a:lnTo>
                  <a:lnTo>
                    <a:pt x="1655" y="485"/>
                  </a:lnTo>
                  <a:lnTo>
                    <a:pt x="1647" y="530"/>
                  </a:lnTo>
                  <a:lnTo>
                    <a:pt x="1637" y="574"/>
                  </a:lnTo>
                  <a:lnTo>
                    <a:pt x="1624" y="617"/>
                  </a:lnTo>
                  <a:lnTo>
                    <a:pt x="1609" y="659"/>
                  </a:lnTo>
                  <a:lnTo>
                    <a:pt x="1593" y="698"/>
                  </a:lnTo>
                  <a:lnTo>
                    <a:pt x="1573" y="734"/>
                  </a:lnTo>
                  <a:lnTo>
                    <a:pt x="1552" y="768"/>
                  </a:lnTo>
                  <a:lnTo>
                    <a:pt x="1529" y="798"/>
                  </a:lnTo>
                  <a:lnTo>
                    <a:pt x="1503" y="824"/>
                  </a:lnTo>
                  <a:lnTo>
                    <a:pt x="1475" y="846"/>
                  </a:lnTo>
                  <a:lnTo>
                    <a:pt x="1447" y="863"/>
                  </a:lnTo>
                  <a:lnTo>
                    <a:pt x="0" y="712"/>
                  </a:lnTo>
                  <a:lnTo>
                    <a:pt x="1491" y="0"/>
                  </a:lnTo>
                  <a:close/>
                </a:path>
              </a:pathLst>
            </a:custGeom>
            <a:solidFill>
              <a:schemeClr val="bg1"/>
            </a:solidFill>
            <a:ln w="0">
              <a:noFill/>
              <a:prstDash val="solid"/>
              <a:round/>
              <a:headEnd/>
              <a:tailEnd/>
            </a:ln>
          </p:spPr>
          <p:txBody>
            <a:bodyPr wrap="square" lIns="91440" tIns="45720" rIns="91440" bIns="45720" anchor="ctr">
              <a:noAutofit/>
            </a:bodyPr>
            <a:lstStyle/>
            <a:p>
              <a:pPr algn="ctr"/>
              <a:endParaRPr dirty="0">
                <a:cs typeface="+mn-ea"/>
                <a:sym typeface="+mn-lt"/>
              </a:endParaRPr>
            </a:p>
          </p:txBody>
        </p:sp>
        <p:sp>
          <p:nvSpPr>
            <p:cNvPr id="39" name="任意多边形: 形状 38">
              <a:extLst>
                <a:ext uri="{FF2B5EF4-FFF2-40B4-BE49-F238E27FC236}">
                  <a16:creationId xmlns:a16="http://schemas.microsoft.com/office/drawing/2014/main" id="{9D0062BA-002E-AFDE-E979-D176EDA886E0}"/>
                </a:ext>
              </a:extLst>
            </p:cNvPr>
            <p:cNvSpPr/>
            <p:nvPr/>
          </p:nvSpPr>
          <p:spPr bwMode="auto">
            <a:xfrm>
              <a:off x="9266890" y="2890442"/>
              <a:ext cx="204516" cy="211714"/>
            </a:xfrm>
            <a:custGeom>
              <a:avLst/>
              <a:gdLst>
                <a:gd name="T0" fmla="*/ 1013 w 1707"/>
                <a:gd name="T1" fmla="*/ 0 h 1769"/>
                <a:gd name="T2" fmla="*/ 1053 w 1707"/>
                <a:gd name="T3" fmla="*/ 5 h 1769"/>
                <a:gd name="T4" fmla="*/ 1094 w 1707"/>
                <a:gd name="T5" fmla="*/ 13 h 1769"/>
                <a:gd name="T6" fmla="*/ 1136 w 1707"/>
                <a:gd name="T7" fmla="*/ 27 h 1769"/>
                <a:gd name="T8" fmla="*/ 1178 w 1707"/>
                <a:gd name="T9" fmla="*/ 43 h 1769"/>
                <a:gd name="T10" fmla="*/ 1222 w 1707"/>
                <a:gd name="T11" fmla="*/ 63 h 1769"/>
                <a:gd name="T12" fmla="*/ 1264 w 1707"/>
                <a:gd name="T13" fmla="*/ 86 h 1769"/>
                <a:gd name="T14" fmla="*/ 1307 w 1707"/>
                <a:gd name="T15" fmla="*/ 112 h 1769"/>
                <a:gd name="T16" fmla="*/ 1348 w 1707"/>
                <a:gd name="T17" fmla="*/ 142 h 1769"/>
                <a:gd name="T18" fmla="*/ 1389 w 1707"/>
                <a:gd name="T19" fmla="*/ 173 h 1769"/>
                <a:gd name="T20" fmla="*/ 1429 w 1707"/>
                <a:gd name="T21" fmla="*/ 207 h 1769"/>
                <a:gd name="T22" fmla="*/ 1467 w 1707"/>
                <a:gd name="T23" fmla="*/ 242 h 1769"/>
                <a:gd name="T24" fmla="*/ 1504 w 1707"/>
                <a:gd name="T25" fmla="*/ 280 h 1769"/>
                <a:gd name="T26" fmla="*/ 1538 w 1707"/>
                <a:gd name="T27" fmla="*/ 317 h 1769"/>
                <a:gd name="T28" fmla="*/ 1570 w 1707"/>
                <a:gd name="T29" fmla="*/ 357 h 1769"/>
                <a:gd name="T30" fmla="*/ 1599 w 1707"/>
                <a:gd name="T31" fmla="*/ 397 h 1769"/>
                <a:gd name="T32" fmla="*/ 1626 w 1707"/>
                <a:gd name="T33" fmla="*/ 438 h 1769"/>
                <a:gd name="T34" fmla="*/ 1649 w 1707"/>
                <a:gd name="T35" fmla="*/ 479 h 1769"/>
                <a:gd name="T36" fmla="*/ 1669 w 1707"/>
                <a:gd name="T37" fmla="*/ 519 h 1769"/>
                <a:gd name="T38" fmla="*/ 1684 w 1707"/>
                <a:gd name="T39" fmla="*/ 560 h 1769"/>
                <a:gd name="T40" fmla="*/ 1697 w 1707"/>
                <a:gd name="T41" fmla="*/ 600 h 1769"/>
                <a:gd name="T42" fmla="*/ 1703 w 1707"/>
                <a:gd name="T43" fmla="*/ 639 h 1769"/>
                <a:gd name="T44" fmla="*/ 1707 w 1707"/>
                <a:gd name="T45" fmla="*/ 677 h 1769"/>
                <a:gd name="T46" fmla="*/ 1704 w 1707"/>
                <a:gd name="T47" fmla="*/ 714 h 1769"/>
                <a:gd name="T48" fmla="*/ 1697 w 1707"/>
                <a:gd name="T49" fmla="*/ 749 h 1769"/>
                <a:gd name="T50" fmla="*/ 1683 w 1707"/>
                <a:gd name="T51" fmla="*/ 782 h 1769"/>
                <a:gd name="T52" fmla="*/ 0 w 1707"/>
                <a:gd name="T53" fmla="*/ 1769 h 1769"/>
                <a:gd name="T54" fmla="*/ 872 w 1707"/>
                <a:gd name="T55" fmla="*/ 30 h 1769"/>
                <a:gd name="T56" fmla="*/ 904 w 1707"/>
                <a:gd name="T57" fmla="*/ 15 h 1769"/>
                <a:gd name="T58" fmla="*/ 938 w 1707"/>
                <a:gd name="T59" fmla="*/ 5 h 1769"/>
                <a:gd name="T60" fmla="*/ 976 w 1707"/>
                <a:gd name="T61" fmla="*/ 0 h 1769"/>
                <a:gd name="T62" fmla="*/ 1013 w 1707"/>
                <a:gd name="T63" fmla="*/ 0 h 17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707" h="1769">
                  <a:moveTo>
                    <a:pt x="1013" y="0"/>
                  </a:moveTo>
                  <a:lnTo>
                    <a:pt x="1053" y="5"/>
                  </a:lnTo>
                  <a:lnTo>
                    <a:pt x="1094" y="13"/>
                  </a:lnTo>
                  <a:lnTo>
                    <a:pt x="1136" y="27"/>
                  </a:lnTo>
                  <a:lnTo>
                    <a:pt x="1178" y="43"/>
                  </a:lnTo>
                  <a:lnTo>
                    <a:pt x="1222" y="63"/>
                  </a:lnTo>
                  <a:lnTo>
                    <a:pt x="1264" y="86"/>
                  </a:lnTo>
                  <a:lnTo>
                    <a:pt x="1307" y="112"/>
                  </a:lnTo>
                  <a:lnTo>
                    <a:pt x="1348" y="142"/>
                  </a:lnTo>
                  <a:lnTo>
                    <a:pt x="1389" y="173"/>
                  </a:lnTo>
                  <a:lnTo>
                    <a:pt x="1429" y="207"/>
                  </a:lnTo>
                  <a:lnTo>
                    <a:pt x="1467" y="242"/>
                  </a:lnTo>
                  <a:lnTo>
                    <a:pt x="1504" y="280"/>
                  </a:lnTo>
                  <a:lnTo>
                    <a:pt x="1538" y="317"/>
                  </a:lnTo>
                  <a:lnTo>
                    <a:pt x="1570" y="357"/>
                  </a:lnTo>
                  <a:lnTo>
                    <a:pt x="1599" y="397"/>
                  </a:lnTo>
                  <a:lnTo>
                    <a:pt x="1626" y="438"/>
                  </a:lnTo>
                  <a:lnTo>
                    <a:pt x="1649" y="479"/>
                  </a:lnTo>
                  <a:lnTo>
                    <a:pt x="1669" y="519"/>
                  </a:lnTo>
                  <a:lnTo>
                    <a:pt x="1684" y="560"/>
                  </a:lnTo>
                  <a:lnTo>
                    <a:pt x="1697" y="600"/>
                  </a:lnTo>
                  <a:lnTo>
                    <a:pt x="1703" y="639"/>
                  </a:lnTo>
                  <a:lnTo>
                    <a:pt x="1707" y="677"/>
                  </a:lnTo>
                  <a:lnTo>
                    <a:pt x="1704" y="714"/>
                  </a:lnTo>
                  <a:lnTo>
                    <a:pt x="1697" y="749"/>
                  </a:lnTo>
                  <a:lnTo>
                    <a:pt x="1683" y="782"/>
                  </a:lnTo>
                  <a:lnTo>
                    <a:pt x="0" y="1769"/>
                  </a:lnTo>
                  <a:lnTo>
                    <a:pt x="872" y="30"/>
                  </a:lnTo>
                  <a:lnTo>
                    <a:pt x="904" y="15"/>
                  </a:lnTo>
                  <a:lnTo>
                    <a:pt x="938" y="5"/>
                  </a:lnTo>
                  <a:lnTo>
                    <a:pt x="976" y="0"/>
                  </a:lnTo>
                  <a:lnTo>
                    <a:pt x="1013" y="0"/>
                  </a:lnTo>
                  <a:close/>
                </a:path>
              </a:pathLst>
            </a:custGeom>
            <a:solidFill>
              <a:schemeClr val="bg1"/>
            </a:solidFill>
            <a:ln w="0">
              <a:noFill/>
              <a:prstDash val="solid"/>
              <a:round/>
              <a:headEnd/>
              <a:tailEnd/>
            </a:ln>
          </p:spPr>
          <p:txBody>
            <a:bodyPr wrap="square" lIns="91440" tIns="45720" rIns="91440" bIns="45720" anchor="ctr">
              <a:noAutofit/>
            </a:bodyPr>
            <a:lstStyle/>
            <a:p>
              <a:pPr algn="ctr"/>
              <a:endParaRPr dirty="0">
                <a:cs typeface="+mn-ea"/>
                <a:sym typeface="+mn-lt"/>
              </a:endParaRPr>
            </a:p>
          </p:txBody>
        </p:sp>
        <p:sp>
          <p:nvSpPr>
            <p:cNvPr id="40" name="任意多边形: 形状 39">
              <a:extLst>
                <a:ext uri="{FF2B5EF4-FFF2-40B4-BE49-F238E27FC236}">
                  <a16:creationId xmlns:a16="http://schemas.microsoft.com/office/drawing/2014/main" id="{9B918E93-7648-1BA6-CF43-FC3D5985CBFB}"/>
                </a:ext>
              </a:extLst>
            </p:cNvPr>
            <p:cNvSpPr/>
            <p:nvPr/>
          </p:nvSpPr>
          <p:spPr bwMode="auto">
            <a:xfrm>
              <a:off x="9176327" y="2783685"/>
              <a:ext cx="193121" cy="287883"/>
            </a:xfrm>
            <a:custGeom>
              <a:avLst/>
              <a:gdLst>
                <a:gd name="T0" fmla="*/ 771 w 1608"/>
                <a:gd name="T1" fmla="*/ 0 h 2398"/>
                <a:gd name="T2" fmla="*/ 837 w 1608"/>
                <a:gd name="T3" fmla="*/ 0 h 2398"/>
                <a:gd name="T4" fmla="*/ 904 w 1608"/>
                <a:gd name="T5" fmla="*/ 2 h 2398"/>
                <a:gd name="T6" fmla="*/ 969 w 1608"/>
                <a:gd name="T7" fmla="*/ 5 h 2398"/>
                <a:gd name="T8" fmla="*/ 1034 w 1608"/>
                <a:gd name="T9" fmla="*/ 12 h 2398"/>
                <a:gd name="T10" fmla="*/ 1097 w 1608"/>
                <a:gd name="T11" fmla="*/ 20 h 2398"/>
                <a:gd name="T12" fmla="*/ 1159 w 1608"/>
                <a:gd name="T13" fmla="*/ 30 h 2398"/>
                <a:gd name="T14" fmla="*/ 1218 w 1608"/>
                <a:gd name="T15" fmla="*/ 42 h 2398"/>
                <a:gd name="T16" fmla="*/ 1276 w 1608"/>
                <a:gd name="T17" fmla="*/ 58 h 2398"/>
                <a:gd name="T18" fmla="*/ 1329 w 1608"/>
                <a:gd name="T19" fmla="*/ 74 h 2398"/>
                <a:gd name="T20" fmla="*/ 1380 w 1608"/>
                <a:gd name="T21" fmla="*/ 93 h 2398"/>
                <a:gd name="T22" fmla="*/ 1427 w 1608"/>
                <a:gd name="T23" fmla="*/ 114 h 2398"/>
                <a:gd name="T24" fmla="*/ 1469 w 1608"/>
                <a:gd name="T25" fmla="*/ 136 h 2398"/>
                <a:gd name="T26" fmla="*/ 1508 w 1608"/>
                <a:gd name="T27" fmla="*/ 161 h 2398"/>
                <a:gd name="T28" fmla="*/ 1541 w 1608"/>
                <a:gd name="T29" fmla="*/ 188 h 2398"/>
                <a:gd name="T30" fmla="*/ 1569 w 1608"/>
                <a:gd name="T31" fmla="*/ 217 h 2398"/>
                <a:gd name="T32" fmla="*/ 1591 w 1608"/>
                <a:gd name="T33" fmla="*/ 248 h 2398"/>
                <a:gd name="T34" fmla="*/ 1608 w 1608"/>
                <a:gd name="T35" fmla="*/ 281 h 2398"/>
                <a:gd name="T36" fmla="*/ 806 w 1608"/>
                <a:gd name="T37" fmla="*/ 2398 h 2398"/>
                <a:gd name="T38" fmla="*/ 0 w 1608"/>
                <a:gd name="T39" fmla="*/ 281 h 2398"/>
                <a:gd name="T40" fmla="*/ 15 w 1608"/>
                <a:gd name="T41" fmla="*/ 248 h 2398"/>
                <a:gd name="T42" fmla="*/ 37 w 1608"/>
                <a:gd name="T43" fmla="*/ 217 h 2398"/>
                <a:gd name="T44" fmla="*/ 66 w 1608"/>
                <a:gd name="T45" fmla="*/ 188 h 2398"/>
                <a:gd name="T46" fmla="*/ 100 w 1608"/>
                <a:gd name="T47" fmla="*/ 161 h 2398"/>
                <a:gd name="T48" fmla="*/ 137 w 1608"/>
                <a:gd name="T49" fmla="*/ 136 h 2398"/>
                <a:gd name="T50" fmla="*/ 180 w 1608"/>
                <a:gd name="T51" fmla="*/ 114 h 2398"/>
                <a:gd name="T52" fmla="*/ 227 w 1608"/>
                <a:gd name="T53" fmla="*/ 93 h 2398"/>
                <a:gd name="T54" fmla="*/ 278 w 1608"/>
                <a:gd name="T55" fmla="*/ 74 h 2398"/>
                <a:gd name="T56" fmla="*/ 332 w 1608"/>
                <a:gd name="T57" fmla="*/ 58 h 2398"/>
                <a:gd name="T58" fmla="*/ 389 w 1608"/>
                <a:gd name="T59" fmla="*/ 42 h 2398"/>
                <a:gd name="T60" fmla="*/ 448 w 1608"/>
                <a:gd name="T61" fmla="*/ 30 h 2398"/>
                <a:gd name="T62" fmla="*/ 510 w 1608"/>
                <a:gd name="T63" fmla="*/ 20 h 2398"/>
                <a:gd name="T64" fmla="*/ 574 w 1608"/>
                <a:gd name="T65" fmla="*/ 12 h 2398"/>
                <a:gd name="T66" fmla="*/ 638 w 1608"/>
                <a:gd name="T67" fmla="*/ 5 h 2398"/>
                <a:gd name="T68" fmla="*/ 704 w 1608"/>
                <a:gd name="T69" fmla="*/ 2 h 2398"/>
                <a:gd name="T70" fmla="*/ 771 w 1608"/>
                <a:gd name="T71" fmla="*/ 0 h 23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608" h="2398">
                  <a:moveTo>
                    <a:pt x="771" y="0"/>
                  </a:moveTo>
                  <a:lnTo>
                    <a:pt x="837" y="0"/>
                  </a:lnTo>
                  <a:lnTo>
                    <a:pt x="904" y="2"/>
                  </a:lnTo>
                  <a:lnTo>
                    <a:pt x="969" y="5"/>
                  </a:lnTo>
                  <a:lnTo>
                    <a:pt x="1034" y="12"/>
                  </a:lnTo>
                  <a:lnTo>
                    <a:pt x="1097" y="20"/>
                  </a:lnTo>
                  <a:lnTo>
                    <a:pt x="1159" y="30"/>
                  </a:lnTo>
                  <a:lnTo>
                    <a:pt x="1218" y="42"/>
                  </a:lnTo>
                  <a:lnTo>
                    <a:pt x="1276" y="58"/>
                  </a:lnTo>
                  <a:lnTo>
                    <a:pt x="1329" y="74"/>
                  </a:lnTo>
                  <a:lnTo>
                    <a:pt x="1380" y="93"/>
                  </a:lnTo>
                  <a:lnTo>
                    <a:pt x="1427" y="114"/>
                  </a:lnTo>
                  <a:lnTo>
                    <a:pt x="1469" y="136"/>
                  </a:lnTo>
                  <a:lnTo>
                    <a:pt x="1508" y="161"/>
                  </a:lnTo>
                  <a:lnTo>
                    <a:pt x="1541" y="188"/>
                  </a:lnTo>
                  <a:lnTo>
                    <a:pt x="1569" y="217"/>
                  </a:lnTo>
                  <a:lnTo>
                    <a:pt x="1591" y="248"/>
                  </a:lnTo>
                  <a:lnTo>
                    <a:pt x="1608" y="281"/>
                  </a:lnTo>
                  <a:lnTo>
                    <a:pt x="806" y="2398"/>
                  </a:lnTo>
                  <a:lnTo>
                    <a:pt x="0" y="281"/>
                  </a:lnTo>
                  <a:lnTo>
                    <a:pt x="15" y="248"/>
                  </a:lnTo>
                  <a:lnTo>
                    <a:pt x="37" y="217"/>
                  </a:lnTo>
                  <a:lnTo>
                    <a:pt x="66" y="188"/>
                  </a:lnTo>
                  <a:lnTo>
                    <a:pt x="100" y="161"/>
                  </a:lnTo>
                  <a:lnTo>
                    <a:pt x="137" y="136"/>
                  </a:lnTo>
                  <a:lnTo>
                    <a:pt x="180" y="114"/>
                  </a:lnTo>
                  <a:lnTo>
                    <a:pt x="227" y="93"/>
                  </a:lnTo>
                  <a:lnTo>
                    <a:pt x="278" y="74"/>
                  </a:lnTo>
                  <a:lnTo>
                    <a:pt x="332" y="58"/>
                  </a:lnTo>
                  <a:lnTo>
                    <a:pt x="389" y="42"/>
                  </a:lnTo>
                  <a:lnTo>
                    <a:pt x="448" y="30"/>
                  </a:lnTo>
                  <a:lnTo>
                    <a:pt x="510" y="20"/>
                  </a:lnTo>
                  <a:lnTo>
                    <a:pt x="574" y="12"/>
                  </a:lnTo>
                  <a:lnTo>
                    <a:pt x="638" y="5"/>
                  </a:lnTo>
                  <a:lnTo>
                    <a:pt x="704" y="2"/>
                  </a:lnTo>
                  <a:lnTo>
                    <a:pt x="771" y="0"/>
                  </a:lnTo>
                  <a:close/>
                </a:path>
              </a:pathLst>
            </a:custGeom>
            <a:solidFill>
              <a:schemeClr val="bg1"/>
            </a:solidFill>
            <a:ln w="0">
              <a:noFill/>
              <a:prstDash val="solid"/>
              <a:round/>
              <a:headEnd/>
              <a:tailEnd/>
            </a:ln>
          </p:spPr>
          <p:txBody>
            <a:bodyPr wrap="square" lIns="91440" tIns="45720" rIns="91440" bIns="45720" anchor="ctr">
              <a:noAutofit/>
            </a:bodyPr>
            <a:lstStyle/>
            <a:p>
              <a:pPr algn="ctr"/>
              <a:endParaRPr dirty="0">
                <a:cs typeface="+mn-ea"/>
                <a:sym typeface="+mn-lt"/>
              </a:endParaRPr>
            </a:p>
          </p:txBody>
        </p:sp>
      </p:grpSp>
      <p:sp>
        <p:nvSpPr>
          <p:cNvPr id="7" name="矩形: 圆角 6">
            <a:extLst>
              <a:ext uri="{FF2B5EF4-FFF2-40B4-BE49-F238E27FC236}">
                <a16:creationId xmlns:a16="http://schemas.microsoft.com/office/drawing/2014/main" id="{E3DA810E-7ABF-D877-E39B-3E6AD56A9D63}"/>
              </a:ext>
            </a:extLst>
          </p:cNvPr>
          <p:cNvSpPr/>
          <p:nvPr/>
        </p:nvSpPr>
        <p:spPr>
          <a:xfrm>
            <a:off x="6292675" y="2613644"/>
            <a:ext cx="4427650" cy="1298262"/>
          </a:xfrm>
          <a:prstGeom prst="roundRect">
            <a:avLst>
              <a:gd name="adj" fmla="val 12253"/>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Autofit/>
          </a:bodyPr>
          <a:lstStyle/>
          <a:p>
            <a:r>
              <a:rPr lang="zh-CN" altLang="en-US" sz="2000" dirty="0">
                <a:solidFill>
                  <a:schemeClr val="tx1"/>
                </a:solidFill>
                <a:cs typeface="+mn-ea"/>
                <a:sym typeface="+mn-lt"/>
              </a:rPr>
              <a:t>添加流水通过选择支出收入、消费类型、金额备注在调用</a:t>
            </a:r>
            <a:r>
              <a:rPr lang="en-US" altLang="zh-CN" sz="2000" dirty="0">
                <a:solidFill>
                  <a:schemeClr val="tx1"/>
                </a:solidFill>
                <a:cs typeface="+mn-ea"/>
                <a:sym typeface="+mn-lt"/>
              </a:rPr>
              <a:t>bill/save</a:t>
            </a:r>
            <a:r>
              <a:rPr lang="zh-CN" altLang="en-US" sz="2000" dirty="0">
                <a:solidFill>
                  <a:schemeClr val="tx1"/>
                </a:solidFill>
                <a:cs typeface="+mn-ea"/>
                <a:sym typeface="+mn-lt"/>
              </a:rPr>
              <a:t>完成记账流程</a:t>
            </a:r>
          </a:p>
        </p:txBody>
      </p:sp>
      <p:pic>
        <p:nvPicPr>
          <p:cNvPr id="3" name="图片 2">
            <a:extLst>
              <a:ext uri="{FF2B5EF4-FFF2-40B4-BE49-F238E27FC236}">
                <a16:creationId xmlns:a16="http://schemas.microsoft.com/office/drawing/2014/main" id="{4EFC7E4F-C335-5B9D-CB74-2E81AF321EBE}"/>
              </a:ext>
            </a:extLst>
          </p:cNvPr>
          <p:cNvPicPr>
            <a:picLocks noChangeAspect="1"/>
          </p:cNvPicPr>
          <p:nvPr/>
        </p:nvPicPr>
        <p:blipFill>
          <a:blip r:embed="rId2"/>
          <a:stretch>
            <a:fillRect/>
          </a:stretch>
        </p:blipFill>
        <p:spPr>
          <a:xfrm>
            <a:off x="1360882" y="1327854"/>
            <a:ext cx="2314567" cy="4736935"/>
          </a:xfrm>
          <a:prstGeom prst="rect">
            <a:avLst/>
          </a:prstGeom>
        </p:spPr>
      </p:pic>
    </p:spTree>
    <p:extLst>
      <p:ext uri="{BB962C8B-B14F-4D97-AF65-F5344CB8AC3E}">
        <p14:creationId xmlns:p14="http://schemas.microsoft.com/office/powerpoint/2010/main" val="207502751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pattFill prst="pct10">
          <a:fgClr>
            <a:schemeClr val="accent1"/>
          </a:fgClr>
          <a:bgClr>
            <a:schemeClr val="bg1"/>
          </a:bgClr>
        </a:pattFill>
        <a:effectLst/>
      </p:bgPr>
    </p:bg>
    <p:spTree>
      <p:nvGrpSpPr>
        <p:cNvPr id="1" name="">
          <a:extLst>
            <a:ext uri="{FF2B5EF4-FFF2-40B4-BE49-F238E27FC236}">
              <a16:creationId xmlns:a16="http://schemas.microsoft.com/office/drawing/2014/main" id="{039E8B80-0E0F-DF37-8D8A-90AC4FA3ED88}"/>
            </a:ext>
          </a:extLst>
        </p:cNvPr>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E76155BF-0F97-BAAF-517A-4F3B02E94C8B}"/>
              </a:ext>
            </a:extLst>
          </p:cNvPr>
          <p:cNvSpPr>
            <a:spLocks noGrp="1"/>
          </p:cNvSpPr>
          <p:nvPr>
            <p:ph type="sldNum" sz="quarter" idx="12"/>
          </p:nvPr>
        </p:nvSpPr>
        <p:spPr/>
        <p:txBody>
          <a:bodyPr/>
          <a:lstStyle/>
          <a:p>
            <a:fld id="{5DD3DB80-B894-403A-B48E-6FDC1A72010E}" type="slidenum">
              <a:rPr lang="zh-CN" altLang="en-US" smtClean="0">
                <a:cs typeface="+mn-ea"/>
                <a:sym typeface="+mn-lt"/>
              </a:rPr>
              <a:pPr/>
              <a:t>13</a:t>
            </a:fld>
            <a:endParaRPr lang="zh-CN" altLang="en-US">
              <a:cs typeface="+mn-ea"/>
              <a:sym typeface="+mn-lt"/>
            </a:endParaRPr>
          </a:p>
        </p:txBody>
      </p:sp>
      <p:grpSp>
        <p:nvGrpSpPr>
          <p:cNvPr id="5" name="组合 4"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title="iSlide™ 版权声明  COPYRIGHT NOTICE">
            <a:extLst>
              <a:ext uri="{FF2B5EF4-FFF2-40B4-BE49-F238E27FC236}">
                <a16:creationId xmlns:a16="http://schemas.microsoft.com/office/drawing/2014/main" id="{A1B1E77D-28E9-C9BA-DE4A-C94166E4EB54}"/>
              </a:ext>
            </a:extLst>
          </p:cNvPr>
          <p:cNvGrpSpPr>
            <a:grpSpLocks noChangeAspect="1"/>
          </p:cNvGrpSpPr>
          <p:nvPr/>
        </p:nvGrpSpPr>
        <p:grpSpPr>
          <a:xfrm>
            <a:off x="2138539" y="764241"/>
            <a:ext cx="7254491" cy="3490888"/>
            <a:chOff x="2694687" y="1468904"/>
            <a:chExt cx="6776719" cy="3117978"/>
          </a:xfrm>
        </p:grpSpPr>
        <p:sp>
          <p:nvSpPr>
            <p:cNvPr id="6" name="矩形: 圆角 5">
              <a:extLst>
                <a:ext uri="{FF2B5EF4-FFF2-40B4-BE49-F238E27FC236}">
                  <a16:creationId xmlns:a16="http://schemas.microsoft.com/office/drawing/2014/main" id="{5C3C0DB1-C1AC-D12E-5B9E-5C201350CCA4}"/>
                </a:ext>
              </a:extLst>
            </p:cNvPr>
            <p:cNvSpPr/>
            <p:nvPr/>
          </p:nvSpPr>
          <p:spPr>
            <a:xfrm>
              <a:off x="4802780" y="1468904"/>
              <a:ext cx="2650971" cy="505968"/>
            </a:xfrm>
            <a:prstGeom prst="roundRect">
              <a:avLst>
                <a:gd name="adj" fmla="val 5000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Autofit/>
            </a:bodyPr>
            <a:lstStyle/>
            <a:p>
              <a:pPr algn="ctr"/>
              <a:r>
                <a:rPr lang="zh-CN" altLang="en-US" sz="1600" b="1" dirty="0">
                  <a:solidFill>
                    <a:schemeClr val="bg1"/>
                  </a:solidFill>
                  <a:cs typeface="+mn-ea"/>
                  <a:sym typeface="+mn-lt"/>
                </a:rPr>
                <a:t>可视化图表界面</a:t>
              </a:r>
            </a:p>
          </p:txBody>
        </p:sp>
        <p:sp>
          <p:nvSpPr>
            <p:cNvPr id="14" name="矩形: 圆角 13">
              <a:extLst>
                <a:ext uri="{FF2B5EF4-FFF2-40B4-BE49-F238E27FC236}">
                  <a16:creationId xmlns:a16="http://schemas.microsoft.com/office/drawing/2014/main" id="{0D1E4480-1A75-065E-306E-2D06C8FF5A47}"/>
                </a:ext>
              </a:extLst>
            </p:cNvPr>
            <p:cNvSpPr/>
            <p:nvPr/>
          </p:nvSpPr>
          <p:spPr>
            <a:xfrm>
              <a:off x="5609431" y="4189410"/>
              <a:ext cx="2070725" cy="397472"/>
            </a:xfrm>
            <a:prstGeom prst="roundRect">
              <a:avLst>
                <a:gd name="adj" fmla="val 8562"/>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Autofit/>
            </a:bodyPr>
            <a:lstStyle/>
            <a:p>
              <a:pPr algn="ctr"/>
              <a:endParaRPr lang="zh-CN" altLang="en-US" sz="1600" dirty="0">
                <a:solidFill>
                  <a:schemeClr val="tx1"/>
                </a:solidFill>
                <a:cs typeface="+mn-ea"/>
                <a:sym typeface="+mn-lt"/>
              </a:endParaRPr>
            </a:p>
          </p:txBody>
        </p:sp>
        <p:sp>
          <p:nvSpPr>
            <p:cNvPr id="21" name="任意多边形: 形状 20">
              <a:extLst>
                <a:ext uri="{FF2B5EF4-FFF2-40B4-BE49-F238E27FC236}">
                  <a16:creationId xmlns:a16="http://schemas.microsoft.com/office/drawing/2014/main" id="{26AB294F-440B-C6FC-2C12-3F843B23893A}"/>
                </a:ext>
              </a:extLst>
            </p:cNvPr>
            <p:cNvSpPr/>
            <p:nvPr/>
          </p:nvSpPr>
          <p:spPr bwMode="auto">
            <a:xfrm>
              <a:off x="2756563" y="2876558"/>
              <a:ext cx="94192" cy="94191"/>
            </a:xfrm>
            <a:custGeom>
              <a:avLst/>
              <a:gdLst>
                <a:gd name="T0" fmla="*/ 185 w 787"/>
                <a:gd name="T1" fmla="*/ 0 h 787"/>
                <a:gd name="T2" fmla="*/ 198 w 787"/>
                <a:gd name="T3" fmla="*/ 4 h 787"/>
                <a:gd name="T4" fmla="*/ 209 w 787"/>
                <a:gd name="T5" fmla="*/ 12 h 787"/>
                <a:gd name="T6" fmla="*/ 394 w 787"/>
                <a:gd name="T7" fmla="*/ 196 h 787"/>
                <a:gd name="T8" fmla="*/ 578 w 787"/>
                <a:gd name="T9" fmla="*/ 12 h 787"/>
                <a:gd name="T10" fmla="*/ 589 w 787"/>
                <a:gd name="T11" fmla="*/ 4 h 787"/>
                <a:gd name="T12" fmla="*/ 602 w 787"/>
                <a:gd name="T13" fmla="*/ 0 h 787"/>
                <a:gd name="T14" fmla="*/ 615 w 787"/>
                <a:gd name="T15" fmla="*/ 0 h 787"/>
                <a:gd name="T16" fmla="*/ 627 w 787"/>
                <a:gd name="T17" fmla="*/ 4 h 787"/>
                <a:gd name="T18" fmla="*/ 638 w 787"/>
                <a:gd name="T19" fmla="*/ 12 h 787"/>
                <a:gd name="T20" fmla="*/ 775 w 787"/>
                <a:gd name="T21" fmla="*/ 149 h 787"/>
                <a:gd name="T22" fmla="*/ 784 w 787"/>
                <a:gd name="T23" fmla="*/ 160 h 787"/>
                <a:gd name="T24" fmla="*/ 787 w 787"/>
                <a:gd name="T25" fmla="*/ 172 h 787"/>
                <a:gd name="T26" fmla="*/ 787 w 787"/>
                <a:gd name="T27" fmla="*/ 185 h 787"/>
                <a:gd name="T28" fmla="*/ 784 w 787"/>
                <a:gd name="T29" fmla="*/ 199 h 787"/>
                <a:gd name="T30" fmla="*/ 775 w 787"/>
                <a:gd name="T31" fmla="*/ 209 h 787"/>
                <a:gd name="T32" fmla="*/ 591 w 787"/>
                <a:gd name="T33" fmla="*/ 394 h 787"/>
                <a:gd name="T34" fmla="*/ 775 w 787"/>
                <a:gd name="T35" fmla="*/ 578 h 787"/>
                <a:gd name="T36" fmla="*/ 784 w 787"/>
                <a:gd name="T37" fmla="*/ 589 h 787"/>
                <a:gd name="T38" fmla="*/ 787 w 787"/>
                <a:gd name="T39" fmla="*/ 602 h 787"/>
                <a:gd name="T40" fmla="*/ 787 w 787"/>
                <a:gd name="T41" fmla="*/ 615 h 787"/>
                <a:gd name="T42" fmla="*/ 784 w 787"/>
                <a:gd name="T43" fmla="*/ 627 h 787"/>
                <a:gd name="T44" fmla="*/ 775 w 787"/>
                <a:gd name="T45" fmla="*/ 638 h 787"/>
                <a:gd name="T46" fmla="*/ 638 w 787"/>
                <a:gd name="T47" fmla="*/ 775 h 787"/>
                <a:gd name="T48" fmla="*/ 627 w 787"/>
                <a:gd name="T49" fmla="*/ 783 h 787"/>
                <a:gd name="T50" fmla="*/ 615 w 787"/>
                <a:gd name="T51" fmla="*/ 787 h 787"/>
                <a:gd name="T52" fmla="*/ 602 w 787"/>
                <a:gd name="T53" fmla="*/ 787 h 787"/>
                <a:gd name="T54" fmla="*/ 589 w 787"/>
                <a:gd name="T55" fmla="*/ 783 h 787"/>
                <a:gd name="T56" fmla="*/ 578 w 787"/>
                <a:gd name="T57" fmla="*/ 775 h 787"/>
                <a:gd name="T58" fmla="*/ 394 w 787"/>
                <a:gd name="T59" fmla="*/ 591 h 787"/>
                <a:gd name="T60" fmla="*/ 209 w 787"/>
                <a:gd name="T61" fmla="*/ 775 h 787"/>
                <a:gd name="T62" fmla="*/ 198 w 787"/>
                <a:gd name="T63" fmla="*/ 783 h 787"/>
                <a:gd name="T64" fmla="*/ 185 w 787"/>
                <a:gd name="T65" fmla="*/ 787 h 787"/>
                <a:gd name="T66" fmla="*/ 173 w 787"/>
                <a:gd name="T67" fmla="*/ 787 h 787"/>
                <a:gd name="T68" fmla="*/ 160 w 787"/>
                <a:gd name="T69" fmla="*/ 783 h 787"/>
                <a:gd name="T70" fmla="*/ 149 w 787"/>
                <a:gd name="T71" fmla="*/ 775 h 787"/>
                <a:gd name="T72" fmla="*/ 12 w 787"/>
                <a:gd name="T73" fmla="*/ 638 h 787"/>
                <a:gd name="T74" fmla="*/ 4 w 787"/>
                <a:gd name="T75" fmla="*/ 627 h 787"/>
                <a:gd name="T76" fmla="*/ 0 w 787"/>
                <a:gd name="T77" fmla="*/ 615 h 787"/>
                <a:gd name="T78" fmla="*/ 0 w 787"/>
                <a:gd name="T79" fmla="*/ 602 h 787"/>
                <a:gd name="T80" fmla="*/ 4 w 787"/>
                <a:gd name="T81" fmla="*/ 589 h 787"/>
                <a:gd name="T82" fmla="*/ 12 w 787"/>
                <a:gd name="T83" fmla="*/ 578 h 787"/>
                <a:gd name="T84" fmla="*/ 196 w 787"/>
                <a:gd name="T85" fmla="*/ 394 h 787"/>
                <a:gd name="T86" fmla="*/ 12 w 787"/>
                <a:gd name="T87" fmla="*/ 209 h 787"/>
                <a:gd name="T88" fmla="*/ 4 w 787"/>
                <a:gd name="T89" fmla="*/ 199 h 787"/>
                <a:gd name="T90" fmla="*/ 0 w 787"/>
                <a:gd name="T91" fmla="*/ 185 h 787"/>
                <a:gd name="T92" fmla="*/ 0 w 787"/>
                <a:gd name="T93" fmla="*/ 172 h 787"/>
                <a:gd name="T94" fmla="*/ 4 w 787"/>
                <a:gd name="T95" fmla="*/ 160 h 787"/>
                <a:gd name="T96" fmla="*/ 12 w 787"/>
                <a:gd name="T97" fmla="*/ 149 h 787"/>
                <a:gd name="T98" fmla="*/ 149 w 787"/>
                <a:gd name="T99" fmla="*/ 12 h 787"/>
                <a:gd name="T100" fmla="*/ 160 w 787"/>
                <a:gd name="T101" fmla="*/ 4 h 787"/>
                <a:gd name="T102" fmla="*/ 173 w 787"/>
                <a:gd name="T103" fmla="*/ 0 h 787"/>
                <a:gd name="T104" fmla="*/ 185 w 787"/>
                <a:gd name="T105" fmla="*/ 0 h 7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787" h="787">
                  <a:moveTo>
                    <a:pt x="185" y="0"/>
                  </a:moveTo>
                  <a:lnTo>
                    <a:pt x="198" y="4"/>
                  </a:lnTo>
                  <a:lnTo>
                    <a:pt x="209" y="12"/>
                  </a:lnTo>
                  <a:lnTo>
                    <a:pt x="394" y="196"/>
                  </a:lnTo>
                  <a:lnTo>
                    <a:pt x="578" y="12"/>
                  </a:lnTo>
                  <a:lnTo>
                    <a:pt x="589" y="4"/>
                  </a:lnTo>
                  <a:lnTo>
                    <a:pt x="602" y="0"/>
                  </a:lnTo>
                  <a:lnTo>
                    <a:pt x="615" y="0"/>
                  </a:lnTo>
                  <a:lnTo>
                    <a:pt x="627" y="4"/>
                  </a:lnTo>
                  <a:lnTo>
                    <a:pt x="638" y="12"/>
                  </a:lnTo>
                  <a:lnTo>
                    <a:pt x="775" y="149"/>
                  </a:lnTo>
                  <a:lnTo>
                    <a:pt x="784" y="160"/>
                  </a:lnTo>
                  <a:lnTo>
                    <a:pt x="787" y="172"/>
                  </a:lnTo>
                  <a:lnTo>
                    <a:pt x="787" y="185"/>
                  </a:lnTo>
                  <a:lnTo>
                    <a:pt x="784" y="199"/>
                  </a:lnTo>
                  <a:lnTo>
                    <a:pt x="775" y="209"/>
                  </a:lnTo>
                  <a:lnTo>
                    <a:pt x="591" y="394"/>
                  </a:lnTo>
                  <a:lnTo>
                    <a:pt x="775" y="578"/>
                  </a:lnTo>
                  <a:lnTo>
                    <a:pt x="784" y="589"/>
                  </a:lnTo>
                  <a:lnTo>
                    <a:pt x="787" y="602"/>
                  </a:lnTo>
                  <a:lnTo>
                    <a:pt x="787" y="615"/>
                  </a:lnTo>
                  <a:lnTo>
                    <a:pt x="784" y="627"/>
                  </a:lnTo>
                  <a:lnTo>
                    <a:pt x="775" y="638"/>
                  </a:lnTo>
                  <a:lnTo>
                    <a:pt x="638" y="775"/>
                  </a:lnTo>
                  <a:lnTo>
                    <a:pt x="627" y="783"/>
                  </a:lnTo>
                  <a:lnTo>
                    <a:pt x="615" y="787"/>
                  </a:lnTo>
                  <a:lnTo>
                    <a:pt x="602" y="787"/>
                  </a:lnTo>
                  <a:lnTo>
                    <a:pt x="589" y="783"/>
                  </a:lnTo>
                  <a:lnTo>
                    <a:pt x="578" y="775"/>
                  </a:lnTo>
                  <a:lnTo>
                    <a:pt x="394" y="591"/>
                  </a:lnTo>
                  <a:lnTo>
                    <a:pt x="209" y="775"/>
                  </a:lnTo>
                  <a:lnTo>
                    <a:pt x="198" y="783"/>
                  </a:lnTo>
                  <a:lnTo>
                    <a:pt x="185" y="787"/>
                  </a:lnTo>
                  <a:lnTo>
                    <a:pt x="173" y="787"/>
                  </a:lnTo>
                  <a:lnTo>
                    <a:pt x="160" y="783"/>
                  </a:lnTo>
                  <a:lnTo>
                    <a:pt x="149" y="775"/>
                  </a:lnTo>
                  <a:lnTo>
                    <a:pt x="12" y="638"/>
                  </a:lnTo>
                  <a:lnTo>
                    <a:pt x="4" y="627"/>
                  </a:lnTo>
                  <a:lnTo>
                    <a:pt x="0" y="615"/>
                  </a:lnTo>
                  <a:lnTo>
                    <a:pt x="0" y="602"/>
                  </a:lnTo>
                  <a:lnTo>
                    <a:pt x="4" y="589"/>
                  </a:lnTo>
                  <a:lnTo>
                    <a:pt x="12" y="578"/>
                  </a:lnTo>
                  <a:lnTo>
                    <a:pt x="196" y="394"/>
                  </a:lnTo>
                  <a:lnTo>
                    <a:pt x="12" y="209"/>
                  </a:lnTo>
                  <a:lnTo>
                    <a:pt x="4" y="199"/>
                  </a:lnTo>
                  <a:lnTo>
                    <a:pt x="0" y="185"/>
                  </a:lnTo>
                  <a:lnTo>
                    <a:pt x="0" y="172"/>
                  </a:lnTo>
                  <a:lnTo>
                    <a:pt x="4" y="160"/>
                  </a:lnTo>
                  <a:lnTo>
                    <a:pt x="12" y="149"/>
                  </a:lnTo>
                  <a:lnTo>
                    <a:pt x="149" y="12"/>
                  </a:lnTo>
                  <a:lnTo>
                    <a:pt x="160" y="4"/>
                  </a:lnTo>
                  <a:lnTo>
                    <a:pt x="173" y="0"/>
                  </a:lnTo>
                  <a:lnTo>
                    <a:pt x="185" y="0"/>
                  </a:lnTo>
                  <a:close/>
                </a:path>
              </a:pathLst>
            </a:custGeom>
            <a:solidFill>
              <a:schemeClr val="bg1"/>
            </a:solidFill>
            <a:ln w="0">
              <a:noFill/>
              <a:prstDash val="solid"/>
              <a:round/>
              <a:headEnd/>
              <a:tailEnd/>
            </a:ln>
          </p:spPr>
          <p:txBody>
            <a:bodyPr wrap="square" lIns="91440" tIns="45720" rIns="91440" bIns="45720" anchor="ctr">
              <a:noAutofit/>
            </a:bodyPr>
            <a:lstStyle/>
            <a:p>
              <a:pPr algn="ctr"/>
              <a:endParaRPr>
                <a:cs typeface="+mn-ea"/>
                <a:sym typeface="+mn-lt"/>
              </a:endParaRPr>
            </a:p>
          </p:txBody>
        </p:sp>
        <p:sp>
          <p:nvSpPr>
            <p:cNvPr id="24" name="任意多边形: 形状 23">
              <a:extLst>
                <a:ext uri="{FF2B5EF4-FFF2-40B4-BE49-F238E27FC236}">
                  <a16:creationId xmlns:a16="http://schemas.microsoft.com/office/drawing/2014/main" id="{076DB2BC-FE0B-ED0C-B015-E5954BF625F2}"/>
                </a:ext>
              </a:extLst>
            </p:cNvPr>
            <p:cNvSpPr/>
            <p:nvPr/>
          </p:nvSpPr>
          <p:spPr bwMode="auto">
            <a:xfrm>
              <a:off x="2995215" y="2810732"/>
              <a:ext cx="108194" cy="108075"/>
            </a:xfrm>
            <a:custGeom>
              <a:avLst/>
              <a:gdLst>
                <a:gd name="T0" fmla="*/ 452 w 904"/>
                <a:gd name="T1" fmla="*/ 0 h 903"/>
                <a:gd name="T2" fmla="*/ 505 w 904"/>
                <a:gd name="T3" fmla="*/ 4 h 903"/>
                <a:gd name="T4" fmla="*/ 555 w 904"/>
                <a:gd name="T5" fmla="*/ 12 h 903"/>
                <a:gd name="T6" fmla="*/ 604 w 904"/>
                <a:gd name="T7" fmla="*/ 27 h 903"/>
                <a:gd name="T8" fmla="*/ 651 w 904"/>
                <a:gd name="T9" fmla="*/ 46 h 903"/>
                <a:gd name="T10" fmla="*/ 694 w 904"/>
                <a:gd name="T11" fmla="*/ 71 h 903"/>
                <a:gd name="T12" fmla="*/ 735 w 904"/>
                <a:gd name="T13" fmla="*/ 100 h 903"/>
                <a:gd name="T14" fmla="*/ 771 w 904"/>
                <a:gd name="T15" fmla="*/ 133 h 903"/>
                <a:gd name="T16" fmla="*/ 804 w 904"/>
                <a:gd name="T17" fmla="*/ 169 h 903"/>
                <a:gd name="T18" fmla="*/ 833 w 904"/>
                <a:gd name="T19" fmla="*/ 210 h 903"/>
                <a:gd name="T20" fmla="*/ 858 w 904"/>
                <a:gd name="T21" fmla="*/ 253 h 903"/>
                <a:gd name="T22" fmla="*/ 878 w 904"/>
                <a:gd name="T23" fmla="*/ 300 h 903"/>
                <a:gd name="T24" fmla="*/ 892 w 904"/>
                <a:gd name="T25" fmla="*/ 348 h 903"/>
                <a:gd name="T26" fmla="*/ 900 w 904"/>
                <a:gd name="T27" fmla="*/ 400 h 903"/>
                <a:gd name="T28" fmla="*/ 904 w 904"/>
                <a:gd name="T29" fmla="*/ 452 h 903"/>
                <a:gd name="T30" fmla="*/ 900 w 904"/>
                <a:gd name="T31" fmla="*/ 505 h 903"/>
                <a:gd name="T32" fmla="*/ 892 w 904"/>
                <a:gd name="T33" fmla="*/ 556 h 903"/>
                <a:gd name="T34" fmla="*/ 878 w 904"/>
                <a:gd name="T35" fmla="*/ 605 h 903"/>
                <a:gd name="T36" fmla="*/ 858 w 904"/>
                <a:gd name="T37" fmla="*/ 650 h 903"/>
                <a:gd name="T38" fmla="*/ 833 w 904"/>
                <a:gd name="T39" fmla="*/ 694 h 903"/>
                <a:gd name="T40" fmla="*/ 804 w 904"/>
                <a:gd name="T41" fmla="*/ 734 h 903"/>
                <a:gd name="T42" fmla="*/ 771 w 904"/>
                <a:gd name="T43" fmla="*/ 771 h 903"/>
                <a:gd name="T44" fmla="*/ 735 w 904"/>
                <a:gd name="T45" fmla="*/ 804 h 903"/>
                <a:gd name="T46" fmla="*/ 694 w 904"/>
                <a:gd name="T47" fmla="*/ 834 h 903"/>
                <a:gd name="T48" fmla="*/ 651 w 904"/>
                <a:gd name="T49" fmla="*/ 858 h 903"/>
                <a:gd name="T50" fmla="*/ 604 w 904"/>
                <a:gd name="T51" fmla="*/ 877 h 903"/>
                <a:gd name="T52" fmla="*/ 555 w 904"/>
                <a:gd name="T53" fmla="*/ 893 h 903"/>
                <a:gd name="T54" fmla="*/ 505 w 904"/>
                <a:gd name="T55" fmla="*/ 901 h 903"/>
                <a:gd name="T56" fmla="*/ 452 w 904"/>
                <a:gd name="T57" fmla="*/ 903 h 903"/>
                <a:gd name="T58" fmla="*/ 399 w 904"/>
                <a:gd name="T59" fmla="*/ 901 h 903"/>
                <a:gd name="T60" fmla="*/ 349 w 904"/>
                <a:gd name="T61" fmla="*/ 893 h 903"/>
                <a:gd name="T62" fmla="*/ 300 w 904"/>
                <a:gd name="T63" fmla="*/ 877 h 903"/>
                <a:gd name="T64" fmla="*/ 253 w 904"/>
                <a:gd name="T65" fmla="*/ 858 h 903"/>
                <a:gd name="T66" fmla="*/ 210 w 904"/>
                <a:gd name="T67" fmla="*/ 834 h 903"/>
                <a:gd name="T68" fmla="*/ 170 w 904"/>
                <a:gd name="T69" fmla="*/ 804 h 903"/>
                <a:gd name="T70" fmla="*/ 133 w 904"/>
                <a:gd name="T71" fmla="*/ 771 h 903"/>
                <a:gd name="T72" fmla="*/ 99 w 904"/>
                <a:gd name="T73" fmla="*/ 734 h 903"/>
                <a:gd name="T74" fmla="*/ 70 w 904"/>
                <a:gd name="T75" fmla="*/ 694 h 903"/>
                <a:gd name="T76" fmla="*/ 47 w 904"/>
                <a:gd name="T77" fmla="*/ 650 h 903"/>
                <a:gd name="T78" fmla="*/ 27 w 904"/>
                <a:gd name="T79" fmla="*/ 605 h 903"/>
                <a:gd name="T80" fmla="*/ 12 w 904"/>
                <a:gd name="T81" fmla="*/ 556 h 903"/>
                <a:gd name="T82" fmla="*/ 3 w 904"/>
                <a:gd name="T83" fmla="*/ 505 h 903"/>
                <a:gd name="T84" fmla="*/ 0 w 904"/>
                <a:gd name="T85" fmla="*/ 452 h 903"/>
                <a:gd name="T86" fmla="*/ 3 w 904"/>
                <a:gd name="T87" fmla="*/ 400 h 903"/>
                <a:gd name="T88" fmla="*/ 12 w 904"/>
                <a:gd name="T89" fmla="*/ 348 h 903"/>
                <a:gd name="T90" fmla="*/ 27 w 904"/>
                <a:gd name="T91" fmla="*/ 300 h 903"/>
                <a:gd name="T92" fmla="*/ 47 w 904"/>
                <a:gd name="T93" fmla="*/ 253 h 903"/>
                <a:gd name="T94" fmla="*/ 70 w 904"/>
                <a:gd name="T95" fmla="*/ 210 h 903"/>
                <a:gd name="T96" fmla="*/ 99 w 904"/>
                <a:gd name="T97" fmla="*/ 169 h 903"/>
                <a:gd name="T98" fmla="*/ 133 w 904"/>
                <a:gd name="T99" fmla="*/ 133 h 903"/>
                <a:gd name="T100" fmla="*/ 170 w 904"/>
                <a:gd name="T101" fmla="*/ 100 h 903"/>
                <a:gd name="T102" fmla="*/ 210 w 904"/>
                <a:gd name="T103" fmla="*/ 71 h 903"/>
                <a:gd name="T104" fmla="*/ 253 w 904"/>
                <a:gd name="T105" fmla="*/ 46 h 903"/>
                <a:gd name="T106" fmla="*/ 300 w 904"/>
                <a:gd name="T107" fmla="*/ 27 h 903"/>
                <a:gd name="T108" fmla="*/ 349 w 904"/>
                <a:gd name="T109" fmla="*/ 12 h 903"/>
                <a:gd name="T110" fmla="*/ 399 w 904"/>
                <a:gd name="T111" fmla="*/ 4 h 903"/>
                <a:gd name="T112" fmla="*/ 452 w 904"/>
                <a:gd name="T113" fmla="*/ 0 h 9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904" h="903">
                  <a:moveTo>
                    <a:pt x="452" y="0"/>
                  </a:moveTo>
                  <a:lnTo>
                    <a:pt x="505" y="4"/>
                  </a:lnTo>
                  <a:lnTo>
                    <a:pt x="555" y="12"/>
                  </a:lnTo>
                  <a:lnTo>
                    <a:pt x="604" y="27"/>
                  </a:lnTo>
                  <a:lnTo>
                    <a:pt x="651" y="46"/>
                  </a:lnTo>
                  <a:lnTo>
                    <a:pt x="694" y="71"/>
                  </a:lnTo>
                  <a:lnTo>
                    <a:pt x="735" y="100"/>
                  </a:lnTo>
                  <a:lnTo>
                    <a:pt x="771" y="133"/>
                  </a:lnTo>
                  <a:lnTo>
                    <a:pt x="804" y="169"/>
                  </a:lnTo>
                  <a:lnTo>
                    <a:pt x="833" y="210"/>
                  </a:lnTo>
                  <a:lnTo>
                    <a:pt x="858" y="253"/>
                  </a:lnTo>
                  <a:lnTo>
                    <a:pt x="878" y="300"/>
                  </a:lnTo>
                  <a:lnTo>
                    <a:pt x="892" y="348"/>
                  </a:lnTo>
                  <a:lnTo>
                    <a:pt x="900" y="400"/>
                  </a:lnTo>
                  <a:lnTo>
                    <a:pt x="904" y="452"/>
                  </a:lnTo>
                  <a:lnTo>
                    <a:pt x="900" y="505"/>
                  </a:lnTo>
                  <a:lnTo>
                    <a:pt x="892" y="556"/>
                  </a:lnTo>
                  <a:lnTo>
                    <a:pt x="878" y="605"/>
                  </a:lnTo>
                  <a:lnTo>
                    <a:pt x="858" y="650"/>
                  </a:lnTo>
                  <a:lnTo>
                    <a:pt x="833" y="694"/>
                  </a:lnTo>
                  <a:lnTo>
                    <a:pt x="804" y="734"/>
                  </a:lnTo>
                  <a:lnTo>
                    <a:pt x="771" y="771"/>
                  </a:lnTo>
                  <a:lnTo>
                    <a:pt x="735" y="804"/>
                  </a:lnTo>
                  <a:lnTo>
                    <a:pt x="694" y="834"/>
                  </a:lnTo>
                  <a:lnTo>
                    <a:pt x="651" y="858"/>
                  </a:lnTo>
                  <a:lnTo>
                    <a:pt x="604" y="877"/>
                  </a:lnTo>
                  <a:lnTo>
                    <a:pt x="555" y="893"/>
                  </a:lnTo>
                  <a:lnTo>
                    <a:pt x="505" y="901"/>
                  </a:lnTo>
                  <a:lnTo>
                    <a:pt x="452" y="903"/>
                  </a:lnTo>
                  <a:lnTo>
                    <a:pt x="399" y="901"/>
                  </a:lnTo>
                  <a:lnTo>
                    <a:pt x="349" y="893"/>
                  </a:lnTo>
                  <a:lnTo>
                    <a:pt x="300" y="877"/>
                  </a:lnTo>
                  <a:lnTo>
                    <a:pt x="253" y="858"/>
                  </a:lnTo>
                  <a:lnTo>
                    <a:pt x="210" y="834"/>
                  </a:lnTo>
                  <a:lnTo>
                    <a:pt x="170" y="804"/>
                  </a:lnTo>
                  <a:lnTo>
                    <a:pt x="133" y="771"/>
                  </a:lnTo>
                  <a:lnTo>
                    <a:pt x="99" y="734"/>
                  </a:lnTo>
                  <a:lnTo>
                    <a:pt x="70" y="694"/>
                  </a:lnTo>
                  <a:lnTo>
                    <a:pt x="47" y="650"/>
                  </a:lnTo>
                  <a:lnTo>
                    <a:pt x="27" y="605"/>
                  </a:lnTo>
                  <a:lnTo>
                    <a:pt x="12" y="556"/>
                  </a:lnTo>
                  <a:lnTo>
                    <a:pt x="3" y="505"/>
                  </a:lnTo>
                  <a:lnTo>
                    <a:pt x="0" y="452"/>
                  </a:lnTo>
                  <a:lnTo>
                    <a:pt x="3" y="400"/>
                  </a:lnTo>
                  <a:lnTo>
                    <a:pt x="12" y="348"/>
                  </a:lnTo>
                  <a:lnTo>
                    <a:pt x="27" y="300"/>
                  </a:lnTo>
                  <a:lnTo>
                    <a:pt x="47" y="253"/>
                  </a:lnTo>
                  <a:lnTo>
                    <a:pt x="70" y="210"/>
                  </a:lnTo>
                  <a:lnTo>
                    <a:pt x="99" y="169"/>
                  </a:lnTo>
                  <a:lnTo>
                    <a:pt x="133" y="133"/>
                  </a:lnTo>
                  <a:lnTo>
                    <a:pt x="170" y="100"/>
                  </a:lnTo>
                  <a:lnTo>
                    <a:pt x="210" y="71"/>
                  </a:lnTo>
                  <a:lnTo>
                    <a:pt x="253" y="46"/>
                  </a:lnTo>
                  <a:lnTo>
                    <a:pt x="300" y="27"/>
                  </a:lnTo>
                  <a:lnTo>
                    <a:pt x="349" y="12"/>
                  </a:lnTo>
                  <a:lnTo>
                    <a:pt x="399" y="4"/>
                  </a:lnTo>
                  <a:lnTo>
                    <a:pt x="452" y="0"/>
                  </a:lnTo>
                  <a:close/>
                </a:path>
              </a:pathLst>
            </a:custGeom>
            <a:solidFill>
              <a:schemeClr val="bg1"/>
            </a:solidFill>
            <a:ln w="0">
              <a:noFill/>
              <a:prstDash val="solid"/>
              <a:round/>
              <a:headEnd/>
              <a:tailEnd/>
            </a:ln>
          </p:spPr>
          <p:txBody>
            <a:bodyPr wrap="square" lIns="91440" tIns="45720" rIns="91440" bIns="45720" anchor="ctr">
              <a:noAutofit/>
            </a:bodyPr>
            <a:lstStyle/>
            <a:p>
              <a:pPr algn="ctr"/>
              <a:endParaRPr>
                <a:cs typeface="+mn-ea"/>
                <a:sym typeface="+mn-lt"/>
              </a:endParaRPr>
            </a:p>
          </p:txBody>
        </p:sp>
        <p:sp>
          <p:nvSpPr>
            <p:cNvPr id="26" name="任意多边形: 形状 25">
              <a:extLst>
                <a:ext uri="{FF2B5EF4-FFF2-40B4-BE49-F238E27FC236}">
                  <a16:creationId xmlns:a16="http://schemas.microsoft.com/office/drawing/2014/main" id="{B2A4209A-FBCE-3753-633C-5AE07DC17EF6}"/>
                </a:ext>
              </a:extLst>
            </p:cNvPr>
            <p:cNvSpPr/>
            <p:nvPr/>
          </p:nvSpPr>
          <p:spPr bwMode="auto">
            <a:xfrm>
              <a:off x="2694687" y="2791582"/>
              <a:ext cx="106998" cy="331165"/>
            </a:xfrm>
            <a:custGeom>
              <a:avLst/>
              <a:gdLst>
                <a:gd name="T0" fmla="*/ 377 w 894"/>
                <a:gd name="T1" fmla="*/ 3 h 2767"/>
                <a:gd name="T2" fmla="*/ 384 w 894"/>
                <a:gd name="T3" fmla="*/ 22 h 2767"/>
                <a:gd name="T4" fmla="*/ 301 w 894"/>
                <a:gd name="T5" fmla="*/ 274 h 2767"/>
                <a:gd name="T6" fmla="*/ 210 w 894"/>
                <a:gd name="T7" fmla="*/ 518 h 2767"/>
                <a:gd name="T8" fmla="*/ 148 w 894"/>
                <a:gd name="T9" fmla="*/ 762 h 2767"/>
                <a:gd name="T10" fmla="*/ 118 w 894"/>
                <a:gd name="T11" fmla="*/ 1003 h 2767"/>
                <a:gd name="T12" fmla="*/ 118 w 894"/>
                <a:gd name="T13" fmla="*/ 1240 h 2767"/>
                <a:gd name="T14" fmla="*/ 145 w 894"/>
                <a:gd name="T15" fmla="*/ 1465 h 2767"/>
                <a:gd name="T16" fmla="*/ 202 w 894"/>
                <a:gd name="T17" fmla="*/ 1685 h 2767"/>
                <a:gd name="T18" fmla="*/ 285 w 894"/>
                <a:gd name="T19" fmla="*/ 1901 h 2767"/>
                <a:gd name="T20" fmla="*/ 371 w 894"/>
                <a:gd name="T21" fmla="*/ 2068 h 2767"/>
                <a:gd name="T22" fmla="*/ 441 w 894"/>
                <a:gd name="T23" fmla="*/ 2182 h 2767"/>
                <a:gd name="T24" fmla="*/ 514 w 894"/>
                <a:gd name="T25" fmla="*/ 2285 h 2767"/>
                <a:gd name="T26" fmla="*/ 585 w 894"/>
                <a:gd name="T27" fmla="*/ 2377 h 2767"/>
                <a:gd name="T28" fmla="*/ 653 w 894"/>
                <a:gd name="T29" fmla="*/ 2456 h 2767"/>
                <a:gd name="T30" fmla="*/ 717 w 894"/>
                <a:gd name="T31" fmla="*/ 2524 h 2767"/>
                <a:gd name="T32" fmla="*/ 772 w 894"/>
                <a:gd name="T33" fmla="*/ 2578 h 2767"/>
                <a:gd name="T34" fmla="*/ 818 w 894"/>
                <a:gd name="T35" fmla="*/ 2620 h 2767"/>
                <a:gd name="T36" fmla="*/ 851 w 894"/>
                <a:gd name="T37" fmla="*/ 2648 h 2767"/>
                <a:gd name="T38" fmla="*/ 869 w 894"/>
                <a:gd name="T39" fmla="*/ 2662 h 2767"/>
                <a:gd name="T40" fmla="*/ 882 w 894"/>
                <a:gd name="T41" fmla="*/ 2675 h 2767"/>
                <a:gd name="T42" fmla="*/ 893 w 894"/>
                <a:gd name="T43" fmla="*/ 2703 h 2767"/>
                <a:gd name="T44" fmla="*/ 890 w 894"/>
                <a:gd name="T45" fmla="*/ 2731 h 2767"/>
                <a:gd name="T46" fmla="*/ 869 w 894"/>
                <a:gd name="T47" fmla="*/ 2757 h 2767"/>
                <a:gd name="T48" fmla="*/ 838 w 894"/>
                <a:gd name="T49" fmla="*/ 2767 h 2767"/>
                <a:gd name="T50" fmla="*/ 803 w 894"/>
                <a:gd name="T51" fmla="*/ 2756 h 2767"/>
                <a:gd name="T52" fmla="*/ 791 w 894"/>
                <a:gd name="T53" fmla="*/ 2746 h 2767"/>
                <a:gd name="T54" fmla="*/ 761 w 894"/>
                <a:gd name="T55" fmla="*/ 2722 h 2767"/>
                <a:gd name="T56" fmla="*/ 719 w 894"/>
                <a:gd name="T57" fmla="*/ 2685 h 2767"/>
                <a:gd name="T58" fmla="*/ 665 w 894"/>
                <a:gd name="T59" fmla="*/ 2634 h 2767"/>
                <a:gd name="T60" fmla="*/ 603 w 894"/>
                <a:gd name="T61" fmla="*/ 2571 h 2767"/>
                <a:gd name="T62" fmla="*/ 534 w 894"/>
                <a:gd name="T63" fmla="*/ 2494 h 2767"/>
                <a:gd name="T64" fmla="*/ 460 w 894"/>
                <a:gd name="T65" fmla="*/ 2405 h 2767"/>
                <a:gd name="T66" fmla="*/ 385 w 894"/>
                <a:gd name="T67" fmla="*/ 2303 h 2767"/>
                <a:gd name="T68" fmla="*/ 311 w 894"/>
                <a:gd name="T69" fmla="*/ 2190 h 2767"/>
                <a:gd name="T70" fmla="*/ 238 w 894"/>
                <a:gd name="T71" fmla="*/ 2064 h 2767"/>
                <a:gd name="T72" fmla="*/ 146 w 894"/>
                <a:gd name="T73" fmla="*/ 1867 h 2767"/>
                <a:gd name="T74" fmla="*/ 76 w 894"/>
                <a:gd name="T75" fmla="*/ 1665 h 2767"/>
                <a:gd name="T76" fmla="*/ 28 w 894"/>
                <a:gd name="T77" fmla="*/ 1460 h 2767"/>
                <a:gd name="T78" fmla="*/ 3 w 894"/>
                <a:gd name="T79" fmla="*/ 1251 h 2767"/>
                <a:gd name="T80" fmla="*/ 2 w 894"/>
                <a:gd name="T81" fmla="*/ 1026 h 2767"/>
                <a:gd name="T82" fmla="*/ 26 w 894"/>
                <a:gd name="T83" fmla="*/ 798 h 2767"/>
                <a:gd name="T84" fmla="*/ 76 w 894"/>
                <a:gd name="T85" fmla="*/ 568 h 2767"/>
                <a:gd name="T86" fmla="*/ 152 w 894"/>
                <a:gd name="T87" fmla="*/ 338 h 2767"/>
                <a:gd name="T88" fmla="*/ 97 w 894"/>
                <a:gd name="T89" fmla="*/ 171 h 2767"/>
                <a:gd name="T90" fmla="*/ 361 w 894"/>
                <a:gd name="T91" fmla="*/ 0 h 27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894" h="2767">
                  <a:moveTo>
                    <a:pt x="370" y="0"/>
                  </a:moveTo>
                  <a:lnTo>
                    <a:pt x="377" y="3"/>
                  </a:lnTo>
                  <a:lnTo>
                    <a:pt x="382" y="11"/>
                  </a:lnTo>
                  <a:lnTo>
                    <a:pt x="384" y="22"/>
                  </a:lnTo>
                  <a:lnTo>
                    <a:pt x="402" y="324"/>
                  </a:lnTo>
                  <a:lnTo>
                    <a:pt x="301" y="274"/>
                  </a:lnTo>
                  <a:lnTo>
                    <a:pt x="252" y="396"/>
                  </a:lnTo>
                  <a:lnTo>
                    <a:pt x="210" y="518"/>
                  </a:lnTo>
                  <a:lnTo>
                    <a:pt x="176" y="640"/>
                  </a:lnTo>
                  <a:lnTo>
                    <a:pt x="148" y="762"/>
                  </a:lnTo>
                  <a:lnTo>
                    <a:pt x="130" y="882"/>
                  </a:lnTo>
                  <a:lnTo>
                    <a:pt x="118" y="1003"/>
                  </a:lnTo>
                  <a:lnTo>
                    <a:pt x="113" y="1122"/>
                  </a:lnTo>
                  <a:lnTo>
                    <a:pt x="118" y="1240"/>
                  </a:lnTo>
                  <a:lnTo>
                    <a:pt x="128" y="1354"/>
                  </a:lnTo>
                  <a:lnTo>
                    <a:pt x="145" y="1465"/>
                  </a:lnTo>
                  <a:lnTo>
                    <a:pt x="170" y="1576"/>
                  </a:lnTo>
                  <a:lnTo>
                    <a:pt x="202" y="1685"/>
                  </a:lnTo>
                  <a:lnTo>
                    <a:pt x="240" y="1793"/>
                  </a:lnTo>
                  <a:lnTo>
                    <a:pt x="285" y="1901"/>
                  </a:lnTo>
                  <a:lnTo>
                    <a:pt x="337" y="2006"/>
                  </a:lnTo>
                  <a:lnTo>
                    <a:pt x="371" y="2068"/>
                  </a:lnTo>
                  <a:lnTo>
                    <a:pt x="406" y="2126"/>
                  </a:lnTo>
                  <a:lnTo>
                    <a:pt x="441" y="2182"/>
                  </a:lnTo>
                  <a:lnTo>
                    <a:pt x="477" y="2235"/>
                  </a:lnTo>
                  <a:lnTo>
                    <a:pt x="514" y="2285"/>
                  </a:lnTo>
                  <a:lnTo>
                    <a:pt x="550" y="2333"/>
                  </a:lnTo>
                  <a:lnTo>
                    <a:pt x="585" y="2377"/>
                  </a:lnTo>
                  <a:lnTo>
                    <a:pt x="619" y="2418"/>
                  </a:lnTo>
                  <a:lnTo>
                    <a:pt x="653" y="2456"/>
                  </a:lnTo>
                  <a:lnTo>
                    <a:pt x="686" y="2491"/>
                  </a:lnTo>
                  <a:lnTo>
                    <a:pt x="717" y="2524"/>
                  </a:lnTo>
                  <a:lnTo>
                    <a:pt x="746" y="2552"/>
                  </a:lnTo>
                  <a:lnTo>
                    <a:pt x="772" y="2578"/>
                  </a:lnTo>
                  <a:lnTo>
                    <a:pt x="796" y="2600"/>
                  </a:lnTo>
                  <a:lnTo>
                    <a:pt x="818" y="2620"/>
                  </a:lnTo>
                  <a:lnTo>
                    <a:pt x="837" y="2635"/>
                  </a:lnTo>
                  <a:lnTo>
                    <a:pt x="851" y="2648"/>
                  </a:lnTo>
                  <a:lnTo>
                    <a:pt x="862" y="2657"/>
                  </a:lnTo>
                  <a:lnTo>
                    <a:pt x="869" y="2662"/>
                  </a:lnTo>
                  <a:lnTo>
                    <a:pt x="871" y="2664"/>
                  </a:lnTo>
                  <a:lnTo>
                    <a:pt x="882" y="2675"/>
                  </a:lnTo>
                  <a:lnTo>
                    <a:pt x="890" y="2688"/>
                  </a:lnTo>
                  <a:lnTo>
                    <a:pt x="893" y="2703"/>
                  </a:lnTo>
                  <a:lnTo>
                    <a:pt x="894" y="2717"/>
                  </a:lnTo>
                  <a:lnTo>
                    <a:pt x="890" y="2731"/>
                  </a:lnTo>
                  <a:lnTo>
                    <a:pt x="882" y="2744"/>
                  </a:lnTo>
                  <a:lnTo>
                    <a:pt x="869" y="2757"/>
                  </a:lnTo>
                  <a:lnTo>
                    <a:pt x="854" y="2765"/>
                  </a:lnTo>
                  <a:lnTo>
                    <a:pt x="838" y="2767"/>
                  </a:lnTo>
                  <a:lnTo>
                    <a:pt x="819" y="2765"/>
                  </a:lnTo>
                  <a:lnTo>
                    <a:pt x="803" y="2756"/>
                  </a:lnTo>
                  <a:lnTo>
                    <a:pt x="798" y="2753"/>
                  </a:lnTo>
                  <a:lnTo>
                    <a:pt x="791" y="2746"/>
                  </a:lnTo>
                  <a:lnTo>
                    <a:pt x="778" y="2735"/>
                  </a:lnTo>
                  <a:lnTo>
                    <a:pt x="761" y="2722"/>
                  </a:lnTo>
                  <a:lnTo>
                    <a:pt x="742" y="2705"/>
                  </a:lnTo>
                  <a:lnTo>
                    <a:pt x="719" y="2685"/>
                  </a:lnTo>
                  <a:lnTo>
                    <a:pt x="694" y="2661"/>
                  </a:lnTo>
                  <a:lnTo>
                    <a:pt x="665" y="2634"/>
                  </a:lnTo>
                  <a:lnTo>
                    <a:pt x="636" y="2604"/>
                  </a:lnTo>
                  <a:lnTo>
                    <a:pt x="603" y="2571"/>
                  </a:lnTo>
                  <a:lnTo>
                    <a:pt x="569" y="2535"/>
                  </a:lnTo>
                  <a:lnTo>
                    <a:pt x="534" y="2494"/>
                  </a:lnTo>
                  <a:lnTo>
                    <a:pt x="497" y="2452"/>
                  </a:lnTo>
                  <a:lnTo>
                    <a:pt x="460" y="2405"/>
                  </a:lnTo>
                  <a:lnTo>
                    <a:pt x="423" y="2356"/>
                  </a:lnTo>
                  <a:lnTo>
                    <a:pt x="385" y="2303"/>
                  </a:lnTo>
                  <a:lnTo>
                    <a:pt x="348" y="2248"/>
                  </a:lnTo>
                  <a:lnTo>
                    <a:pt x="311" y="2190"/>
                  </a:lnTo>
                  <a:lnTo>
                    <a:pt x="274" y="2128"/>
                  </a:lnTo>
                  <a:lnTo>
                    <a:pt x="238" y="2064"/>
                  </a:lnTo>
                  <a:lnTo>
                    <a:pt x="190" y="1966"/>
                  </a:lnTo>
                  <a:lnTo>
                    <a:pt x="146" y="1867"/>
                  </a:lnTo>
                  <a:lnTo>
                    <a:pt x="108" y="1767"/>
                  </a:lnTo>
                  <a:lnTo>
                    <a:pt x="76" y="1665"/>
                  </a:lnTo>
                  <a:lnTo>
                    <a:pt x="50" y="1563"/>
                  </a:lnTo>
                  <a:lnTo>
                    <a:pt x="28" y="1460"/>
                  </a:lnTo>
                  <a:lnTo>
                    <a:pt x="13" y="1356"/>
                  </a:lnTo>
                  <a:lnTo>
                    <a:pt x="3" y="1251"/>
                  </a:lnTo>
                  <a:lnTo>
                    <a:pt x="0" y="1139"/>
                  </a:lnTo>
                  <a:lnTo>
                    <a:pt x="2" y="1026"/>
                  </a:lnTo>
                  <a:lnTo>
                    <a:pt x="11" y="913"/>
                  </a:lnTo>
                  <a:lnTo>
                    <a:pt x="26" y="798"/>
                  </a:lnTo>
                  <a:lnTo>
                    <a:pt x="48" y="684"/>
                  </a:lnTo>
                  <a:lnTo>
                    <a:pt x="76" y="568"/>
                  </a:lnTo>
                  <a:lnTo>
                    <a:pt x="111" y="454"/>
                  </a:lnTo>
                  <a:lnTo>
                    <a:pt x="152" y="338"/>
                  </a:lnTo>
                  <a:lnTo>
                    <a:pt x="200" y="223"/>
                  </a:lnTo>
                  <a:lnTo>
                    <a:pt x="97" y="171"/>
                  </a:lnTo>
                  <a:lnTo>
                    <a:pt x="350" y="4"/>
                  </a:lnTo>
                  <a:lnTo>
                    <a:pt x="361" y="0"/>
                  </a:lnTo>
                  <a:lnTo>
                    <a:pt x="370" y="0"/>
                  </a:lnTo>
                  <a:close/>
                </a:path>
              </a:pathLst>
            </a:custGeom>
            <a:solidFill>
              <a:schemeClr val="bg1"/>
            </a:solidFill>
            <a:ln w="0">
              <a:noFill/>
              <a:prstDash val="solid"/>
              <a:round/>
              <a:headEnd/>
              <a:tailEnd/>
            </a:ln>
          </p:spPr>
          <p:txBody>
            <a:bodyPr wrap="square" lIns="91440" tIns="45720" rIns="91440" bIns="45720" anchor="ctr">
              <a:noAutofit/>
            </a:bodyPr>
            <a:lstStyle/>
            <a:p>
              <a:pPr algn="ctr"/>
              <a:endParaRPr>
                <a:cs typeface="+mn-ea"/>
                <a:sym typeface="+mn-lt"/>
              </a:endParaRPr>
            </a:p>
          </p:txBody>
        </p:sp>
        <p:sp>
          <p:nvSpPr>
            <p:cNvPr id="28" name="任意多边形: 形状 27">
              <a:extLst>
                <a:ext uri="{FF2B5EF4-FFF2-40B4-BE49-F238E27FC236}">
                  <a16:creationId xmlns:a16="http://schemas.microsoft.com/office/drawing/2014/main" id="{7493050E-7491-38A1-FCC2-3D067587D447}"/>
                </a:ext>
              </a:extLst>
            </p:cNvPr>
            <p:cNvSpPr/>
            <p:nvPr/>
          </p:nvSpPr>
          <p:spPr bwMode="auto">
            <a:xfrm>
              <a:off x="5905769" y="3077297"/>
              <a:ext cx="127428" cy="127065"/>
            </a:xfrm>
            <a:custGeom>
              <a:avLst/>
              <a:gdLst>
                <a:gd name="T0" fmla="*/ 558 w 1403"/>
                <a:gd name="T1" fmla="*/ 29 h 1400"/>
                <a:gd name="T2" fmla="*/ 507 w 1403"/>
                <a:gd name="T3" fmla="*/ 166 h 1400"/>
                <a:gd name="T4" fmla="*/ 451 w 1403"/>
                <a:gd name="T5" fmla="*/ 387 h 1400"/>
                <a:gd name="T6" fmla="*/ 416 w 1403"/>
                <a:gd name="T7" fmla="*/ 632 h 1400"/>
                <a:gd name="T8" fmla="*/ 404 w 1403"/>
                <a:gd name="T9" fmla="*/ 879 h 1400"/>
                <a:gd name="T10" fmla="*/ 402 w 1403"/>
                <a:gd name="T11" fmla="*/ 941 h 1400"/>
                <a:gd name="T12" fmla="*/ 405 w 1403"/>
                <a:gd name="T13" fmla="*/ 979 h 1400"/>
                <a:gd name="T14" fmla="*/ 421 w 1403"/>
                <a:gd name="T15" fmla="*/ 997 h 1400"/>
                <a:gd name="T16" fmla="*/ 564 w 1403"/>
                <a:gd name="T17" fmla="*/ 1000 h 1400"/>
                <a:gd name="T18" fmla="*/ 826 w 1403"/>
                <a:gd name="T19" fmla="*/ 979 h 1400"/>
                <a:gd name="T20" fmla="*/ 1061 w 1403"/>
                <a:gd name="T21" fmla="*/ 941 h 1400"/>
                <a:gd name="T22" fmla="*/ 1245 w 1403"/>
                <a:gd name="T23" fmla="*/ 890 h 1400"/>
                <a:gd name="T24" fmla="*/ 1403 w 1403"/>
                <a:gd name="T25" fmla="*/ 832 h 1400"/>
                <a:gd name="T26" fmla="*/ 1343 w 1403"/>
                <a:gd name="T27" fmla="*/ 938 h 1400"/>
                <a:gd name="T28" fmla="*/ 1267 w 1403"/>
                <a:gd name="T29" fmla="*/ 1033 h 1400"/>
                <a:gd name="T30" fmla="*/ 1147 w 1403"/>
                <a:gd name="T31" fmla="*/ 1139 h 1400"/>
                <a:gd name="T32" fmla="*/ 1013 w 1403"/>
                <a:gd name="T33" fmla="*/ 1226 h 1400"/>
                <a:gd name="T34" fmla="*/ 866 w 1403"/>
                <a:gd name="T35" fmla="*/ 1295 h 1400"/>
                <a:gd name="T36" fmla="*/ 712 w 1403"/>
                <a:gd name="T37" fmla="*/ 1345 h 1400"/>
                <a:gd name="T38" fmla="*/ 553 w 1403"/>
                <a:gd name="T39" fmla="*/ 1378 h 1400"/>
                <a:gd name="T40" fmla="*/ 395 w 1403"/>
                <a:gd name="T41" fmla="*/ 1397 h 1400"/>
                <a:gd name="T42" fmla="*/ 187 w 1403"/>
                <a:gd name="T43" fmla="*/ 1397 h 1400"/>
                <a:gd name="T44" fmla="*/ 114 w 1403"/>
                <a:gd name="T45" fmla="*/ 1378 h 1400"/>
                <a:gd name="T46" fmla="*/ 55 w 1403"/>
                <a:gd name="T47" fmla="*/ 1335 h 1400"/>
                <a:gd name="T48" fmla="*/ 14 w 1403"/>
                <a:gd name="T49" fmla="*/ 1270 h 1400"/>
                <a:gd name="T50" fmla="*/ 1 w 1403"/>
                <a:gd name="T51" fmla="*/ 1204 h 1400"/>
                <a:gd name="T52" fmla="*/ 0 w 1403"/>
                <a:gd name="T53" fmla="*/ 1134 h 1400"/>
                <a:gd name="T54" fmla="*/ 4 w 1403"/>
                <a:gd name="T55" fmla="*/ 1002 h 1400"/>
                <a:gd name="T56" fmla="*/ 29 w 1403"/>
                <a:gd name="T57" fmla="*/ 811 h 1400"/>
                <a:gd name="T58" fmla="*/ 78 w 1403"/>
                <a:gd name="T59" fmla="*/ 619 h 1400"/>
                <a:gd name="T60" fmla="*/ 153 w 1403"/>
                <a:gd name="T61" fmla="*/ 435 h 1400"/>
                <a:gd name="T62" fmla="*/ 233 w 1403"/>
                <a:gd name="T63" fmla="*/ 294 h 1400"/>
                <a:gd name="T64" fmla="*/ 313 w 1403"/>
                <a:gd name="T65" fmla="*/ 191 h 1400"/>
                <a:gd name="T66" fmla="*/ 405 w 1403"/>
                <a:gd name="T67" fmla="*/ 102 h 1400"/>
                <a:gd name="T68" fmla="*/ 512 w 1403"/>
                <a:gd name="T69" fmla="*/ 29 h 14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403" h="1400">
                  <a:moveTo>
                    <a:pt x="569" y="0"/>
                  </a:moveTo>
                  <a:lnTo>
                    <a:pt x="558" y="29"/>
                  </a:lnTo>
                  <a:lnTo>
                    <a:pt x="546" y="58"/>
                  </a:lnTo>
                  <a:lnTo>
                    <a:pt x="507" y="166"/>
                  </a:lnTo>
                  <a:lnTo>
                    <a:pt x="477" y="276"/>
                  </a:lnTo>
                  <a:lnTo>
                    <a:pt x="451" y="387"/>
                  </a:lnTo>
                  <a:lnTo>
                    <a:pt x="432" y="501"/>
                  </a:lnTo>
                  <a:lnTo>
                    <a:pt x="416" y="632"/>
                  </a:lnTo>
                  <a:lnTo>
                    <a:pt x="408" y="763"/>
                  </a:lnTo>
                  <a:lnTo>
                    <a:pt x="404" y="879"/>
                  </a:lnTo>
                  <a:lnTo>
                    <a:pt x="402" y="907"/>
                  </a:lnTo>
                  <a:lnTo>
                    <a:pt x="402" y="941"/>
                  </a:lnTo>
                  <a:lnTo>
                    <a:pt x="402" y="969"/>
                  </a:lnTo>
                  <a:lnTo>
                    <a:pt x="405" y="979"/>
                  </a:lnTo>
                  <a:lnTo>
                    <a:pt x="411" y="989"/>
                  </a:lnTo>
                  <a:lnTo>
                    <a:pt x="421" y="997"/>
                  </a:lnTo>
                  <a:lnTo>
                    <a:pt x="432" y="1000"/>
                  </a:lnTo>
                  <a:lnTo>
                    <a:pt x="564" y="1000"/>
                  </a:lnTo>
                  <a:lnTo>
                    <a:pt x="695" y="992"/>
                  </a:lnTo>
                  <a:lnTo>
                    <a:pt x="826" y="979"/>
                  </a:lnTo>
                  <a:lnTo>
                    <a:pt x="956" y="961"/>
                  </a:lnTo>
                  <a:lnTo>
                    <a:pt x="1061" y="941"/>
                  </a:lnTo>
                  <a:lnTo>
                    <a:pt x="1166" y="915"/>
                  </a:lnTo>
                  <a:lnTo>
                    <a:pt x="1245" y="890"/>
                  </a:lnTo>
                  <a:lnTo>
                    <a:pt x="1325" y="861"/>
                  </a:lnTo>
                  <a:lnTo>
                    <a:pt x="1403" y="832"/>
                  </a:lnTo>
                  <a:lnTo>
                    <a:pt x="1375" y="887"/>
                  </a:lnTo>
                  <a:lnTo>
                    <a:pt x="1343" y="938"/>
                  </a:lnTo>
                  <a:lnTo>
                    <a:pt x="1307" y="985"/>
                  </a:lnTo>
                  <a:lnTo>
                    <a:pt x="1267" y="1033"/>
                  </a:lnTo>
                  <a:lnTo>
                    <a:pt x="1209" y="1087"/>
                  </a:lnTo>
                  <a:lnTo>
                    <a:pt x="1147" y="1139"/>
                  </a:lnTo>
                  <a:lnTo>
                    <a:pt x="1082" y="1185"/>
                  </a:lnTo>
                  <a:lnTo>
                    <a:pt x="1013" y="1226"/>
                  </a:lnTo>
                  <a:lnTo>
                    <a:pt x="941" y="1263"/>
                  </a:lnTo>
                  <a:lnTo>
                    <a:pt x="866" y="1295"/>
                  </a:lnTo>
                  <a:lnTo>
                    <a:pt x="790" y="1322"/>
                  </a:lnTo>
                  <a:lnTo>
                    <a:pt x="712" y="1345"/>
                  </a:lnTo>
                  <a:lnTo>
                    <a:pt x="633" y="1364"/>
                  </a:lnTo>
                  <a:lnTo>
                    <a:pt x="553" y="1378"/>
                  </a:lnTo>
                  <a:lnTo>
                    <a:pt x="474" y="1390"/>
                  </a:lnTo>
                  <a:lnTo>
                    <a:pt x="395" y="1397"/>
                  </a:lnTo>
                  <a:lnTo>
                    <a:pt x="291" y="1400"/>
                  </a:lnTo>
                  <a:lnTo>
                    <a:pt x="187" y="1397"/>
                  </a:lnTo>
                  <a:lnTo>
                    <a:pt x="148" y="1391"/>
                  </a:lnTo>
                  <a:lnTo>
                    <a:pt x="114" y="1378"/>
                  </a:lnTo>
                  <a:lnTo>
                    <a:pt x="82" y="1360"/>
                  </a:lnTo>
                  <a:lnTo>
                    <a:pt x="55" y="1335"/>
                  </a:lnTo>
                  <a:lnTo>
                    <a:pt x="32" y="1305"/>
                  </a:lnTo>
                  <a:lnTo>
                    <a:pt x="14" y="1270"/>
                  </a:lnTo>
                  <a:lnTo>
                    <a:pt x="6" y="1237"/>
                  </a:lnTo>
                  <a:lnTo>
                    <a:pt x="1" y="1204"/>
                  </a:lnTo>
                  <a:lnTo>
                    <a:pt x="0" y="1168"/>
                  </a:lnTo>
                  <a:lnTo>
                    <a:pt x="0" y="1134"/>
                  </a:lnTo>
                  <a:lnTo>
                    <a:pt x="0" y="1100"/>
                  </a:lnTo>
                  <a:lnTo>
                    <a:pt x="4" y="1002"/>
                  </a:lnTo>
                  <a:lnTo>
                    <a:pt x="14" y="906"/>
                  </a:lnTo>
                  <a:lnTo>
                    <a:pt x="29" y="811"/>
                  </a:lnTo>
                  <a:lnTo>
                    <a:pt x="50" y="714"/>
                  </a:lnTo>
                  <a:lnTo>
                    <a:pt x="78" y="619"/>
                  </a:lnTo>
                  <a:lnTo>
                    <a:pt x="111" y="526"/>
                  </a:lnTo>
                  <a:lnTo>
                    <a:pt x="153" y="435"/>
                  </a:lnTo>
                  <a:lnTo>
                    <a:pt x="199" y="348"/>
                  </a:lnTo>
                  <a:lnTo>
                    <a:pt x="233" y="294"/>
                  </a:lnTo>
                  <a:lnTo>
                    <a:pt x="272" y="242"/>
                  </a:lnTo>
                  <a:lnTo>
                    <a:pt x="313" y="191"/>
                  </a:lnTo>
                  <a:lnTo>
                    <a:pt x="357" y="145"/>
                  </a:lnTo>
                  <a:lnTo>
                    <a:pt x="405" y="102"/>
                  </a:lnTo>
                  <a:lnTo>
                    <a:pt x="457" y="62"/>
                  </a:lnTo>
                  <a:lnTo>
                    <a:pt x="512" y="29"/>
                  </a:lnTo>
                  <a:lnTo>
                    <a:pt x="569" y="0"/>
                  </a:lnTo>
                  <a:close/>
                </a:path>
              </a:pathLst>
            </a:custGeom>
            <a:solidFill>
              <a:schemeClr val="bg1"/>
            </a:solidFill>
            <a:ln w="0">
              <a:noFill/>
              <a:prstDash val="solid"/>
              <a:round/>
              <a:headEnd/>
              <a:tailEnd/>
            </a:ln>
          </p:spPr>
          <p:txBody>
            <a:bodyPr wrap="square" lIns="91440" tIns="45720" rIns="91440" bIns="45720" anchor="ctr">
              <a:noAutofit/>
            </a:bodyPr>
            <a:lstStyle/>
            <a:p>
              <a:pPr algn="ctr"/>
              <a:endParaRPr>
                <a:cs typeface="+mn-ea"/>
                <a:sym typeface="+mn-lt"/>
              </a:endParaRPr>
            </a:p>
          </p:txBody>
        </p:sp>
        <p:sp>
          <p:nvSpPr>
            <p:cNvPr id="29" name="任意多边形: 形状 28">
              <a:extLst>
                <a:ext uri="{FF2B5EF4-FFF2-40B4-BE49-F238E27FC236}">
                  <a16:creationId xmlns:a16="http://schemas.microsoft.com/office/drawing/2014/main" id="{B647CE7D-F389-7FD7-DBA4-79DA4AA16A77}"/>
                </a:ext>
              </a:extLst>
            </p:cNvPr>
            <p:cNvSpPr/>
            <p:nvPr/>
          </p:nvSpPr>
          <p:spPr bwMode="auto">
            <a:xfrm>
              <a:off x="9227906" y="3099157"/>
              <a:ext cx="21591" cy="10196"/>
            </a:xfrm>
            <a:custGeom>
              <a:avLst/>
              <a:gdLst>
                <a:gd name="T0" fmla="*/ 170 w 178"/>
                <a:gd name="T1" fmla="*/ 0 h 87"/>
                <a:gd name="T2" fmla="*/ 176 w 178"/>
                <a:gd name="T3" fmla="*/ 6 h 87"/>
                <a:gd name="T4" fmla="*/ 178 w 178"/>
                <a:gd name="T5" fmla="*/ 16 h 87"/>
                <a:gd name="T6" fmla="*/ 176 w 178"/>
                <a:gd name="T7" fmla="*/ 28 h 87"/>
                <a:gd name="T8" fmla="*/ 171 w 178"/>
                <a:gd name="T9" fmla="*/ 40 h 87"/>
                <a:gd name="T10" fmla="*/ 165 w 178"/>
                <a:gd name="T11" fmla="*/ 53 h 87"/>
                <a:gd name="T12" fmla="*/ 156 w 178"/>
                <a:gd name="T13" fmla="*/ 66 h 87"/>
                <a:gd name="T14" fmla="*/ 147 w 178"/>
                <a:gd name="T15" fmla="*/ 76 h 87"/>
                <a:gd name="T16" fmla="*/ 136 w 178"/>
                <a:gd name="T17" fmla="*/ 84 h 87"/>
                <a:gd name="T18" fmla="*/ 126 w 178"/>
                <a:gd name="T19" fmla="*/ 87 h 87"/>
                <a:gd name="T20" fmla="*/ 0 w 178"/>
                <a:gd name="T21" fmla="*/ 19 h 87"/>
                <a:gd name="T22" fmla="*/ 170 w 178"/>
                <a:gd name="T23" fmla="*/ 0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8" h="87">
                  <a:moveTo>
                    <a:pt x="170" y="0"/>
                  </a:moveTo>
                  <a:lnTo>
                    <a:pt x="176" y="6"/>
                  </a:lnTo>
                  <a:lnTo>
                    <a:pt x="178" y="16"/>
                  </a:lnTo>
                  <a:lnTo>
                    <a:pt x="176" y="28"/>
                  </a:lnTo>
                  <a:lnTo>
                    <a:pt x="171" y="40"/>
                  </a:lnTo>
                  <a:lnTo>
                    <a:pt x="165" y="53"/>
                  </a:lnTo>
                  <a:lnTo>
                    <a:pt x="156" y="66"/>
                  </a:lnTo>
                  <a:lnTo>
                    <a:pt x="147" y="76"/>
                  </a:lnTo>
                  <a:lnTo>
                    <a:pt x="136" y="84"/>
                  </a:lnTo>
                  <a:lnTo>
                    <a:pt x="126" y="87"/>
                  </a:lnTo>
                  <a:lnTo>
                    <a:pt x="0" y="19"/>
                  </a:lnTo>
                  <a:lnTo>
                    <a:pt x="170" y="0"/>
                  </a:lnTo>
                  <a:close/>
                </a:path>
              </a:pathLst>
            </a:custGeom>
            <a:solidFill>
              <a:schemeClr val="bg1"/>
            </a:solidFill>
            <a:ln w="0">
              <a:noFill/>
              <a:prstDash val="solid"/>
              <a:round/>
              <a:headEnd/>
              <a:tailEnd/>
            </a:ln>
          </p:spPr>
          <p:txBody>
            <a:bodyPr wrap="square" lIns="91440" tIns="45720" rIns="91440" bIns="45720" anchor="ctr">
              <a:noAutofit/>
            </a:bodyPr>
            <a:lstStyle/>
            <a:p>
              <a:pPr algn="ctr"/>
              <a:endParaRPr>
                <a:cs typeface="+mn-ea"/>
                <a:sym typeface="+mn-lt"/>
              </a:endParaRPr>
            </a:p>
          </p:txBody>
        </p:sp>
        <p:sp>
          <p:nvSpPr>
            <p:cNvPr id="30" name="任意多边形: 形状 29">
              <a:extLst>
                <a:ext uri="{FF2B5EF4-FFF2-40B4-BE49-F238E27FC236}">
                  <a16:creationId xmlns:a16="http://schemas.microsoft.com/office/drawing/2014/main" id="{865F0EFB-28C8-9E68-0B43-B5CA72D6CC27}"/>
                </a:ext>
              </a:extLst>
            </p:cNvPr>
            <p:cNvSpPr/>
            <p:nvPr/>
          </p:nvSpPr>
          <p:spPr bwMode="auto">
            <a:xfrm>
              <a:off x="9230905" y="3082363"/>
              <a:ext cx="25790" cy="17992"/>
            </a:xfrm>
            <a:custGeom>
              <a:avLst/>
              <a:gdLst>
                <a:gd name="T0" fmla="*/ 163 w 214"/>
                <a:gd name="T1" fmla="*/ 0 h 147"/>
                <a:gd name="T2" fmla="*/ 174 w 214"/>
                <a:gd name="T3" fmla="*/ 0 h 147"/>
                <a:gd name="T4" fmla="*/ 184 w 214"/>
                <a:gd name="T5" fmla="*/ 6 h 147"/>
                <a:gd name="T6" fmla="*/ 193 w 214"/>
                <a:gd name="T7" fmla="*/ 15 h 147"/>
                <a:gd name="T8" fmla="*/ 200 w 214"/>
                <a:gd name="T9" fmla="*/ 26 h 147"/>
                <a:gd name="T10" fmla="*/ 207 w 214"/>
                <a:gd name="T11" fmla="*/ 41 h 147"/>
                <a:gd name="T12" fmla="*/ 211 w 214"/>
                <a:gd name="T13" fmla="*/ 56 h 147"/>
                <a:gd name="T14" fmla="*/ 214 w 214"/>
                <a:gd name="T15" fmla="*/ 70 h 147"/>
                <a:gd name="T16" fmla="*/ 212 w 214"/>
                <a:gd name="T17" fmla="*/ 85 h 147"/>
                <a:gd name="T18" fmla="*/ 209 w 214"/>
                <a:gd name="T19" fmla="*/ 97 h 147"/>
                <a:gd name="T20" fmla="*/ 202 w 214"/>
                <a:gd name="T21" fmla="*/ 107 h 147"/>
                <a:gd name="T22" fmla="*/ 0 w 214"/>
                <a:gd name="T23" fmla="*/ 147 h 147"/>
                <a:gd name="T24" fmla="*/ 163 w 214"/>
                <a:gd name="T25" fmla="*/ 0 h 1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14" h="147">
                  <a:moveTo>
                    <a:pt x="163" y="0"/>
                  </a:moveTo>
                  <a:lnTo>
                    <a:pt x="174" y="0"/>
                  </a:lnTo>
                  <a:lnTo>
                    <a:pt x="184" y="6"/>
                  </a:lnTo>
                  <a:lnTo>
                    <a:pt x="193" y="15"/>
                  </a:lnTo>
                  <a:lnTo>
                    <a:pt x="200" y="26"/>
                  </a:lnTo>
                  <a:lnTo>
                    <a:pt x="207" y="41"/>
                  </a:lnTo>
                  <a:lnTo>
                    <a:pt x="211" y="56"/>
                  </a:lnTo>
                  <a:lnTo>
                    <a:pt x="214" y="70"/>
                  </a:lnTo>
                  <a:lnTo>
                    <a:pt x="212" y="85"/>
                  </a:lnTo>
                  <a:lnTo>
                    <a:pt x="209" y="97"/>
                  </a:lnTo>
                  <a:lnTo>
                    <a:pt x="202" y="107"/>
                  </a:lnTo>
                  <a:lnTo>
                    <a:pt x="0" y="147"/>
                  </a:lnTo>
                  <a:lnTo>
                    <a:pt x="163" y="0"/>
                  </a:lnTo>
                  <a:close/>
                </a:path>
              </a:pathLst>
            </a:custGeom>
            <a:solidFill>
              <a:schemeClr val="bg1"/>
            </a:solidFill>
            <a:ln w="0">
              <a:noFill/>
              <a:prstDash val="solid"/>
              <a:round/>
              <a:headEnd/>
              <a:tailEnd/>
            </a:ln>
          </p:spPr>
          <p:txBody>
            <a:bodyPr wrap="square" lIns="91440" tIns="45720" rIns="91440" bIns="45720" anchor="ctr">
              <a:noAutofit/>
            </a:bodyPr>
            <a:lstStyle/>
            <a:p>
              <a:pPr algn="ctr"/>
              <a:endParaRPr>
                <a:cs typeface="+mn-ea"/>
                <a:sym typeface="+mn-lt"/>
              </a:endParaRPr>
            </a:p>
          </p:txBody>
        </p:sp>
        <p:sp>
          <p:nvSpPr>
            <p:cNvPr id="31" name="任意多边形: 形状 30">
              <a:extLst>
                <a:ext uri="{FF2B5EF4-FFF2-40B4-BE49-F238E27FC236}">
                  <a16:creationId xmlns:a16="http://schemas.microsoft.com/office/drawing/2014/main" id="{02F3C14D-5EAA-E045-FBC4-80FE041436CB}"/>
                </a:ext>
              </a:extLst>
            </p:cNvPr>
            <p:cNvSpPr/>
            <p:nvPr/>
          </p:nvSpPr>
          <p:spPr bwMode="auto">
            <a:xfrm>
              <a:off x="9232705" y="3066170"/>
              <a:ext cx="20991" cy="31188"/>
            </a:xfrm>
            <a:custGeom>
              <a:avLst/>
              <a:gdLst>
                <a:gd name="T0" fmla="*/ 66 w 173"/>
                <a:gd name="T1" fmla="*/ 0 h 258"/>
                <a:gd name="T2" fmla="*/ 85 w 173"/>
                <a:gd name="T3" fmla="*/ 3 h 258"/>
                <a:gd name="T4" fmla="*/ 104 w 173"/>
                <a:gd name="T5" fmla="*/ 8 h 258"/>
                <a:gd name="T6" fmla="*/ 121 w 173"/>
                <a:gd name="T7" fmla="*/ 15 h 258"/>
                <a:gd name="T8" fmla="*/ 139 w 173"/>
                <a:gd name="T9" fmla="*/ 24 h 258"/>
                <a:gd name="T10" fmla="*/ 153 w 173"/>
                <a:gd name="T11" fmla="*/ 35 h 258"/>
                <a:gd name="T12" fmla="*/ 165 w 173"/>
                <a:gd name="T13" fmla="*/ 46 h 258"/>
                <a:gd name="T14" fmla="*/ 171 w 173"/>
                <a:gd name="T15" fmla="*/ 58 h 258"/>
                <a:gd name="T16" fmla="*/ 173 w 173"/>
                <a:gd name="T17" fmla="*/ 70 h 258"/>
                <a:gd name="T18" fmla="*/ 0 w 173"/>
                <a:gd name="T19" fmla="*/ 258 h 258"/>
                <a:gd name="T20" fmla="*/ 25 w 173"/>
                <a:gd name="T21" fmla="*/ 11 h 258"/>
                <a:gd name="T22" fmla="*/ 36 w 173"/>
                <a:gd name="T23" fmla="*/ 4 h 258"/>
                <a:gd name="T24" fmla="*/ 49 w 173"/>
                <a:gd name="T25" fmla="*/ 1 h 258"/>
                <a:gd name="T26" fmla="*/ 66 w 173"/>
                <a:gd name="T27" fmla="*/ 0 h 2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73" h="258">
                  <a:moveTo>
                    <a:pt x="66" y="0"/>
                  </a:moveTo>
                  <a:lnTo>
                    <a:pt x="85" y="3"/>
                  </a:lnTo>
                  <a:lnTo>
                    <a:pt x="104" y="8"/>
                  </a:lnTo>
                  <a:lnTo>
                    <a:pt x="121" y="15"/>
                  </a:lnTo>
                  <a:lnTo>
                    <a:pt x="139" y="24"/>
                  </a:lnTo>
                  <a:lnTo>
                    <a:pt x="153" y="35"/>
                  </a:lnTo>
                  <a:lnTo>
                    <a:pt x="165" y="46"/>
                  </a:lnTo>
                  <a:lnTo>
                    <a:pt x="171" y="58"/>
                  </a:lnTo>
                  <a:lnTo>
                    <a:pt x="173" y="70"/>
                  </a:lnTo>
                  <a:lnTo>
                    <a:pt x="0" y="258"/>
                  </a:lnTo>
                  <a:lnTo>
                    <a:pt x="25" y="11"/>
                  </a:lnTo>
                  <a:lnTo>
                    <a:pt x="36" y="4"/>
                  </a:lnTo>
                  <a:lnTo>
                    <a:pt x="49" y="1"/>
                  </a:lnTo>
                  <a:lnTo>
                    <a:pt x="66" y="0"/>
                  </a:lnTo>
                  <a:close/>
                </a:path>
              </a:pathLst>
            </a:custGeom>
            <a:solidFill>
              <a:schemeClr val="bg1"/>
            </a:solidFill>
            <a:ln w="0">
              <a:noFill/>
              <a:prstDash val="solid"/>
              <a:round/>
              <a:headEnd/>
              <a:tailEnd/>
            </a:ln>
          </p:spPr>
          <p:txBody>
            <a:bodyPr wrap="square" lIns="91440" tIns="45720" rIns="91440" bIns="45720" anchor="ctr">
              <a:noAutofit/>
            </a:bodyPr>
            <a:lstStyle/>
            <a:p>
              <a:pPr algn="ctr"/>
              <a:endParaRPr>
                <a:cs typeface="+mn-ea"/>
                <a:sym typeface="+mn-lt"/>
              </a:endParaRPr>
            </a:p>
          </p:txBody>
        </p:sp>
        <p:sp>
          <p:nvSpPr>
            <p:cNvPr id="32" name="任意多边形: 形状 31">
              <a:extLst>
                <a:ext uri="{FF2B5EF4-FFF2-40B4-BE49-F238E27FC236}">
                  <a16:creationId xmlns:a16="http://schemas.microsoft.com/office/drawing/2014/main" id="{2BE21C42-7A23-C27C-F331-03CEA4210FBD}"/>
                </a:ext>
              </a:extLst>
            </p:cNvPr>
            <p:cNvSpPr/>
            <p:nvPr/>
          </p:nvSpPr>
          <p:spPr bwMode="auto">
            <a:xfrm>
              <a:off x="9205715" y="3056573"/>
              <a:ext cx="26390" cy="36586"/>
            </a:xfrm>
            <a:custGeom>
              <a:avLst/>
              <a:gdLst>
                <a:gd name="T0" fmla="*/ 170 w 219"/>
                <a:gd name="T1" fmla="*/ 0 h 305"/>
                <a:gd name="T2" fmla="*/ 189 w 219"/>
                <a:gd name="T3" fmla="*/ 2 h 305"/>
                <a:gd name="T4" fmla="*/ 204 w 219"/>
                <a:gd name="T5" fmla="*/ 6 h 305"/>
                <a:gd name="T6" fmla="*/ 216 w 219"/>
                <a:gd name="T7" fmla="*/ 14 h 305"/>
                <a:gd name="T8" fmla="*/ 219 w 219"/>
                <a:gd name="T9" fmla="*/ 305 h 305"/>
                <a:gd name="T10" fmla="*/ 0 w 219"/>
                <a:gd name="T11" fmla="*/ 80 h 305"/>
                <a:gd name="T12" fmla="*/ 3 w 219"/>
                <a:gd name="T13" fmla="*/ 68 h 305"/>
                <a:gd name="T14" fmla="*/ 11 w 219"/>
                <a:gd name="T15" fmla="*/ 55 h 305"/>
                <a:gd name="T16" fmla="*/ 24 w 219"/>
                <a:gd name="T17" fmla="*/ 44 h 305"/>
                <a:gd name="T18" fmla="*/ 41 w 219"/>
                <a:gd name="T19" fmla="*/ 33 h 305"/>
                <a:gd name="T20" fmla="*/ 61 w 219"/>
                <a:gd name="T21" fmla="*/ 25 h 305"/>
                <a:gd name="T22" fmla="*/ 82 w 219"/>
                <a:gd name="T23" fmla="*/ 16 h 305"/>
                <a:gd name="T24" fmla="*/ 104 w 219"/>
                <a:gd name="T25" fmla="*/ 9 h 305"/>
                <a:gd name="T26" fmla="*/ 127 w 219"/>
                <a:gd name="T27" fmla="*/ 4 h 305"/>
                <a:gd name="T28" fmla="*/ 149 w 219"/>
                <a:gd name="T29" fmla="*/ 0 h 305"/>
                <a:gd name="T30" fmla="*/ 170 w 219"/>
                <a:gd name="T31" fmla="*/ 0 h 3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19" h="305">
                  <a:moveTo>
                    <a:pt x="170" y="0"/>
                  </a:moveTo>
                  <a:lnTo>
                    <a:pt x="189" y="2"/>
                  </a:lnTo>
                  <a:lnTo>
                    <a:pt x="204" y="6"/>
                  </a:lnTo>
                  <a:lnTo>
                    <a:pt x="216" y="14"/>
                  </a:lnTo>
                  <a:lnTo>
                    <a:pt x="219" y="305"/>
                  </a:lnTo>
                  <a:lnTo>
                    <a:pt x="0" y="80"/>
                  </a:lnTo>
                  <a:lnTo>
                    <a:pt x="3" y="68"/>
                  </a:lnTo>
                  <a:lnTo>
                    <a:pt x="11" y="55"/>
                  </a:lnTo>
                  <a:lnTo>
                    <a:pt x="24" y="44"/>
                  </a:lnTo>
                  <a:lnTo>
                    <a:pt x="41" y="33"/>
                  </a:lnTo>
                  <a:lnTo>
                    <a:pt x="61" y="25"/>
                  </a:lnTo>
                  <a:lnTo>
                    <a:pt x="82" y="16"/>
                  </a:lnTo>
                  <a:lnTo>
                    <a:pt x="104" y="9"/>
                  </a:lnTo>
                  <a:lnTo>
                    <a:pt x="127" y="4"/>
                  </a:lnTo>
                  <a:lnTo>
                    <a:pt x="149" y="0"/>
                  </a:lnTo>
                  <a:lnTo>
                    <a:pt x="170" y="0"/>
                  </a:lnTo>
                  <a:close/>
                </a:path>
              </a:pathLst>
            </a:custGeom>
            <a:solidFill>
              <a:schemeClr val="bg1"/>
            </a:solidFill>
            <a:ln w="0">
              <a:noFill/>
              <a:prstDash val="solid"/>
              <a:round/>
              <a:headEnd/>
              <a:tailEnd/>
            </a:ln>
          </p:spPr>
          <p:txBody>
            <a:bodyPr wrap="square" lIns="91440" tIns="45720" rIns="91440" bIns="45720" anchor="ctr">
              <a:noAutofit/>
            </a:bodyPr>
            <a:lstStyle/>
            <a:p>
              <a:pPr algn="ctr"/>
              <a:endParaRPr>
                <a:cs typeface="+mn-ea"/>
                <a:sym typeface="+mn-lt"/>
              </a:endParaRPr>
            </a:p>
          </p:txBody>
        </p:sp>
        <p:sp>
          <p:nvSpPr>
            <p:cNvPr id="33" name="任意多边形: 形状 32">
              <a:extLst>
                <a:ext uri="{FF2B5EF4-FFF2-40B4-BE49-F238E27FC236}">
                  <a16:creationId xmlns:a16="http://schemas.microsoft.com/office/drawing/2014/main" id="{22CE3379-6A4E-778F-6EF5-BD34F0C96522}"/>
                </a:ext>
              </a:extLst>
            </p:cNvPr>
            <p:cNvSpPr/>
            <p:nvPr/>
          </p:nvSpPr>
          <p:spPr bwMode="auto">
            <a:xfrm>
              <a:off x="9170929" y="3061972"/>
              <a:ext cx="56377" cy="28788"/>
            </a:xfrm>
            <a:custGeom>
              <a:avLst/>
              <a:gdLst>
                <a:gd name="T0" fmla="*/ 175 w 468"/>
                <a:gd name="T1" fmla="*/ 0 h 239"/>
                <a:gd name="T2" fmla="*/ 468 w 468"/>
                <a:gd name="T3" fmla="*/ 239 h 239"/>
                <a:gd name="T4" fmla="*/ 11 w 468"/>
                <a:gd name="T5" fmla="*/ 220 h 239"/>
                <a:gd name="T6" fmla="*/ 3 w 468"/>
                <a:gd name="T7" fmla="*/ 209 h 239"/>
                <a:gd name="T8" fmla="*/ 0 w 468"/>
                <a:gd name="T9" fmla="*/ 196 h 239"/>
                <a:gd name="T10" fmla="*/ 1 w 468"/>
                <a:gd name="T11" fmla="*/ 181 h 239"/>
                <a:gd name="T12" fmla="*/ 5 w 468"/>
                <a:gd name="T13" fmla="*/ 163 h 239"/>
                <a:gd name="T14" fmla="*/ 12 w 468"/>
                <a:gd name="T15" fmla="*/ 143 h 239"/>
                <a:gd name="T16" fmla="*/ 23 w 468"/>
                <a:gd name="T17" fmla="*/ 124 h 239"/>
                <a:gd name="T18" fmla="*/ 36 w 468"/>
                <a:gd name="T19" fmla="*/ 103 h 239"/>
                <a:gd name="T20" fmla="*/ 50 w 468"/>
                <a:gd name="T21" fmla="*/ 83 h 239"/>
                <a:gd name="T22" fmla="*/ 67 w 468"/>
                <a:gd name="T23" fmla="*/ 64 h 239"/>
                <a:gd name="T24" fmla="*/ 85 w 468"/>
                <a:gd name="T25" fmla="*/ 47 h 239"/>
                <a:gd name="T26" fmla="*/ 103 w 468"/>
                <a:gd name="T27" fmla="*/ 30 h 239"/>
                <a:gd name="T28" fmla="*/ 121 w 468"/>
                <a:gd name="T29" fmla="*/ 18 h 239"/>
                <a:gd name="T30" fmla="*/ 140 w 468"/>
                <a:gd name="T31" fmla="*/ 8 h 239"/>
                <a:gd name="T32" fmla="*/ 158 w 468"/>
                <a:gd name="T33" fmla="*/ 1 h 239"/>
                <a:gd name="T34" fmla="*/ 175 w 468"/>
                <a:gd name="T35" fmla="*/ 0 h 2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468" h="239">
                  <a:moveTo>
                    <a:pt x="175" y="0"/>
                  </a:moveTo>
                  <a:lnTo>
                    <a:pt x="468" y="239"/>
                  </a:lnTo>
                  <a:lnTo>
                    <a:pt x="11" y="220"/>
                  </a:lnTo>
                  <a:lnTo>
                    <a:pt x="3" y="209"/>
                  </a:lnTo>
                  <a:lnTo>
                    <a:pt x="0" y="196"/>
                  </a:lnTo>
                  <a:lnTo>
                    <a:pt x="1" y="181"/>
                  </a:lnTo>
                  <a:lnTo>
                    <a:pt x="5" y="163"/>
                  </a:lnTo>
                  <a:lnTo>
                    <a:pt x="12" y="143"/>
                  </a:lnTo>
                  <a:lnTo>
                    <a:pt x="23" y="124"/>
                  </a:lnTo>
                  <a:lnTo>
                    <a:pt x="36" y="103"/>
                  </a:lnTo>
                  <a:lnTo>
                    <a:pt x="50" y="83"/>
                  </a:lnTo>
                  <a:lnTo>
                    <a:pt x="67" y="64"/>
                  </a:lnTo>
                  <a:lnTo>
                    <a:pt x="85" y="47"/>
                  </a:lnTo>
                  <a:lnTo>
                    <a:pt x="103" y="30"/>
                  </a:lnTo>
                  <a:lnTo>
                    <a:pt x="121" y="18"/>
                  </a:lnTo>
                  <a:lnTo>
                    <a:pt x="140" y="8"/>
                  </a:lnTo>
                  <a:lnTo>
                    <a:pt x="158" y="1"/>
                  </a:lnTo>
                  <a:lnTo>
                    <a:pt x="175" y="0"/>
                  </a:lnTo>
                  <a:close/>
                </a:path>
              </a:pathLst>
            </a:custGeom>
            <a:solidFill>
              <a:schemeClr val="bg1"/>
            </a:solidFill>
            <a:ln w="0">
              <a:noFill/>
              <a:prstDash val="solid"/>
              <a:round/>
              <a:headEnd/>
              <a:tailEnd/>
            </a:ln>
          </p:spPr>
          <p:txBody>
            <a:bodyPr wrap="square" lIns="91440" tIns="45720" rIns="91440" bIns="45720" anchor="ctr">
              <a:noAutofit/>
            </a:bodyPr>
            <a:lstStyle/>
            <a:p>
              <a:pPr algn="ctr"/>
              <a:endParaRPr dirty="0">
                <a:cs typeface="+mn-ea"/>
                <a:sym typeface="+mn-lt"/>
              </a:endParaRPr>
            </a:p>
          </p:txBody>
        </p:sp>
        <p:sp>
          <p:nvSpPr>
            <p:cNvPr id="34" name="任意多边形: 形状 33">
              <a:extLst>
                <a:ext uri="{FF2B5EF4-FFF2-40B4-BE49-F238E27FC236}">
                  <a16:creationId xmlns:a16="http://schemas.microsoft.com/office/drawing/2014/main" id="{13574612-D0B6-AC50-DF4F-028B5815BFCD}"/>
                </a:ext>
              </a:extLst>
            </p:cNvPr>
            <p:cNvSpPr/>
            <p:nvPr/>
          </p:nvSpPr>
          <p:spPr bwMode="auto">
            <a:xfrm>
              <a:off x="9147539" y="3091960"/>
              <a:ext cx="71971" cy="40184"/>
            </a:xfrm>
            <a:custGeom>
              <a:avLst/>
              <a:gdLst>
                <a:gd name="T0" fmla="*/ 598 w 598"/>
                <a:gd name="T1" fmla="*/ 0 h 336"/>
                <a:gd name="T2" fmla="*/ 95 w 598"/>
                <a:gd name="T3" fmla="*/ 336 h 336"/>
                <a:gd name="T4" fmla="*/ 77 w 598"/>
                <a:gd name="T5" fmla="*/ 333 h 336"/>
                <a:gd name="T6" fmla="*/ 59 w 598"/>
                <a:gd name="T7" fmla="*/ 325 h 336"/>
                <a:gd name="T8" fmla="*/ 45 w 598"/>
                <a:gd name="T9" fmla="*/ 311 h 336"/>
                <a:gd name="T10" fmla="*/ 32 w 598"/>
                <a:gd name="T11" fmla="*/ 293 h 336"/>
                <a:gd name="T12" fmla="*/ 21 w 598"/>
                <a:gd name="T13" fmla="*/ 271 h 336"/>
                <a:gd name="T14" fmla="*/ 12 w 598"/>
                <a:gd name="T15" fmla="*/ 247 h 336"/>
                <a:gd name="T16" fmla="*/ 5 w 598"/>
                <a:gd name="T17" fmla="*/ 219 h 336"/>
                <a:gd name="T18" fmla="*/ 1 w 598"/>
                <a:gd name="T19" fmla="*/ 192 h 336"/>
                <a:gd name="T20" fmla="*/ 0 w 598"/>
                <a:gd name="T21" fmla="*/ 163 h 336"/>
                <a:gd name="T22" fmla="*/ 0 w 598"/>
                <a:gd name="T23" fmla="*/ 134 h 336"/>
                <a:gd name="T24" fmla="*/ 4 w 598"/>
                <a:gd name="T25" fmla="*/ 107 h 336"/>
                <a:gd name="T26" fmla="*/ 11 w 598"/>
                <a:gd name="T27" fmla="*/ 83 h 336"/>
                <a:gd name="T28" fmla="*/ 21 w 598"/>
                <a:gd name="T29" fmla="*/ 60 h 336"/>
                <a:gd name="T30" fmla="*/ 34 w 598"/>
                <a:gd name="T31" fmla="*/ 41 h 336"/>
                <a:gd name="T32" fmla="*/ 49 w 598"/>
                <a:gd name="T33" fmla="*/ 27 h 336"/>
                <a:gd name="T34" fmla="*/ 598 w 598"/>
                <a:gd name="T35" fmla="*/ 0 h 3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598" h="336">
                  <a:moveTo>
                    <a:pt x="598" y="0"/>
                  </a:moveTo>
                  <a:lnTo>
                    <a:pt x="95" y="336"/>
                  </a:lnTo>
                  <a:lnTo>
                    <a:pt x="77" y="333"/>
                  </a:lnTo>
                  <a:lnTo>
                    <a:pt x="59" y="325"/>
                  </a:lnTo>
                  <a:lnTo>
                    <a:pt x="45" y="311"/>
                  </a:lnTo>
                  <a:lnTo>
                    <a:pt x="32" y="293"/>
                  </a:lnTo>
                  <a:lnTo>
                    <a:pt x="21" y="271"/>
                  </a:lnTo>
                  <a:lnTo>
                    <a:pt x="12" y="247"/>
                  </a:lnTo>
                  <a:lnTo>
                    <a:pt x="5" y="219"/>
                  </a:lnTo>
                  <a:lnTo>
                    <a:pt x="1" y="192"/>
                  </a:lnTo>
                  <a:lnTo>
                    <a:pt x="0" y="163"/>
                  </a:lnTo>
                  <a:lnTo>
                    <a:pt x="0" y="134"/>
                  </a:lnTo>
                  <a:lnTo>
                    <a:pt x="4" y="107"/>
                  </a:lnTo>
                  <a:lnTo>
                    <a:pt x="11" y="83"/>
                  </a:lnTo>
                  <a:lnTo>
                    <a:pt x="21" y="60"/>
                  </a:lnTo>
                  <a:lnTo>
                    <a:pt x="34" y="41"/>
                  </a:lnTo>
                  <a:lnTo>
                    <a:pt x="49" y="27"/>
                  </a:lnTo>
                  <a:lnTo>
                    <a:pt x="598" y="0"/>
                  </a:lnTo>
                  <a:close/>
                </a:path>
              </a:pathLst>
            </a:custGeom>
            <a:solidFill>
              <a:schemeClr val="bg1"/>
            </a:solidFill>
            <a:ln w="0">
              <a:noFill/>
              <a:prstDash val="solid"/>
              <a:round/>
              <a:headEnd/>
              <a:tailEnd/>
            </a:ln>
          </p:spPr>
          <p:txBody>
            <a:bodyPr wrap="square" lIns="91440" tIns="45720" rIns="91440" bIns="45720" anchor="ctr">
              <a:noAutofit/>
            </a:bodyPr>
            <a:lstStyle/>
            <a:p>
              <a:pPr algn="ctr"/>
              <a:endParaRPr>
                <a:cs typeface="+mn-ea"/>
                <a:sym typeface="+mn-lt"/>
              </a:endParaRPr>
            </a:p>
          </p:txBody>
        </p:sp>
        <p:sp>
          <p:nvSpPr>
            <p:cNvPr id="35" name="任意多边形: 形状 34">
              <a:extLst>
                <a:ext uri="{FF2B5EF4-FFF2-40B4-BE49-F238E27FC236}">
                  <a16:creationId xmlns:a16="http://schemas.microsoft.com/office/drawing/2014/main" id="{DE4DFED8-F5BA-E10F-28F7-57871034E27A}"/>
                </a:ext>
              </a:extLst>
            </p:cNvPr>
            <p:cNvSpPr/>
            <p:nvPr/>
          </p:nvSpPr>
          <p:spPr bwMode="auto">
            <a:xfrm>
              <a:off x="9145739" y="3099157"/>
              <a:ext cx="66572" cy="82167"/>
            </a:xfrm>
            <a:custGeom>
              <a:avLst/>
              <a:gdLst>
                <a:gd name="T0" fmla="*/ 557 w 557"/>
                <a:gd name="T1" fmla="*/ 0 h 684"/>
                <a:gd name="T2" fmla="*/ 359 w 557"/>
                <a:gd name="T3" fmla="*/ 665 h 684"/>
                <a:gd name="T4" fmla="*/ 341 w 557"/>
                <a:gd name="T5" fmla="*/ 676 h 684"/>
                <a:gd name="T6" fmla="*/ 319 w 557"/>
                <a:gd name="T7" fmla="*/ 683 h 684"/>
                <a:gd name="T8" fmla="*/ 296 w 557"/>
                <a:gd name="T9" fmla="*/ 684 h 684"/>
                <a:gd name="T10" fmla="*/ 270 w 557"/>
                <a:gd name="T11" fmla="*/ 683 h 684"/>
                <a:gd name="T12" fmla="*/ 242 w 557"/>
                <a:gd name="T13" fmla="*/ 677 h 684"/>
                <a:gd name="T14" fmla="*/ 215 w 557"/>
                <a:gd name="T15" fmla="*/ 670 h 684"/>
                <a:gd name="T16" fmla="*/ 186 w 557"/>
                <a:gd name="T17" fmla="*/ 657 h 684"/>
                <a:gd name="T18" fmla="*/ 158 w 557"/>
                <a:gd name="T19" fmla="*/ 644 h 684"/>
                <a:gd name="T20" fmla="*/ 131 w 557"/>
                <a:gd name="T21" fmla="*/ 629 h 684"/>
                <a:gd name="T22" fmla="*/ 104 w 557"/>
                <a:gd name="T23" fmla="*/ 610 h 684"/>
                <a:gd name="T24" fmla="*/ 80 w 557"/>
                <a:gd name="T25" fmla="*/ 591 h 684"/>
                <a:gd name="T26" fmla="*/ 57 w 557"/>
                <a:gd name="T27" fmla="*/ 572 h 684"/>
                <a:gd name="T28" fmla="*/ 39 w 557"/>
                <a:gd name="T29" fmla="*/ 550 h 684"/>
                <a:gd name="T30" fmla="*/ 22 w 557"/>
                <a:gd name="T31" fmla="*/ 529 h 684"/>
                <a:gd name="T32" fmla="*/ 10 w 557"/>
                <a:gd name="T33" fmla="*/ 507 h 684"/>
                <a:gd name="T34" fmla="*/ 2 w 557"/>
                <a:gd name="T35" fmla="*/ 485 h 684"/>
                <a:gd name="T36" fmla="*/ 0 w 557"/>
                <a:gd name="T37" fmla="*/ 464 h 684"/>
                <a:gd name="T38" fmla="*/ 3 w 557"/>
                <a:gd name="T39" fmla="*/ 444 h 684"/>
                <a:gd name="T40" fmla="*/ 557 w 557"/>
                <a:gd name="T41" fmla="*/ 0 h 6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57" h="684">
                  <a:moveTo>
                    <a:pt x="557" y="0"/>
                  </a:moveTo>
                  <a:lnTo>
                    <a:pt x="359" y="665"/>
                  </a:lnTo>
                  <a:lnTo>
                    <a:pt x="341" y="676"/>
                  </a:lnTo>
                  <a:lnTo>
                    <a:pt x="319" y="683"/>
                  </a:lnTo>
                  <a:lnTo>
                    <a:pt x="296" y="684"/>
                  </a:lnTo>
                  <a:lnTo>
                    <a:pt x="270" y="683"/>
                  </a:lnTo>
                  <a:lnTo>
                    <a:pt x="242" y="677"/>
                  </a:lnTo>
                  <a:lnTo>
                    <a:pt x="215" y="670"/>
                  </a:lnTo>
                  <a:lnTo>
                    <a:pt x="186" y="657"/>
                  </a:lnTo>
                  <a:lnTo>
                    <a:pt x="158" y="644"/>
                  </a:lnTo>
                  <a:lnTo>
                    <a:pt x="131" y="629"/>
                  </a:lnTo>
                  <a:lnTo>
                    <a:pt x="104" y="610"/>
                  </a:lnTo>
                  <a:lnTo>
                    <a:pt x="80" y="591"/>
                  </a:lnTo>
                  <a:lnTo>
                    <a:pt x="57" y="572"/>
                  </a:lnTo>
                  <a:lnTo>
                    <a:pt x="39" y="550"/>
                  </a:lnTo>
                  <a:lnTo>
                    <a:pt x="22" y="529"/>
                  </a:lnTo>
                  <a:lnTo>
                    <a:pt x="10" y="507"/>
                  </a:lnTo>
                  <a:lnTo>
                    <a:pt x="2" y="485"/>
                  </a:lnTo>
                  <a:lnTo>
                    <a:pt x="0" y="464"/>
                  </a:lnTo>
                  <a:lnTo>
                    <a:pt x="3" y="444"/>
                  </a:lnTo>
                  <a:lnTo>
                    <a:pt x="557" y="0"/>
                  </a:lnTo>
                  <a:close/>
                </a:path>
              </a:pathLst>
            </a:custGeom>
            <a:solidFill>
              <a:schemeClr val="bg1"/>
            </a:solidFill>
            <a:ln w="0">
              <a:noFill/>
              <a:prstDash val="solid"/>
              <a:round/>
              <a:headEnd/>
              <a:tailEnd/>
            </a:ln>
          </p:spPr>
          <p:txBody>
            <a:bodyPr wrap="square" lIns="91440" tIns="45720" rIns="91440" bIns="45720" anchor="ctr">
              <a:noAutofit/>
            </a:bodyPr>
            <a:lstStyle/>
            <a:p>
              <a:pPr algn="ctr"/>
              <a:endParaRPr dirty="0">
                <a:cs typeface="+mn-ea"/>
                <a:sym typeface="+mn-lt"/>
              </a:endParaRPr>
            </a:p>
          </p:txBody>
        </p:sp>
        <p:sp>
          <p:nvSpPr>
            <p:cNvPr id="36" name="任意多边形: 形状 35">
              <a:extLst>
                <a:ext uri="{FF2B5EF4-FFF2-40B4-BE49-F238E27FC236}">
                  <a16:creationId xmlns:a16="http://schemas.microsoft.com/office/drawing/2014/main" id="{88D215E8-DF4C-516F-2AF6-1D3DBDE439E7}"/>
                </a:ext>
              </a:extLst>
            </p:cNvPr>
            <p:cNvSpPr/>
            <p:nvPr/>
          </p:nvSpPr>
          <p:spPr bwMode="auto">
            <a:xfrm>
              <a:off x="9194919" y="3110552"/>
              <a:ext cx="71971" cy="103158"/>
            </a:xfrm>
            <a:custGeom>
              <a:avLst/>
              <a:gdLst>
                <a:gd name="T0" fmla="*/ 145 w 598"/>
                <a:gd name="T1" fmla="*/ 0 h 859"/>
                <a:gd name="T2" fmla="*/ 598 w 598"/>
                <a:gd name="T3" fmla="*/ 706 h 859"/>
                <a:gd name="T4" fmla="*/ 591 w 598"/>
                <a:gd name="T5" fmla="*/ 726 h 859"/>
                <a:gd name="T6" fmla="*/ 578 w 598"/>
                <a:gd name="T7" fmla="*/ 745 h 859"/>
                <a:gd name="T8" fmla="*/ 560 w 598"/>
                <a:gd name="T9" fmla="*/ 763 h 859"/>
                <a:gd name="T10" fmla="*/ 538 w 598"/>
                <a:gd name="T11" fmla="*/ 779 h 859"/>
                <a:gd name="T12" fmla="*/ 511 w 598"/>
                <a:gd name="T13" fmla="*/ 794 h 859"/>
                <a:gd name="T14" fmla="*/ 482 w 598"/>
                <a:gd name="T15" fmla="*/ 808 h 859"/>
                <a:gd name="T16" fmla="*/ 449 w 598"/>
                <a:gd name="T17" fmla="*/ 820 h 859"/>
                <a:gd name="T18" fmla="*/ 414 w 598"/>
                <a:gd name="T19" fmla="*/ 831 h 859"/>
                <a:gd name="T20" fmla="*/ 376 w 598"/>
                <a:gd name="T21" fmla="*/ 841 h 859"/>
                <a:gd name="T22" fmla="*/ 339 w 598"/>
                <a:gd name="T23" fmla="*/ 848 h 859"/>
                <a:gd name="T24" fmla="*/ 300 w 598"/>
                <a:gd name="T25" fmla="*/ 854 h 859"/>
                <a:gd name="T26" fmla="*/ 261 w 598"/>
                <a:gd name="T27" fmla="*/ 858 h 859"/>
                <a:gd name="T28" fmla="*/ 222 w 598"/>
                <a:gd name="T29" fmla="*/ 859 h 859"/>
                <a:gd name="T30" fmla="*/ 185 w 598"/>
                <a:gd name="T31" fmla="*/ 859 h 859"/>
                <a:gd name="T32" fmla="*/ 149 w 598"/>
                <a:gd name="T33" fmla="*/ 858 h 859"/>
                <a:gd name="T34" fmla="*/ 115 w 598"/>
                <a:gd name="T35" fmla="*/ 854 h 859"/>
                <a:gd name="T36" fmla="*/ 85 w 598"/>
                <a:gd name="T37" fmla="*/ 847 h 859"/>
                <a:gd name="T38" fmla="*/ 57 w 598"/>
                <a:gd name="T39" fmla="*/ 837 h 859"/>
                <a:gd name="T40" fmla="*/ 33 w 598"/>
                <a:gd name="T41" fmla="*/ 826 h 859"/>
                <a:gd name="T42" fmla="*/ 14 w 598"/>
                <a:gd name="T43" fmla="*/ 812 h 859"/>
                <a:gd name="T44" fmla="*/ 0 w 598"/>
                <a:gd name="T45" fmla="*/ 796 h 859"/>
                <a:gd name="T46" fmla="*/ 145 w 598"/>
                <a:gd name="T47" fmla="*/ 0 h 8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598" h="859">
                  <a:moveTo>
                    <a:pt x="145" y="0"/>
                  </a:moveTo>
                  <a:lnTo>
                    <a:pt x="598" y="706"/>
                  </a:lnTo>
                  <a:lnTo>
                    <a:pt x="591" y="726"/>
                  </a:lnTo>
                  <a:lnTo>
                    <a:pt x="578" y="745"/>
                  </a:lnTo>
                  <a:lnTo>
                    <a:pt x="560" y="763"/>
                  </a:lnTo>
                  <a:lnTo>
                    <a:pt x="538" y="779"/>
                  </a:lnTo>
                  <a:lnTo>
                    <a:pt x="511" y="794"/>
                  </a:lnTo>
                  <a:lnTo>
                    <a:pt x="482" y="808"/>
                  </a:lnTo>
                  <a:lnTo>
                    <a:pt x="449" y="820"/>
                  </a:lnTo>
                  <a:lnTo>
                    <a:pt x="414" y="831"/>
                  </a:lnTo>
                  <a:lnTo>
                    <a:pt x="376" y="841"/>
                  </a:lnTo>
                  <a:lnTo>
                    <a:pt x="339" y="848"/>
                  </a:lnTo>
                  <a:lnTo>
                    <a:pt x="300" y="854"/>
                  </a:lnTo>
                  <a:lnTo>
                    <a:pt x="261" y="858"/>
                  </a:lnTo>
                  <a:lnTo>
                    <a:pt x="222" y="859"/>
                  </a:lnTo>
                  <a:lnTo>
                    <a:pt x="185" y="859"/>
                  </a:lnTo>
                  <a:lnTo>
                    <a:pt x="149" y="858"/>
                  </a:lnTo>
                  <a:lnTo>
                    <a:pt x="115" y="854"/>
                  </a:lnTo>
                  <a:lnTo>
                    <a:pt x="85" y="847"/>
                  </a:lnTo>
                  <a:lnTo>
                    <a:pt x="57" y="837"/>
                  </a:lnTo>
                  <a:lnTo>
                    <a:pt x="33" y="826"/>
                  </a:lnTo>
                  <a:lnTo>
                    <a:pt x="14" y="812"/>
                  </a:lnTo>
                  <a:lnTo>
                    <a:pt x="0" y="796"/>
                  </a:lnTo>
                  <a:lnTo>
                    <a:pt x="145" y="0"/>
                  </a:lnTo>
                  <a:close/>
                </a:path>
              </a:pathLst>
            </a:custGeom>
            <a:solidFill>
              <a:schemeClr val="bg1"/>
            </a:solidFill>
            <a:ln w="0">
              <a:noFill/>
              <a:prstDash val="solid"/>
              <a:round/>
              <a:headEnd/>
              <a:tailEnd/>
            </a:ln>
          </p:spPr>
          <p:txBody>
            <a:bodyPr wrap="square" lIns="91440" tIns="45720" rIns="91440" bIns="45720" anchor="ctr">
              <a:noAutofit/>
            </a:bodyPr>
            <a:lstStyle/>
            <a:p>
              <a:pPr algn="ctr"/>
              <a:endParaRPr>
                <a:cs typeface="+mn-ea"/>
                <a:sym typeface="+mn-lt"/>
              </a:endParaRPr>
            </a:p>
          </p:txBody>
        </p:sp>
        <p:sp>
          <p:nvSpPr>
            <p:cNvPr id="37" name="任意多边形: 形状 36">
              <a:extLst>
                <a:ext uri="{FF2B5EF4-FFF2-40B4-BE49-F238E27FC236}">
                  <a16:creationId xmlns:a16="http://schemas.microsoft.com/office/drawing/2014/main" id="{3C0F9C57-FB85-1BDB-654D-19EB0809869F}"/>
                </a:ext>
              </a:extLst>
            </p:cNvPr>
            <p:cNvSpPr/>
            <p:nvPr/>
          </p:nvSpPr>
          <p:spPr bwMode="auto">
            <a:xfrm>
              <a:off x="9223707" y="3120148"/>
              <a:ext cx="143940" cy="92962"/>
            </a:xfrm>
            <a:custGeom>
              <a:avLst/>
              <a:gdLst>
                <a:gd name="T0" fmla="*/ 0 w 1200"/>
                <a:gd name="T1" fmla="*/ 0 h 776"/>
                <a:gd name="T2" fmla="*/ 1183 w 1200"/>
                <a:gd name="T3" fmla="*/ 239 h 776"/>
                <a:gd name="T4" fmla="*/ 1194 w 1200"/>
                <a:gd name="T5" fmla="*/ 257 h 776"/>
                <a:gd name="T6" fmla="*/ 1199 w 1200"/>
                <a:gd name="T7" fmla="*/ 278 h 776"/>
                <a:gd name="T8" fmla="*/ 1200 w 1200"/>
                <a:gd name="T9" fmla="*/ 301 h 776"/>
                <a:gd name="T10" fmla="*/ 1197 w 1200"/>
                <a:gd name="T11" fmla="*/ 325 h 776"/>
                <a:gd name="T12" fmla="*/ 1189 w 1200"/>
                <a:gd name="T13" fmla="*/ 351 h 776"/>
                <a:gd name="T14" fmla="*/ 1178 w 1200"/>
                <a:gd name="T15" fmla="*/ 380 h 776"/>
                <a:gd name="T16" fmla="*/ 1164 w 1200"/>
                <a:gd name="T17" fmla="*/ 409 h 776"/>
                <a:gd name="T18" fmla="*/ 1145 w 1200"/>
                <a:gd name="T19" fmla="*/ 438 h 776"/>
                <a:gd name="T20" fmla="*/ 1124 w 1200"/>
                <a:gd name="T21" fmla="*/ 469 h 776"/>
                <a:gd name="T22" fmla="*/ 1101 w 1200"/>
                <a:gd name="T23" fmla="*/ 499 h 776"/>
                <a:gd name="T24" fmla="*/ 1074 w 1200"/>
                <a:gd name="T25" fmla="*/ 530 h 776"/>
                <a:gd name="T26" fmla="*/ 1046 w 1200"/>
                <a:gd name="T27" fmla="*/ 559 h 776"/>
                <a:gd name="T28" fmla="*/ 1017 w 1200"/>
                <a:gd name="T29" fmla="*/ 589 h 776"/>
                <a:gd name="T30" fmla="*/ 986 w 1200"/>
                <a:gd name="T31" fmla="*/ 616 h 776"/>
                <a:gd name="T32" fmla="*/ 953 w 1200"/>
                <a:gd name="T33" fmla="*/ 644 h 776"/>
                <a:gd name="T34" fmla="*/ 920 w 1200"/>
                <a:gd name="T35" fmla="*/ 669 h 776"/>
                <a:gd name="T36" fmla="*/ 887 w 1200"/>
                <a:gd name="T37" fmla="*/ 692 h 776"/>
                <a:gd name="T38" fmla="*/ 854 w 1200"/>
                <a:gd name="T39" fmla="*/ 713 h 776"/>
                <a:gd name="T40" fmla="*/ 819 w 1200"/>
                <a:gd name="T41" fmla="*/ 732 h 776"/>
                <a:gd name="T42" fmla="*/ 786 w 1200"/>
                <a:gd name="T43" fmla="*/ 747 h 776"/>
                <a:gd name="T44" fmla="*/ 754 w 1200"/>
                <a:gd name="T45" fmla="*/ 761 h 776"/>
                <a:gd name="T46" fmla="*/ 723 w 1200"/>
                <a:gd name="T47" fmla="*/ 769 h 776"/>
                <a:gd name="T48" fmla="*/ 693 w 1200"/>
                <a:gd name="T49" fmla="*/ 775 h 776"/>
                <a:gd name="T50" fmla="*/ 664 w 1200"/>
                <a:gd name="T51" fmla="*/ 776 h 776"/>
                <a:gd name="T52" fmla="*/ 639 w 1200"/>
                <a:gd name="T53" fmla="*/ 774 h 776"/>
                <a:gd name="T54" fmla="*/ 0 w 1200"/>
                <a:gd name="T55" fmla="*/ 0 h 7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1200" h="776">
                  <a:moveTo>
                    <a:pt x="0" y="0"/>
                  </a:moveTo>
                  <a:lnTo>
                    <a:pt x="1183" y="239"/>
                  </a:lnTo>
                  <a:lnTo>
                    <a:pt x="1194" y="257"/>
                  </a:lnTo>
                  <a:lnTo>
                    <a:pt x="1199" y="278"/>
                  </a:lnTo>
                  <a:lnTo>
                    <a:pt x="1200" y="301"/>
                  </a:lnTo>
                  <a:lnTo>
                    <a:pt x="1197" y="325"/>
                  </a:lnTo>
                  <a:lnTo>
                    <a:pt x="1189" y="351"/>
                  </a:lnTo>
                  <a:lnTo>
                    <a:pt x="1178" y="380"/>
                  </a:lnTo>
                  <a:lnTo>
                    <a:pt x="1164" y="409"/>
                  </a:lnTo>
                  <a:lnTo>
                    <a:pt x="1145" y="438"/>
                  </a:lnTo>
                  <a:lnTo>
                    <a:pt x="1124" y="469"/>
                  </a:lnTo>
                  <a:lnTo>
                    <a:pt x="1101" y="499"/>
                  </a:lnTo>
                  <a:lnTo>
                    <a:pt x="1074" y="530"/>
                  </a:lnTo>
                  <a:lnTo>
                    <a:pt x="1046" y="559"/>
                  </a:lnTo>
                  <a:lnTo>
                    <a:pt x="1017" y="589"/>
                  </a:lnTo>
                  <a:lnTo>
                    <a:pt x="986" y="616"/>
                  </a:lnTo>
                  <a:lnTo>
                    <a:pt x="953" y="644"/>
                  </a:lnTo>
                  <a:lnTo>
                    <a:pt x="920" y="669"/>
                  </a:lnTo>
                  <a:lnTo>
                    <a:pt x="887" y="692"/>
                  </a:lnTo>
                  <a:lnTo>
                    <a:pt x="854" y="713"/>
                  </a:lnTo>
                  <a:lnTo>
                    <a:pt x="819" y="732"/>
                  </a:lnTo>
                  <a:lnTo>
                    <a:pt x="786" y="747"/>
                  </a:lnTo>
                  <a:lnTo>
                    <a:pt x="754" y="761"/>
                  </a:lnTo>
                  <a:lnTo>
                    <a:pt x="723" y="769"/>
                  </a:lnTo>
                  <a:lnTo>
                    <a:pt x="693" y="775"/>
                  </a:lnTo>
                  <a:lnTo>
                    <a:pt x="664" y="776"/>
                  </a:lnTo>
                  <a:lnTo>
                    <a:pt x="639" y="774"/>
                  </a:lnTo>
                  <a:lnTo>
                    <a:pt x="0" y="0"/>
                  </a:lnTo>
                  <a:close/>
                </a:path>
              </a:pathLst>
            </a:custGeom>
            <a:solidFill>
              <a:schemeClr val="bg1"/>
            </a:solidFill>
            <a:ln w="0">
              <a:noFill/>
              <a:prstDash val="solid"/>
              <a:round/>
              <a:headEnd/>
              <a:tailEnd/>
            </a:ln>
          </p:spPr>
          <p:txBody>
            <a:bodyPr wrap="square" lIns="91440" tIns="45720" rIns="91440" bIns="45720" anchor="ctr">
              <a:noAutofit/>
            </a:bodyPr>
            <a:lstStyle/>
            <a:p>
              <a:pPr algn="ctr"/>
              <a:endParaRPr>
                <a:cs typeface="+mn-ea"/>
                <a:sym typeface="+mn-lt"/>
              </a:endParaRPr>
            </a:p>
          </p:txBody>
        </p:sp>
        <p:sp>
          <p:nvSpPr>
            <p:cNvPr id="38" name="任意多边形: 形状 37">
              <a:extLst>
                <a:ext uri="{FF2B5EF4-FFF2-40B4-BE49-F238E27FC236}">
                  <a16:creationId xmlns:a16="http://schemas.microsoft.com/office/drawing/2014/main" id="{EE6CEDA9-913E-FCB9-61D0-4DE786726F00}"/>
                </a:ext>
              </a:extLst>
            </p:cNvPr>
            <p:cNvSpPr/>
            <p:nvPr/>
          </p:nvSpPr>
          <p:spPr bwMode="auto">
            <a:xfrm>
              <a:off x="9244699" y="3033783"/>
              <a:ext cx="199719" cy="103758"/>
            </a:xfrm>
            <a:custGeom>
              <a:avLst/>
              <a:gdLst>
                <a:gd name="T0" fmla="*/ 1491 w 1666"/>
                <a:gd name="T1" fmla="*/ 0 h 863"/>
                <a:gd name="T2" fmla="*/ 1519 w 1666"/>
                <a:gd name="T3" fmla="*/ 6 h 863"/>
                <a:gd name="T4" fmla="*/ 1545 w 1666"/>
                <a:gd name="T5" fmla="*/ 18 h 863"/>
                <a:gd name="T6" fmla="*/ 1568 w 1666"/>
                <a:gd name="T7" fmla="*/ 34 h 863"/>
                <a:gd name="T8" fmla="*/ 1588 w 1666"/>
                <a:gd name="T9" fmla="*/ 56 h 863"/>
                <a:gd name="T10" fmla="*/ 1607 w 1666"/>
                <a:gd name="T11" fmla="*/ 83 h 863"/>
                <a:gd name="T12" fmla="*/ 1623 w 1666"/>
                <a:gd name="T13" fmla="*/ 112 h 863"/>
                <a:gd name="T14" fmla="*/ 1636 w 1666"/>
                <a:gd name="T15" fmla="*/ 145 h 863"/>
                <a:gd name="T16" fmla="*/ 1647 w 1666"/>
                <a:gd name="T17" fmla="*/ 182 h 863"/>
                <a:gd name="T18" fmla="*/ 1655 w 1666"/>
                <a:gd name="T19" fmla="*/ 221 h 863"/>
                <a:gd name="T20" fmla="*/ 1660 w 1666"/>
                <a:gd name="T21" fmla="*/ 262 h 863"/>
                <a:gd name="T22" fmla="*/ 1665 w 1666"/>
                <a:gd name="T23" fmla="*/ 305 h 863"/>
                <a:gd name="T24" fmla="*/ 1666 w 1666"/>
                <a:gd name="T25" fmla="*/ 349 h 863"/>
                <a:gd name="T26" fmla="*/ 1665 w 1666"/>
                <a:gd name="T27" fmla="*/ 394 h 863"/>
                <a:gd name="T28" fmla="*/ 1660 w 1666"/>
                <a:gd name="T29" fmla="*/ 440 h 863"/>
                <a:gd name="T30" fmla="*/ 1655 w 1666"/>
                <a:gd name="T31" fmla="*/ 485 h 863"/>
                <a:gd name="T32" fmla="*/ 1647 w 1666"/>
                <a:gd name="T33" fmla="*/ 530 h 863"/>
                <a:gd name="T34" fmla="*/ 1637 w 1666"/>
                <a:gd name="T35" fmla="*/ 574 h 863"/>
                <a:gd name="T36" fmla="*/ 1624 w 1666"/>
                <a:gd name="T37" fmla="*/ 617 h 863"/>
                <a:gd name="T38" fmla="*/ 1609 w 1666"/>
                <a:gd name="T39" fmla="*/ 659 h 863"/>
                <a:gd name="T40" fmla="*/ 1593 w 1666"/>
                <a:gd name="T41" fmla="*/ 698 h 863"/>
                <a:gd name="T42" fmla="*/ 1573 w 1666"/>
                <a:gd name="T43" fmla="*/ 734 h 863"/>
                <a:gd name="T44" fmla="*/ 1552 w 1666"/>
                <a:gd name="T45" fmla="*/ 768 h 863"/>
                <a:gd name="T46" fmla="*/ 1529 w 1666"/>
                <a:gd name="T47" fmla="*/ 798 h 863"/>
                <a:gd name="T48" fmla="*/ 1503 w 1666"/>
                <a:gd name="T49" fmla="*/ 824 h 863"/>
                <a:gd name="T50" fmla="*/ 1475 w 1666"/>
                <a:gd name="T51" fmla="*/ 846 h 863"/>
                <a:gd name="T52" fmla="*/ 1447 w 1666"/>
                <a:gd name="T53" fmla="*/ 863 h 863"/>
                <a:gd name="T54" fmla="*/ 0 w 1666"/>
                <a:gd name="T55" fmla="*/ 712 h 863"/>
                <a:gd name="T56" fmla="*/ 1491 w 1666"/>
                <a:gd name="T57" fmla="*/ 0 h 8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666" h="863">
                  <a:moveTo>
                    <a:pt x="1491" y="0"/>
                  </a:moveTo>
                  <a:lnTo>
                    <a:pt x="1519" y="6"/>
                  </a:lnTo>
                  <a:lnTo>
                    <a:pt x="1545" y="18"/>
                  </a:lnTo>
                  <a:lnTo>
                    <a:pt x="1568" y="34"/>
                  </a:lnTo>
                  <a:lnTo>
                    <a:pt x="1588" y="56"/>
                  </a:lnTo>
                  <a:lnTo>
                    <a:pt x="1607" y="83"/>
                  </a:lnTo>
                  <a:lnTo>
                    <a:pt x="1623" y="112"/>
                  </a:lnTo>
                  <a:lnTo>
                    <a:pt x="1636" y="145"/>
                  </a:lnTo>
                  <a:lnTo>
                    <a:pt x="1647" y="182"/>
                  </a:lnTo>
                  <a:lnTo>
                    <a:pt x="1655" y="221"/>
                  </a:lnTo>
                  <a:lnTo>
                    <a:pt x="1660" y="262"/>
                  </a:lnTo>
                  <a:lnTo>
                    <a:pt x="1665" y="305"/>
                  </a:lnTo>
                  <a:lnTo>
                    <a:pt x="1666" y="349"/>
                  </a:lnTo>
                  <a:lnTo>
                    <a:pt x="1665" y="394"/>
                  </a:lnTo>
                  <a:lnTo>
                    <a:pt x="1660" y="440"/>
                  </a:lnTo>
                  <a:lnTo>
                    <a:pt x="1655" y="485"/>
                  </a:lnTo>
                  <a:lnTo>
                    <a:pt x="1647" y="530"/>
                  </a:lnTo>
                  <a:lnTo>
                    <a:pt x="1637" y="574"/>
                  </a:lnTo>
                  <a:lnTo>
                    <a:pt x="1624" y="617"/>
                  </a:lnTo>
                  <a:lnTo>
                    <a:pt x="1609" y="659"/>
                  </a:lnTo>
                  <a:lnTo>
                    <a:pt x="1593" y="698"/>
                  </a:lnTo>
                  <a:lnTo>
                    <a:pt x="1573" y="734"/>
                  </a:lnTo>
                  <a:lnTo>
                    <a:pt x="1552" y="768"/>
                  </a:lnTo>
                  <a:lnTo>
                    <a:pt x="1529" y="798"/>
                  </a:lnTo>
                  <a:lnTo>
                    <a:pt x="1503" y="824"/>
                  </a:lnTo>
                  <a:lnTo>
                    <a:pt x="1475" y="846"/>
                  </a:lnTo>
                  <a:lnTo>
                    <a:pt x="1447" y="863"/>
                  </a:lnTo>
                  <a:lnTo>
                    <a:pt x="0" y="712"/>
                  </a:lnTo>
                  <a:lnTo>
                    <a:pt x="1491" y="0"/>
                  </a:lnTo>
                  <a:close/>
                </a:path>
              </a:pathLst>
            </a:custGeom>
            <a:solidFill>
              <a:schemeClr val="bg1"/>
            </a:solidFill>
            <a:ln w="0">
              <a:noFill/>
              <a:prstDash val="solid"/>
              <a:round/>
              <a:headEnd/>
              <a:tailEnd/>
            </a:ln>
          </p:spPr>
          <p:txBody>
            <a:bodyPr wrap="square" lIns="91440" tIns="45720" rIns="91440" bIns="45720" anchor="ctr">
              <a:noAutofit/>
            </a:bodyPr>
            <a:lstStyle/>
            <a:p>
              <a:pPr algn="ctr"/>
              <a:endParaRPr dirty="0">
                <a:cs typeface="+mn-ea"/>
                <a:sym typeface="+mn-lt"/>
              </a:endParaRPr>
            </a:p>
          </p:txBody>
        </p:sp>
        <p:sp>
          <p:nvSpPr>
            <p:cNvPr id="39" name="任意多边形: 形状 38">
              <a:extLst>
                <a:ext uri="{FF2B5EF4-FFF2-40B4-BE49-F238E27FC236}">
                  <a16:creationId xmlns:a16="http://schemas.microsoft.com/office/drawing/2014/main" id="{1B9FAFA0-9FEB-6EC3-9D95-3EFB14A39A80}"/>
                </a:ext>
              </a:extLst>
            </p:cNvPr>
            <p:cNvSpPr/>
            <p:nvPr/>
          </p:nvSpPr>
          <p:spPr bwMode="auto">
            <a:xfrm>
              <a:off x="9266890" y="2890442"/>
              <a:ext cx="204516" cy="211714"/>
            </a:xfrm>
            <a:custGeom>
              <a:avLst/>
              <a:gdLst>
                <a:gd name="T0" fmla="*/ 1013 w 1707"/>
                <a:gd name="T1" fmla="*/ 0 h 1769"/>
                <a:gd name="T2" fmla="*/ 1053 w 1707"/>
                <a:gd name="T3" fmla="*/ 5 h 1769"/>
                <a:gd name="T4" fmla="*/ 1094 w 1707"/>
                <a:gd name="T5" fmla="*/ 13 h 1769"/>
                <a:gd name="T6" fmla="*/ 1136 w 1707"/>
                <a:gd name="T7" fmla="*/ 27 h 1769"/>
                <a:gd name="T8" fmla="*/ 1178 w 1707"/>
                <a:gd name="T9" fmla="*/ 43 h 1769"/>
                <a:gd name="T10" fmla="*/ 1222 w 1707"/>
                <a:gd name="T11" fmla="*/ 63 h 1769"/>
                <a:gd name="T12" fmla="*/ 1264 w 1707"/>
                <a:gd name="T13" fmla="*/ 86 h 1769"/>
                <a:gd name="T14" fmla="*/ 1307 w 1707"/>
                <a:gd name="T15" fmla="*/ 112 h 1769"/>
                <a:gd name="T16" fmla="*/ 1348 w 1707"/>
                <a:gd name="T17" fmla="*/ 142 h 1769"/>
                <a:gd name="T18" fmla="*/ 1389 w 1707"/>
                <a:gd name="T19" fmla="*/ 173 h 1769"/>
                <a:gd name="T20" fmla="*/ 1429 w 1707"/>
                <a:gd name="T21" fmla="*/ 207 h 1769"/>
                <a:gd name="T22" fmla="*/ 1467 w 1707"/>
                <a:gd name="T23" fmla="*/ 242 h 1769"/>
                <a:gd name="T24" fmla="*/ 1504 w 1707"/>
                <a:gd name="T25" fmla="*/ 280 h 1769"/>
                <a:gd name="T26" fmla="*/ 1538 w 1707"/>
                <a:gd name="T27" fmla="*/ 317 h 1769"/>
                <a:gd name="T28" fmla="*/ 1570 w 1707"/>
                <a:gd name="T29" fmla="*/ 357 h 1769"/>
                <a:gd name="T30" fmla="*/ 1599 w 1707"/>
                <a:gd name="T31" fmla="*/ 397 h 1769"/>
                <a:gd name="T32" fmla="*/ 1626 w 1707"/>
                <a:gd name="T33" fmla="*/ 438 h 1769"/>
                <a:gd name="T34" fmla="*/ 1649 w 1707"/>
                <a:gd name="T35" fmla="*/ 479 h 1769"/>
                <a:gd name="T36" fmla="*/ 1669 w 1707"/>
                <a:gd name="T37" fmla="*/ 519 h 1769"/>
                <a:gd name="T38" fmla="*/ 1684 w 1707"/>
                <a:gd name="T39" fmla="*/ 560 h 1769"/>
                <a:gd name="T40" fmla="*/ 1697 w 1707"/>
                <a:gd name="T41" fmla="*/ 600 h 1769"/>
                <a:gd name="T42" fmla="*/ 1703 w 1707"/>
                <a:gd name="T43" fmla="*/ 639 h 1769"/>
                <a:gd name="T44" fmla="*/ 1707 w 1707"/>
                <a:gd name="T45" fmla="*/ 677 h 1769"/>
                <a:gd name="T46" fmla="*/ 1704 w 1707"/>
                <a:gd name="T47" fmla="*/ 714 h 1769"/>
                <a:gd name="T48" fmla="*/ 1697 w 1707"/>
                <a:gd name="T49" fmla="*/ 749 h 1769"/>
                <a:gd name="T50" fmla="*/ 1683 w 1707"/>
                <a:gd name="T51" fmla="*/ 782 h 1769"/>
                <a:gd name="T52" fmla="*/ 0 w 1707"/>
                <a:gd name="T53" fmla="*/ 1769 h 1769"/>
                <a:gd name="T54" fmla="*/ 872 w 1707"/>
                <a:gd name="T55" fmla="*/ 30 h 1769"/>
                <a:gd name="T56" fmla="*/ 904 w 1707"/>
                <a:gd name="T57" fmla="*/ 15 h 1769"/>
                <a:gd name="T58" fmla="*/ 938 w 1707"/>
                <a:gd name="T59" fmla="*/ 5 h 1769"/>
                <a:gd name="T60" fmla="*/ 976 w 1707"/>
                <a:gd name="T61" fmla="*/ 0 h 1769"/>
                <a:gd name="T62" fmla="*/ 1013 w 1707"/>
                <a:gd name="T63" fmla="*/ 0 h 17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707" h="1769">
                  <a:moveTo>
                    <a:pt x="1013" y="0"/>
                  </a:moveTo>
                  <a:lnTo>
                    <a:pt x="1053" y="5"/>
                  </a:lnTo>
                  <a:lnTo>
                    <a:pt x="1094" y="13"/>
                  </a:lnTo>
                  <a:lnTo>
                    <a:pt x="1136" y="27"/>
                  </a:lnTo>
                  <a:lnTo>
                    <a:pt x="1178" y="43"/>
                  </a:lnTo>
                  <a:lnTo>
                    <a:pt x="1222" y="63"/>
                  </a:lnTo>
                  <a:lnTo>
                    <a:pt x="1264" y="86"/>
                  </a:lnTo>
                  <a:lnTo>
                    <a:pt x="1307" y="112"/>
                  </a:lnTo>
                  <a:lnTo>
                    <a:pt x="1348" y="142"/>
                  </a:lnTo>
                  <a:lnTo>
                    <a:pt x="1389" y="173"/>
                  </a:lnTo>
                  <a:lnTo>
                    <a:pt x="1429" y="207"/>
                  </a:lnTo>
                  <a:lnTo>
                    <a:pt x="1467" y="242"/>
                  </a:lnTo>
                  <a:lnTo>
                    <a:pt x="1504" y="280"/>
                  </a:lnTo>
                  <a:lnTo>
                    <a:pt x="1538" y="317"/>
                  </a:lnTo>
                  <a:lnTo>
                    <a:pt x="1570" y="357"/>
                  </a:lnTo>
                  <a:lnTo>
                    <a:pt x="1599" y="397"/>
                  </a:lnTo>
                  <a:lnTo>
                    <a:pt x="1626" y="438"/>
                  </a:lnTo>
                  <a:lnTo>
                    <a:pt x="1649" y="479"/>
                  </a:lnTo>
                  <a:lnTo>
                    <a:pt x="1669" y="519"/>
                  </a:lnTo>
                  <a:lnTo>
                    <a:pt x="1684" y="560"/>
                  </a:lnTo>
                  <a:lnTo>
                    <a:pt x="1697" y="600"/>
                  </a:lnTo>
                  <a:lnTo>
                    <a:pt x="1703" y="639"/>
                  </a:lnTo>
                  <a:lnTo>
                    <a:pt x="1707" y="677"/>
                  </a:lnTo>
                  <a:lnTo>
                    <a:pt x="1704" y="714"/>
                  </a:lnTo>
                  <a:lnTo>
                    <a:pt x="1697" y="749"/>
                  </a:lnTo>
                  <a:lnTo>
                    <a:pt x="1683" y="782"/>
                  </a:lnTo>
                  <a:lnTo>
                    <a:pt x="0" y="1769"/>
                  </a:lnTo>
                  <a:lnTo>
                    <a:pt x="872" y="30"/>
                  </a:lnTo>
                  <a:lnTo>
                    <a:pt x="904" y="15"/>
                  </a:lnTo>
                  <a:lnTo>
                    <a:pt x="938" y="5"/>
                  </a:lnTo>
                  <a:lnTo>
                    <a:pt x="976" y="0"/>
                  </a:lnTo>
                  <a:lnTo>
                    <a:pt x="1013" y="0"/>
                  </a:lnTo>
                  <a:close/>
                </a:path>
              </a:pathLst>
            </a:custGeom>
            <a:solidFill>
              <a:schemeClr val="bg1"/>
            </a:solidFill>
            <a:ln w="0">
              <a:noFill/>
              <a:prstDash val="solid"/>
              <a:round/>
              <a:headEnd/>
              <a:tailEnd/>
            </a:ln>
          </p:spPr>
          <p:txBody>
            <a:bodyPr wrap="square" lIns="91440" tIns="45720" rIns="91440" bIns="45720" anchor="ctr">
              <a:noAutofit/>
            </a:bodyPr>
            <a:lstStyle/>
            <a:p>
              <a:pPr algn="ctr"/>
              <a:endParaRPr dirty="0">
                <a:cs typeface="+mn-ea"/>
                <a:sym typeface="+mn-lt"/>
              </a:endParaRPr>
            </a:p>
          </p:txBody>
        </p:sp>
        <p:sp>
          <p:nvSpPr>
            <p:cNvPr id="40" name="任意多边形: 形状 39">
              <a:extLst>
                <a:ext uri="{FF2B5EF4-FFF2-40B4-BE49-F238E27FC236}">
                  <a16:creationId xmlns:a16="http://schemas.microsoft.com/office/drawing/2014/main" id="{24702A9B-4141-AF7B-B666-94356F882DFB}"/>
                </a:ext>
              </a:extLst>
            </p:cNvPr>
            <p:cNvSpPr/>
            <p:nvPr/>
          </p:nvSpPr>
          <p:spPr bwMode="auto">
            <a:xfrm>
              <a:off x="9176327" y="2783685"/>
              <a:ext cx="193121" cy="287883"/>
            </a:xfrm>
            <a:custGeom>
              <a:avLst/>
              <a:gdLst>
                <a:gd name="T0" fmla="*/ 771 w 1608"/>
                <a:gd name="T1" fmla="*/ 0 h 2398"/>
                <a:gd name="T2" fmla="*/ 837 w 1608"/>
                <a:gd name="T3" fmla="*/ 0 h 2398"/>
                <a:gd name="T4" fmla="*/ 904 w 1608"/>
                <a:gd name="T5" fmla="*/ 2 h 2398"/>
                <a:gd name="T6" fmla="*/ 969 w 1608"/>
                <a:gd name="T7" fmla="*/ 5 h 2398"/>
                <a:gd name="T8" fmla="*/ 1034 w 1608"/>
                <a:gd name="T9" fmla="*/ 12 h 2398"/>
                <a:gd name="T10" fmla="*/ 1097 w 1608"/>
                <a:gd name="T11" fmla="*/ 20 h 2398"/>
                <a:gd name="T12" fmla="*/ 1159 w 1608"/>
                <a:gd name="T13" fmla="*/ 30 h 2398"/>
                <a:gd name="T14" fmla="*/ 1218 w 1608"/>
                <a:gd name="T15" fmla="*/ 42 h 2398"/>
                <a:gd name="T16" fmla="*/ 1276 w 1608"/>
                <a:gd name="T17" fmla="*/ 58 h 2398"/>
                <a:gd name="T18" fmla="*/ 1329 w 1608"/>
                <a:gd name="T19" fmla="*/ 74 h 2398"/>
                <a:gd name="T20" fmla="*/ 1380 w 1608"/>
                <a:gd name="T21" fmla="*/ 93 h 2398"/>
                <a:gd name="T22" fmla="*/ 1427 w 1608"/>
                <a:gd name="T23" fmla="*/ 114 h 2398"/>
                <a:gd name="T24" fmla="*/ 1469 w 1608"/>
                <a:gd name="T25" fmla="*/ 136 h 2398"/>
                <a:gd name="T26" fmla="*/ 1508 w 1608"/>
                <a:gd name="T27" fmla="*/ 161 h 2398"/>
                <a:gd name="T28" fmla="*/ 1541 w 1608"/>
                <a:gd name="T29" fmla="*/ 188 h 2398"/>
                <a:gd name="T30" fmla="*/ 1569 w 1608"/>
                <a:gd name="T31" fmla="*/ 217 h 2398"/>
                <a:gd name="T32" fmla="*/ 1591 w 1608"/>
                <a:gd name="T33" fmla="*/ 248 h 2398"/>
                <a:gd name="T34" fmla="*/ 1608 w 1608"/>
                <a:gd name="T35" fmla="*/ 281 h 2398"/>
                <a:gd name="T36" fmla="*/ 806 w 1608"/>
                <a:gd name="T37" fmla="*/ 2398 h 2398"/>
                <a:gd name="T38" fmla="*/ 0 w 1608"/>
                <a:gd name="T39" fmla="*/ 281 h 2398"/>
                <a:gd name="T40" fmla="*/ 15 w 1608"/>
                <a:gd name="T41" fmla="*/ 248 h 2398"/>
                <a:gd name="T42" fmla="*/ 37 w 1608"/>
                <a:gd name="T43" fmla="*/ 217 h 2398"/>
                <a:gd name="T44" fmla="*/ 66 w 1608"/>
                <a:gd name="T45" fmla="*/ 188 h 2398"/>
                <a:gd name="T46" fmla="*/ 100 w 1608"/>
                <a:gd name="T47" fmla="*/ 161 h 2398"/>
                <a:gd name="T48" fmla="*/ 137 w 1608"/>
                <a:gd name="T49" fmla="*/ 136 h 2398"/>
                <a:gd name="T50" fmla="*/ 180 w 1608"/>
                <a:gd name="T51" fmla="*/ 114 h 2398"/>
                <a:gd name="T52" fmla="*/ 227 w 1608"/>
                <a:gd name="T53" fmla="*/ 93 h 2398"/>
                <a:gd name="T54" fmla="*/ 278 w 1608"/>
                <a:gd name="T55" fmla="*/ 74 h 2398"/>
                <a:gd name="T56" fmla="*/ 332 w 1608"/>
                <a:gd name="T57" fmla="*/ 58 h 2398"/>
                <a:gd name="T58" fmla="*/ 389 w 1608"/>
                <a:gd name="T59" fmla="*/ 42 h 2398"/>
                <a:gd name="T60" fmla="*/ 448 w 1608"/>
                <a:gd name="T61" fmla="*/ 30 h 2398"/>
                <a:gd name="T62" fmla="*/ 510 w 1608"/>
                <a:gd name="T63" fmla="*/ 20 h 2398"/>
                <a:gd name="T64" fmla="*/ 574 w 1608"/>
                <a:gd name="T65" fmla="*/ 12 h 2398"/>
                <a:gd name="T66" fmla="*/ 638 w 1608"/>
                <a:gd name="T67" fmla="*/ 5 h 2398"/>
                <a:gd name="T68" fmla="*/ 704 w 1608"/>
                <a:gd name="T69" fmla="*/ 2 h 2398"/>
                <a:gd name="T70" fmla="*/ 771 w 1608"/>
                <a:gd name="T71" fmla="*/ 0 h 23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608" h="2398">
                  <a:moveTo>
                    <a:pt x="771" y="0"/>
                  </a:moveTo>
                  <a:lnTo>
                    <a:pt x="837" y="0"/>
                  </a:lnTo>
                  <a:lnTo>
                    <a:pt x="904" y="2"/>
                  </a:lnTo>
                  <a:lnTo>
                    <a:pt x="969" y="5"/>
                  </a:lnTo>
                  <a:lnTo>
                    <a:pt x="1034" y="12"/>
                  </a:lnTo>
                  <a:lnTo>
                    <a:pt x="1097" y="20"/>
                  </a:lnTo>
                  <a:lnTo>
                    <a:pt x="1159" y="30"/>
                  </a:lnTo>
                  <a:lnTo>
                    <a:pt x="1218" y="42"/>
                  </a:lnTo>
                  <a:lnTo>
                    <a:pt x="1276" y="58"/>
                  </a:lnTo>
                  <a:lnTo>
                    <a:pt x="1329" y="74"/>
                  </a:lnTo>
                  <a:lnTo>
                    <a:pt x="1380" y="93"/>
                  </a:lnTo>
                  <a:lnTo>
                    <a:pt x="1427" y="114"/>
                  </a:lnTo>
                  <a:lnTo>
                    <a:pt x="1469" y="136"/>
                  </a:lnTo>
                  <a:lnTo>
                    <a:pt x="1508" y="161"/>
                  </a:lnTo>
                  <a:lnTo>
                    <a:pt x="1541" y="188"/>
                  </a:lnTo>
                  <a:lnTo>
                    <a:pt x="1569" y="217"/>
                  </a:lnTo>
                  <a:lnTo>
                    <a:pt x="1591" y="248"/>
                  </a:lnTo>
                  <a:lnTo>
                    <a:pt x="1608" y="281"/>
                  </a:lnTo>
                  <a:lnTo>
                    <a:pt x="806" y="2398"/>
                  </a:lnTo>
                  <a:lnTo>
                    <a:pt x="0" y="281"/>
                  </a:lnTo>
                  <a:lnTo>
                    <a:pt x="15" y="248"/>
                  </a:lnTo>
                  <a:lnTo>
                    <a:pt x="37" y="217"/>
                  </a:lnTo>
                  <a:lnTo>
                    <a:pt x="66" y="188"/>
                  </a:lnTo>
                  <a:lnTo>
                    <a:pt x="100" y="161"/>
                  </a:lnTo>
                  <a:lnTo>
                    <a:pt x="137" y="136"/>
                  </a:lnTo>
                  <a:lnTo>
                    <a:pt x="180" y="114"/>
                  </a:lnTo>
                  <a:lnTo>
                    <a:pt x="227" y="93"/>
                  </a:lnTo>
                  <a:lnTo>
                    <a:pt x="278" y="74"/>
                  </a:lnTo>
                  <a:lnTo>
                    <a:pt x="332" y="58"/>
                  </a:lnTo>
                  <a:lnTo>
                    <a:pt x="389" y="42"/>
                  </a:lnTo>
                  <a:lnTo>
                    <a:pt x="448" y="30"/>
                  </a:lnTo>
                  <a:lnTo>
                    <a:pt x="510" y="20"/>
                  </a:lnTo>
                  <a:lnTo>
                    <a:pt x="574" y="12"/>
                  </a:lnTo>
                  <a:lnTo>
                    <a:pt x="638" y="5"/>
                  </a:lnTo>
                  <a:lnTo>
                    <a:pt x="704" y="2"/>
                  </a:lnTo>
                  <a:lnTo>
                    <a:pt x="771" y="0"/>
                  </a:lnTo>
                  <a:close/>
                </a:path>
              </a:pathLst>
            </a:custGeom>
            <a:solidFill>
              <a:schemeClr val="bg1"/>
            </a:solidFill>
            <a:ln w="0">
              <a:noFill/>
              <a:prstDash val="solid"/>
              <a:round/>
              <a:headEnd/>
              <a:tailEnd/>
            </a:ln>
          </p:spPr>
          <p:txBody>
            <a:bodyPr wrap="square" lIns="91440" tIns="45720" rIns="91440" bIns="45720" anchor="ctr">
              <a:noAutofit/>
            </a:bodyPr>
            <a:lstStyle/>
            <a:p>
              <a:pPr algn="ctr"/>
              <a:endParaRPr dirty="0">
                <a:cs typeface="+mn-ea"/>
                <a:sym typeface="+mn-lt"/>
              </a:endParaRPr>
            </a:p>
          </p:txBody>
        </p:sp>
      </p:grpSp>
      <p:pic>
        <p:nvPicPr>
          <p:cNvPr id="3" name="图片 2">
            <a:extLst>
              <a:ext uri="{FF2B5EF4-FFF2-40B4-BE49-F238E27FC236}">
                <a16:creationId xmlns:a16="http://schemas.microsoft.com/office/drawing/2014/main" id="{B053173C-254C-443C-6947-16C9B0E4557E}"/>
              </a:ext>
            </a:extLst>
          </p:cNvPr>
          <p:cNvPicPr>
            <a:picLocks noChangeAspect="1"/>
          </p:cNvPicPr>
          <p:nvPr/>
        </p:nvPicPr>
        <p:blipFill>
          <a:blip r:embed="rId2"/>
          <a:stretch>
            <a:fillRect/>
          </a:stretch>
        </p:blipFill>
        <p:spPr>
          <a:xfrm>
            <a:off x="1032082" y="1628775"/>
            <a:ext cx="3533775" cy="3314700"/>
          </a:xfrm>
          <a:prstGeom prst="rect">
            <a:avLst/>
          </a:prstGeom>
        </p:spPr>
      </p:pic>
      <p:sp>
        <p:nvSpPr>
          <p:cNvPr id="9" name="矩形: 圆角 8">
            <a:extLst>
              <a:ext uri="{FF2B5EF4-FFF2-40B4-BE49-F238E27FC236}">
                <a16:creationId xmlns:a16="http://schemas.microsoft.com/office/drawing/2014/main" id="{F04EFCA3-B6B4-AF38-9911-F908A68D641B}"/>
              </a:ext>
            </a:extLst>
          </p:cNvPr>
          <p:cNvSpPr/>
          <p:nvPr/>
        </p:nvSpPr>
        <p:spPr>
          <a:xfrm>
            <a:off x="6201480" y="2537208"/>
            <a:ext cx="4818237" cy="1497833"/>
          </a:xfrm>
          <a:prstGeom prst="roundRect">
            <a:avLst>
              <a:gd name="adj" fmla="val 12253"/>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Autofit/>
          </a:bodyPr>
          <a:lstStyle/>
          <a:p>
            <a:r>
              <a:rPr lang="zh-CN" altLang="en-US" sz="2000" dirty="0">
                <a:solidFill>
                  <a:schemeClr val="tx1"/>
                </a:solidFill>
                <a:cs typeface="+mn-ea"/>
                <a:sym typeface="+mn-lt"/>
              </a:rPr>
              <a:t>首先直接可以看到一个收支走势图表，他是请求后端</a:t>
            </a:r>
            <a:r>
              <a:rPr lang="en-US" altLang="zh-CN" sz="2000" dirty="0">
                <a:solidFill>
                  <a:schemeClr val="tx1"/>
                </a:solidFill>
                <a:cs typeface="+mn-ea"/>
                <a:sym typeface="+mn-lt"/>
              </a:rPr>
              <a:t>bill/line</a:t>
            </a:r>
            <a:r>
              <a:rPr lang="zh-CN" altLang="en-US" sz="2000" dirty="0">
                <a:solidFill>
                  <a:schemeClr val="tx1"/>
                </a:solidFill>
                <a:cs typeface="+mn-ea"/>
                <a:sym typeface="+mn-lt"/>
              </a:rPr>
              <a:t>返回的一个</a:t>
            </a:r>
            <a:r>
              <a:rPr lang="en-US" altLang="zh-CN" sz="2000" dirty="0" err="1">
                <a:solidFill>
                  <a:schemeClr val="tx1"/>
                </a:solidFill>
                <a:cs typeface="+mn-ea"/>
                <a:sym typeface="+mn-lt"/>
              </a:rPr>
              <a:t>AssayLineVO</a:t>
            </a:r>
            <a:r>
              <a:rPr lang="zh-CN" altLang="en-US" sz="2000" dirty="0">
                <a:solidFill>
                  <a:schemeClr val="tx1"/>
                </a:solidFill>
                <a:cs typeface="+mn-ea"/>
                <a:sym typeface="+mn-lt"/>
              </a:rPr>
              <a:t>对象，属性是两个收入支出的</a:t>
            </a:r>
            <a:r>
              <a:rPr lang="en-US" altLang="zh-CN" sz="2000" dirty="0">
                <a:solidFill>
                  <a:schemeClr val="tx1"/>
                </a:solidFill>
                <a:cs typeface="+mn-ea"/>
                <a:sym typeface="+mn-lt"/>
              </a:rPr>
              <a:t>31</a:t>
            </a:r>
            <a:r>
              <a:rPr lang="zh-CN" altLang="en-US" sz="2000" dirty="0">
                <a:solidFill>
                  <a:schemeClr val="tx1"/>
                </a:solidFill>
                <a:cs typeface="+mn-ea"/>
                <a:sym typeface="+mn-lt"/>
              </a:rPr>
              <a:t>位数组、当月最大收入、最大支出，返回前端渲染线条</a:t>
            </a:r>
          </a:p>
        </p:txBody>
      </p:sp>
    </p:spTree>
    <p:extLst>
      <p:ext uri="{BB962C8B-B14F-4D97-AF65-F5344CB8AC3E}">
        <p14:creationId xmlns:p14="http://schemas.microsoft.com/office/powerpoint/2010/main" val="313284700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pattFill prst="pct10">
          <a:fgClr>
            <a:schemeClr val="accent1"/>
          </a:fgClr>
          <a:bgClr>
            <a:schemeClr val="bg1"/>
          </a:bgClr>
        </a:pattFill>
        <a:effectLst/>
      </p:bgPr>
    </p:bg>
    <p:spTree>
      <p:nvGrpSpPr>
        <p:cNvPr id="1" name="">
          <a:extLst>
            <a:ext uri="{FF2B5EF4-FFF2-40B4-BE49-F238E27FC236}">
              <a16:creationId xmlns:a16="http://schemas.microsoft.com/office/drawing/2014/main" id="{EF622759-856A-75CC-3E9F-D4C40FC5DD1C}"/>
            </a:ext>
          </a:extLst>
        </p:cNvPr>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F4D687A0-AC2D-E846-6E20-2AFBEB850D04}"/>
              </a:ext>
            </a:extLst>
          </p:cNvPr>
          <p:cNvSpPr>
            <a:spLocks noGrp="1"/>
          </p:cNvSpPr>
          <p:nvPr>
            <p:ph type="sldNum" sz="quarter" idx="12"/>
          </p:nvPr>
        </p:nvSpPr>
        <p:spPr/>
        <p:txBody>
          <a:bodyPr/>
          <a:lstStyle/>
          <a:p>
            <a:fld id="{5DD3DB80-B894-403A-B48E-6FDC1A72010E}" type="slidenum">
              <a:rPr lang="zh-CN" altLang="en-US" smtClean="0">
                <a:cs typeface="+mn-ea"/>
                <a:sym typeface="+mn-lt"/>
              </a:rPr>
              <a:pPr/>
              <a:t>14</a:t>
            </a:fld>
            <a:endParaRPr lang="zh-CN" altLang="en-US">
              <a:cs typeface="+mn-ea"/>
              <a:sym typeface="+mn-lt"/>
            </a:endParaRPr>
          </a:p>
        </p:txBody>
      </p:sp>
      <p:grpSp>
        <p:nvGrpSpPr>
          <p:cNvPr id="5" name="组合 4"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title="iSlide™ 版权声明  COPYRIGHT NOTICE">
            <a:extLst>
              <a:ext uri="{FF2B5EF4-FFF2-40B4-BE49-F238E27FC236}">
                <a16:creationId xmlns:a16="http://schemas.microsoft.com/office/drawing/2014/main" id="{82E1E308-0CC9-45F8-CFFE-C812102B2F87}"/>
              </a:ext>
            </a:extLst>
          </p:cNvPr>
          <p:cNvGrpSpPr>
            <a:grpSpLocks noChangeAspect="1"/>
          </p:cNvGrpSpPr>
          <p:nvPr/>
        </p:nvGrpSpPr>
        <p:grpSpPr>
          <a:xfrm>
            <a:off x="2138539" y="764241"/>
            <a:ext cx="7254491" cy="3490888"/>
            <a:chOff x="2694687" y="1468904"/>
            <a:chExt cx="6776719" cy="3117978"/>
          </a:xfrm>
        </p:grpSpPr>
        <p:sp>
          <p:nvSpPr>
            <p:cNvPr id="6" name="矩形: 圆角 5">
              <a:extLst>
                <a:ext uri="{FF2B5EF4-FFF2-40B4-BE49-F238E27FC236}">
                  <a16:creationId xmlns:a16="http://schemas.microsoft.com/office/drawing/2014/main" id="{46528BD0-7DF4-5907-B87D-EB4D3740BC79}"/>
                </a:ext>
              </a:extLst>
            </p:cNvPr>
            <p:cNvSpPr/>
            <p:nvPr/>
          </p:nvSpPr>
          <p:spPr>
            <a:xfrm>
              <a:off x="4802780" y="1468904"/>
              <a:ext cx="2650971" cy="505968"/>
            </a:xfrm>
            <a:prstGeom prst="roundRect">
              <a:avLst>
                <a:gd name="adj" fmla="val 5000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Autofit/>
            </a:bodyPr>
            <a:lstStyle/>
            <a:p>
              <a:pPr algn="ctr"/>
              <a:r>
                <a:rPr lang="zh-CN" altLang="en-US" sz="1600" b="1" dirty="0">
                  <a:solidFill>
                    <a:schemeClr val="bg1"/>
                  </a:solidFill>
                  <a:cs typeface="+mn-ea"/>
                  <a:sym typeface="+mn-lt"/>
                </a:rPr>
                <a:t>可视化图表界面</a:t>
              </a:r>
            </a:p>
          </p:txBody>
        </p:sp>
        <p:sp>
          <p:nvSpPr>
            <p:cNvPr id="14" name="矩形: 圆角 13">
              <a:extLst>
                <a:ext uri="{FF2B5EF4-FFF2-40B4-BE49-F238E27FC236}">
                  <a16:creationId xmlns:a16="http://schemas.microsoft.com/office/drawing/2014/main" id="{227BE829-B985-48D4-1BAA-D40623D01E6F}"/>
                </a:ext>
              </a:extLst>
            </p:cNvPr>
            <p:cNvSpPr/>
            <p:nvPr/>
          </p:nvSpPr>
          <p:spPr>
            <a:xfrm>
              <a:off x="5609431" y="4189410"/>
              <a:ext cx="2070725" cy="397472"/>
            </a:xfrm>
            <a:prstGeom prst="roundRect">
              <a:avLst>
                <a:gd name="adj" fmla="val 8562"/>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Autofit/>
            </a:bodyPr>
            <a:lstStyle/>
            <a:p>
              <a:pPr algn="ctr"/>
              <a:endParaRPr lang="zh-CN" altLang="en-US" sz="1600" dirty="0">
                <a:solidFill>
                  <a:schemeClr val="tx1"/>
                </a:solidFill>
                <a:cs typeface="+mn-ea"/>
                <a:sym typeface="+mn-lt"/>
              </a:endParaRPr>
            </a:p>
          </p:txBody>
        </p:sp>
        <p:sp>
          <p:nvSpPr>
            <p:cNvPr id="21" name="任意多边形: 形状 20">
              <a:extLst>
                <a:ext uri="{FF2B5EF4-FFF2-40B4-BE49-F238E27FC236}">
                  <a16:creationId xmlns:a16="http://schemas.microsoft.com/office/drawing/2014/main" id="{AD2A0891-0EE8-F24C-44D0-9422DB6B151F}"/>
                </a:ext>
              </a:extLst>
            </p:cNvPr>
            <p:cNvSpPr/>
            <p:nvPr/>
          </p:nvSpPr>
          <p:spPr bwMode="auto">
            <a:xfrm>
              <a:off x="2756563" y="2876558"/>
              <a:ext cx="94192" cy="94191"/>
            </a:xfrm>
            <a:custGeom>
              <a:avLst/>
              <a:gdLst>
                <a:gd name="T0" fmla="*/ 185 w 787"/>
                <a:gd name="T1" fmla="*/ 0 h 787"/>
                <a:gd name="T2" fmla="*/ 198 w 787"/>
                <a:gd name="T3" fmla="*/ 4 h 787"/>
                <a:gd name="T4" fmla="*/ 209 w 787"/>
                <a:gd name="T5" fmla="*/ 12 h 787"/>
                <a:gd name="T6" fmla="*/ 394 w 787"/>
                <a:gd name="T7" fmla="*/ 196 h 787"/>
                <a:gd name="T8" fmla="*/ 578 w 787"/>
                <a:gd name="T9" fmla="*/ 12 h 787"/>
                <a:gd name="T10" fmla="*/ 589 w 787"/>
                <a:gd name="T11" fmla="*/ 4 h 787"/>
                <a:gd name="T12" fmla="*/ 602 w 787"/>
                <a:gd name="T13" fmla="*/ 0 h 787"/>
                <a:gd name="T14" fmla="*/ 615 w 787"/>
                <a:gd name="T15" fmla="*/ 0 h 787"/>
                <a:gd name="T16" fmla="*/ 627 w 787"/>
                <a:gd name="T17" fmla="*/ 4 h 787"/>
                <a:gd name="T18" fmla="*/ 638 w 787"/>
                <a:gd name="T19" fmla="*/ 12 h 787"/>
                <a:gd name="T20" fmla="*/ 775 w 787"/>
                <a:gd name="T21" fmla="*/ 149 h 787"/>
                <a:gd name="T22" fmla="*/ 784 w 787"/>
                <a:gd name="T23" fmla="*/ 160 h 787"/>
                <a:gd name="T24" fmla="*/ 787 w 787"/>
                <a:gd name="T25" fmla="*/ 172 h 787"/>
                <a:gd name="T26" fmla="*/ 787 w 787"/>
                <a:gd name="T27" fmla="*/ 185 h 787"/>
                <a:gd name="T28" fmla="*/ 784 w 787"/>
                <a:gd name="T29" fmla="*/ 199 h 787"/>
                <a:gd name="T30" fmla="*/ 775 w 787"/>
                <a:gd name="T31" fmla="*/ 209 h 787"/>
                <a:gd name="T32" fmla="*/ 591 w 787"/>
                <a:gd name="T33" fmla="*/ 394 h 787"/>
                <a:gd name="T34" fmla="*/ 775 w 787"/>
                <a:gd name="T35" fmla="*/ 578 h 787"/>
                <a:gd name="T36" fmla="*/ 784 w 787"/>
                <a:gd name="T37" fmla="*/ 589 h 787"/>
                <a:gd name="T38" fmla="*/ 787 w 787"/>
                <a:gd name="T39" fmla="*/ 602 h 787"/>
                <a:gd name="T40" fmla="*/ 787 w 787"/>
                <a:gd name="T41" fmla="*/ 615 h 787"/>
                <a:gd name="T42" fmla="*/ 784 w 787"/>
                <a:gd name="T43" fmla="*/ 627 h 787"/>
                <a:gd name="T44" fmla="*/ 775 w 787"/>
                <a:gd name="T45" fmla="*/ 638 h 787"/>
                <a:gd name="T46" fmla="*/ 638 w 787"/>
                <a:gd name="T47" fmla="*/ 775 h 787"/>
                <a:gd name="T48" fmla="*/ 627 w 787"/>
                <a:gd name="T49" fmla="*/ 783 h 787"/>
                <a:gd name="T50" fmla="*/ 615 w 787"/>
                <a:gd name="T51" fmla="*/ 787 h 787"/>
                <a:gd name="T52" fmla="*/ 602 w 787"/>
                <a:gd name="T53" fmla="*/ 787 h 787"/>
                <a:gd name="T54" fmla="*/ 589 w 787"/>
                <a:gd name="T55" fmla="*/ 783 h 787"/>
                <a:gd name="T56" fmla="*/ 578 w 787"/>
                <a:gd name="T57" fmla="*/ 775 h 787"/>
                <a:gd name="T58" fmla="*/ 394 w 787"/>
                <a:gd name="T59" fmla="*/ 591 h 787"/>
                <a:gd name="T60" fmla="*/ 209 w 787"/>
                <a:gd name="T61" fmla="*/ 775 h 787"/>
                <a:gd name="T62" fmla="*/ 198 w 787"/>
                <a:gd name="T63" fmla="*/ 783 h 787"/>
                <a:gd name="T64" fmla="*/ 185 w 787"/>
                <a:gd name="T65" fmla="*/ 787 h 787"/>
                <a:gd name="T66" fmla="*/ 173 w 787"/>
                <a:gd name="T67" fmla="*/ 787 h 787"/>
                <a:gd name="T68" fmla="*/ 160 w 787"/>
                <a:gd name="T69" fmla="*/ 783 h 787"/>
                <a:gd name="T70" fmla="*/ 149 w 787"/>
                <a:gd name="T71" fmla="*/ 775 h 787"/>
                <a:gd name="T72" fmla="*/ 12 w 787"/>
                <a:gd name="T73" fmla="*/ 638 h 787"/>
                <a:gd name="T74" fmla="*/ 4 w 787"/>
                <a:gd name="T75" fmla="*/ 627 h 787"/>
                <a:gd name="T76" fmla="*/ 0 w 787"/>
                <a:gd name="T77" fmla="*/ 615 h 787"/>
                <a:gd name="T78" fmla="*/ 0 w 787"/>
                <a:gd name="T79" fmla="*/ 602 h 787"/>
                <a:gd name="T80" fmla="*/ 4 w 787"/>
                <a:gd name="T81" fmla="*/ 589 h 787"/>
                <a:gd name="T82" fmla="*/ 12 w 787"/>
                <a:gd name="T83" fmla="*/ 578 h 787"/>
                <a:gd name="T84" fmla="*/ 196 w 787"/>
                <a:gd name="T85" fmla="*/ 394 h 787"/>
                <a:gd name="T86" fmla="*/ 12 w 787"/>
                <a:gd name="T87" fmla="*/ 209 h 787"/>
                <a:gd name="T88" fmla="*/ 4 w 787"/>
                <a:gd name="T89" fmla="*/ 199 h 787"/>
                <a:gd name="T90" fmla="*/ 0 w 787"/>
                <a:gd name="T91" fmla="*/ 185 h 787"/>
                <a:gd name="T92" fmla="*/ 0 w 787"/>
                <a:gd name="T93" fmla="*/ 172 h 787"/>
                <a:gd name="T94" fmla="*/ 4 w 787"/>
                <a:gd name="T95" fmla="*/ 160 h 787"/>
                <a:gd name="T96" fmla="*/ 12 w 787"/>
                <a:gd name="T97" fmla="*/ 149 h 787"/>
                <a:gd name="T98" fmla="*/ 149 w 787"/>
                <a:gd name="T99" fmla="*/ 12 h 787"/>
                <a:gd name="T100" fmla="*/ 160 w 787"/>
                <a:gd name="T101" fmla="*/ 4 h 787"/>
                <a:gd name="T102" fmla="*/ 173 w 787"/>
                <a:gd name="T103" fmla="*/ 0 h 787"/>
                <a:gd name="T104" fmla="*/ 185 w 787"/>
                <a:gd name="T105" fmla="*/ 0 h 7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787" h="787">
                  <a:moveTo>
                    <a:pt x="185" y="0"/>
                  </a:moveTo>
                  <a:lnTo>
                    <a:pt x="198" y="4"/>
                  </a:lnTo>
                  <a:lnTo>
                    <a:pt x="209" y="12"/>
                  </a:lnTo>
                  <a:lnTo>
                    <a:pt x="394" y="196"/>
                  </a:lnTo>
                  <a:lnTo>
                    <a:pt x="578" y="12"/>
                  </a:lnTo>
                  <a:lnTo>
                    <a:pt x="589" y="4"/>
                  </a:lnTo>
                  <a:lnTo>
                    <a:pt x="602" y="0"/>
                  </a:lnTo>
                  <a:lnTo>
                    <a:pt x="615" y="0"/>
                  </a:lnTo>
                  <a:lnTo>
                    <a:pt x="627" y="4"/>
                  </a:lnTo>
                  <a:lnTo>
                    <a:pt x="638" y="12"/>
                  </a:lnTo>
                  <a:lnTo>
                    <a:pt x="775" y="149"/>
                  </a:lnTo>
                  <a:lnTo>
                    <a:pt x="784" y="160"/>
                  </a:lnTo>
                  <a:lnTo>
                    <a:pt x="787" y="172"/>
                  </a:lnTo>
                  <a:lnTo>
                    <a:pt x="787" y="185"/>
                  </a:lnTo>
                  <a:lnTo>
                    <a:pt x="784" y="199"/>
                  </a:lnTo>
                  <a:lnTo>
                    <a:pt x="775" y="209"/>
                  </a:lnTo>
                  <a:lnTo>
                    <a:pt x="591" y="394"/>
                  </a:lnTo>
                  <a:lnTo>
                    <a:pt x="775" y="578"/>
                  </a:lnTo>
                  <a:lnTo>
                    <a:pt x="784" y="589"/>
                  </a:lnTo>
                  <a:lnTo>
                    <a:pt x="787" y="602"/>
                  </a:lnTo>
                  <a:lnTo>
                    <a:pt x="787" y="615"/>
                  </a:lnTo>
                  <a:lnTo>
                    <a:pt x="784" y="627"/>
                  </a:lnTo>
                  <a:lnTo>
                    <a:pt x="775" y="638"/>
                  </a:lnTo>
                  <a:lnTo>
                    <a:pt x="638" y="775"/>
                  </a:lnTo>
                  <a:lnTo>
                    <a:pt x="627" y="783"/>
                  </a:lnTo>
                  <a:lnTo>
                    <a:pt x="615" y="787"/>
                  </a:lnTo>
                  <a:lnTo>
                    <a:pt x="602" y="787"/>
                  </a:lnTo>
                  <a:lnTo>
                    <a:pt x="589" y="783"/>
                  </a:lnTo>
                  <a:lnTo>
                    <a:pt x="578" y="775"/>
                  </a:lnTo>
                  <a:lnTo>
                    <a:pt x="394" y="591"/>
                  </a:lnTo>
                  <a:lnTo>
                    <a:pt x="209" y="775"/>
                  </a:lnTo>
                  <a:lnTo>
                    <a:pt x="198" y="783"/>
                  </a:lnTo>
                  <a:lnTo>
                    <a:pt x="185" y="787"/>
                  </a:lnTo>
                  <a:lnTo>
                    <a:pt x="173" y="787"/>
                  </a:lnTo>
                  <a:lnTo>
                    <a:pt x="160" y="783"/>
                  </a:lnTo>
                  <a:lnTo>
                    <a:pt x="149" y="775"/>
                  </a:lnTo>
                  <a:lnTo>
                    <a:pt x="12" y="638"/>
                  </a:lnTo>
                  <a:lnTo>
                    <a:pt x="4" y="627"/>
                  </a:lnTo>
                  <a:lnTo>
                    <a:pt x="0" y="615"/>
                  </a:lnTo>
                  <a:lnTo>
                    <a:pt x="0" y="602"/>
                  </a:lnTo>
                  <a:lnTo>
                    <a:pt x="4" y="589"/>
                  </a:lnTo>
                  <a:lnTo>
                    <a:pt x="12" y="578"/>
                  </a:lnTo>
                  <a:lnTo>
                    <a:pt x="196" y="394"/>
                  </a:lnTo>
                  <a:lnTo>
                    <a:pt x="12" y="209"/>
                  </a:lnTo>
                  <a:lnTo>
                    <a:pt x="4" y="199"/>
                  </a:lnTo>
                  <a:lnTo>
                    <a:pt x="0" y="185"/>
                  </a:lnTo>
                  <a:lnTo>
                    <a:pt x="0" y="172"/>
                  </a:lnTo>
                  <a:lnTo>
                    <a:pt x="4" y="160"/>
                  </a:lnTo>
                  <a:lnTo>
                    <a:pt x="12" y="149"/>
                  </a:lnTo>
                  <a:lnTo>
                    <a:pt x="149" y="12"/>
                  </a:lnTo>
                  <a:lnTo>
                    <a:pt x="160" y="4"/>
                  </a:lnTo>
                  <a:lnTo>
                    <a:pt x="173" y="0"/>
                  </a:lnTo>
                  <a:lnTo>
                    <a:pt x="185" y="0"/>
                  </a:lnTo>
                  <a:close/>
                </a:path>
              </a:pathLst>
            </a:custGeom>
            <a:solidFill>
              <a:schemeClr val="bg1"/>
            </a:solidFill>
            <a:ln w="0">
              <a:noFill/>
              <a:prstDash val="solid"/>
              <a:round/>
              <a:headEnd/>
              <a:tailEnd/>
            </a:ln>
          </p:spPr>
          <p:txBody>
            <a:bodyPr wrap="square" lIns="91440" tIns="45720" rIns="91440" bIns="45720" anchor="ctr">
              <a:noAutofit/>
            </a:bodyPr>
            <a:lstStyle/>
            <a:p>
              <a:pPr algn="ctr"/>
              <a:endParaRPr>
                <a:cs typeface="+mn-ea"/>
                <a:sym typeface="+mn-lt"/>
              </a:endParaRPr>
            </a:p>
          </p:txBody>
        </p:sp>
        <p:sp>
          <p:nvSpPr>
            <p:cNvPr id="24" name="任意多边形: 形状 23">
              <a:extLst>
                <a:ext uri="{FF2B5EF4-FFF2-40B4-BE49-F238E27FC236}">
                  <a16:creationId xmlns:a16="http://schemas.microsoft.com/office/drawing/2014/main" id="{9561C530-23CE-B9BA-F848-3B1FB272C3EF}"/>
                </a:ext>
              </a:extLst>
            </p:cNvPr>
            <p:cNvSpPr/>
            <p:nvPr/>
          </p:nvSpPr>
          <p:spPr bwMode="auto">
            <a:xfrm>
              <a:off x="2995215" y="2810732"/>
              <a:ext cx="108194" cy="108075"/>
            </a:xfrm>
            <a:custGeom>
              <a:avLst/>
              <a:gdLst>
                <a:gd name="T0" fmla="*/ 452 w 904"/>
                <a:gd name="T1" fmla="*/ 0 h 903"/>
                <a:gd name="T2" fmla="*/ 505 w 904"/>
                <a:gd name="T3" fmla="*/ 4 h 903"/>
                <a:gd name="T4" fmla="*/ 555 w 904"/>
                <a:gd name="T5" fmla="*/ 12 h 903"/>
                <a:gd name="T6" fmla="*/ 604 w 904"/>
                <a:gd name="T7" fmla="*/ 27 h 903"/>
                <a:gd name="T8" fmla="*/ 651 w 904"/>
                <a:gd name="T9" fmla="*/ 46 h 903"/>
                <a:gd name="T10" fmla="*/ 694 w 904"/>
                <a:gd name="T11" fmla="*/ 71 h 903"/>
                <a:gd name="T12" fmla="*/ 735 w 904"/>
                <a:gd name="T13" fmla="*/ 100 h 903"/>
                <a:gd name="T14" fmla="*/ 771 w 904"/>
                <a:gd name="T15" fmla="*/ 133 h 903"/>
                <a:gd name="T16" fmla="*/ 804 w 904"/>
                <a:gd name="T17" fmla="*/ 169 h 903"/>
                <a:gd name="T18" fmla="*/ 833 w 904"/>
                <a:gd name="T19" fmla="*/ 210 h 903"/>
                <a:gd name="T20" fmla="*/ 858 w 904"/>
                <a:gd name="T21" fmla="*/ 253 h 903"/>
                <a:gd name="T22" fmla="*/ 878 w 904"/>
                <a:gd name="T23" fmla="*/ 300 h 903"/>
                <a:gd name="T24" fmla="*/ 892 w 904"/>
                <a:gd name="T25" fmla="*/ 348 h 903"/>
                <a:gd name="T26" fmla="*/ 900 w 904"/>
                <a:gd name="T27" fmla="*/ 400 h 903"/>
                <a:gd name="T28" fmla="*/ 904 w 904"/>
                <a:gd name="T29" fmla="*/ 452 h 903"/>
                <a:gd name="T30" fmla="*/ 900 w 904"/>
                <a:gd name="T31" fmla="*/ 505 h 903"/>
                <a:gd name="T32" fmla="*/ 892 w 904"/>
                <a:gd name="T33" fmla="*/ 556 h 903"/>
                <a:gd name="T34" fmla="*/ 878 w 904"/>
                <a:gd name="T35" fmla="*/ 605 h 903"/>
                <a:gd name="T36" fmla="*/ 858 w 904"/>
                <a:gd name="T37" fmla="*/ 650 h 903"/>
                <a:gd name="T38" fmla="*/ 833 w 904"/>
                <a:gd name="T39" fmla="*/ 694 h 903"/>
                <a:gd name="T40" fmla="*/ 804 w 904"/>
                <a:gd name="T41" fmla="*/ 734 h 903"/>
                <a:gd name="T42" fmla="*/ 771 w 904"/>
                <a:gd name="T43" fmla="*/ 771 h 903"/>
                <a:gd name="T44" fmla="*/ 735 w 904"/>
                <a:gd name="T45" fmla="*/ 804 h 903"/>
                <a:gd name="T46" fmla="*/ 694 w 904"/>
                <a:gd name="T47" fmla="*/ 834 h 903"/>
                <a:gd name="T48" fmla="*/ 651 w 904"/>
                <a:gd name="T49" fmla="*/ 858 h 903"/>
                <a:gd name="T50" fmla="*/ 604 w 904"/>
                <a:gd name="T51" fmla="*/ 877 h 903"/>
                <a:gd name="T52" fmla="*/ 555 w 904"/>
                <a:gd name="T53" fmla="*/ 893 h 903"/>
                <a:gd name="T54" fmla="*/ 505 w 904"/>
                <a:gd name="T55" fmla="*/ 901 h 903"/>
                <a:gd name="T56" fmla="*/ 452 w 904"/>
                <a:gd name="T57" fmla="*/ 903 h 903"/>
                <a:gd name="T58" fmla="*/ 399 w 904"/>
                <a:gd name="T59" fmla="*/ 901 h 903"/>
                <a:gd name="T60" fmla="*/ 349 w 904"/>
                <a:gd name="T61" fmla="*/ 893 h 903"/>
                <a:gd name="T62" fmla="*/ 300 w 904"/>
                <a:gd name="T63" fmla="*/ 877 h 903"/>
                <a:gd name="T64" fmla="*/ 253 w 904"/>
                <a:gd name="T65" fmla="*/ 858 h 903"/>
                <a:gd name="T66" fmla="*/ 210 w 904"/>
                <a:gd name="T67" fmla="*/ 834 h 903"/>
                <a:gd name="T68" fmla="*/ 170 w 904"/>
                <a:gd name="T69" fmla="*/ 804 h 903"/>
                <a:gd name="T70" fmla="*/ 133 w 904"/>
                <a:gd name="T71" fmla="*/ 771 h 903"/>
                <a:gd name="T72" fmla="*/ 99 w 904"/>
                <a:gd name="T73" fmla="*/ 734 h 903"/>
                <a:gd name="T74" fmla="*/ 70 w 904"/>
                <a:gd name="T75" fmla="*/ 694 h 903"/>
                <a:gd name="T76" fmla="*/ 47 w 904"/>
                <a:gd name="T77" fmla="*/ 650 h 903"/>
                <a:gd name="T78" fmla="*/ 27 w 904"/>
                <a:gd name="T79" fmla="*/ 605 h 903"/>
                <a:gd name="T80" fmla="*/ 12 w 904"/>
                <a:gd name="T81" fmla="*/ 556 h 903"/>
                <a:gd name="T82" fmla="*/ 3 w 904"/>
                <a:gd name="T83" fmla="*/ 505 h 903"/>
                <a:gd name="T84" fmla="*/ 0 w 904"/>
                <a:gd name="T85" fmla="*/ 452 h 903"/>
                <a:gd name="T86" fmla="*/ 3 w 904"/>
                <a:gd name="T87" fmla="*/ 400 h 903"/>
                <a:gd name="T88" fmla="*/ 12 w 904"/>
                <a:gd name="T89" fmla="*/ 348 h 903"/>
                <a:gd name="T90" fmla="*/ 27 w 904"/>
                <a:gd name="T91" fmla="*/ 300 h 903"/>
                <a:gd name="T92" fmla="*/ 47 w 904"/>
                <a:gd name="T93" fmla="*/ 253 h 903"/>
                <a:gd name="T94" fmla="*/ 70 w 904"/>
                <a:gd name="T95" fmla="*/ 210 h 903"/>
                <a:gd name="T96" fmla="*/ 99 w 904"/>
                <a:gd name="T97" fmla="*/ 169 h 903"/>
                <a:gd name="T98" fmla="*/ 133 w 904"/>
                <a:gd name="T99" fmla="*/ 133 h 903"/>
                <a:gd name="T100" fmla="*/ 170 w 904"/>
                <a:gd name="T101" fmla="*/ 100 h 903"/>
                <a:gd name="T102" fmla="*/ 210 w 904"/>
                <a:gd name="T103" fmla="*/ 71 h 903"/>
                <a:gd name="T104" fmla="*/ 253 w 904"/>
                <a:gd name="T105" fmla="*/ 46 h 903"/>
                <a:gd name="T106" fmla="*/ 300 w 904"/>
                <a:gd name="T107" fmla="*/ 27 h 903"/>
                <a:gd name="T108" fmla="*/ 349 w 904"/>
                <a:gd name="T109" fmla="*/ 12 h 903"/>
                <a:gd name="T110" fmla="*/ 399 w 904"/>
                <a:gd name="T111" fmla="*/ 4 h 903"/>
                <a:gd name="T112" fmla="*/ 452 w 904"/>
                <a:gd name="T113" fmla="*/ 0 h 9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904" h="903">
                  <a:moveTo>
                    <a:pt x="452" y="0"/>
                  </a:moveTo>
                  <a:lnTo>
                    <a:pt x="505" y="4"/>
                  </a:lnTo>
                  <a:lnTo>
                    <a:pt x="555" y="12"/>
                  </a:lnTo>
                  <a:lnTo>
                    <a:pt x="604" y="27"/>
                  </a:lnTo>
                  <a:lnTo>
                    <a:pt x="651" y="46"/>
                  </a:lnTo>
                  <a:lnTo>
                    <a:pt x="694" y="71"/>
                  </a:lnTo>
                  <a:lnTo>
                    <a:pt x="735" y="100"/>
                  </a:lnTo>
                  <a:lnTo>
                    <a:pt x="771" y="133"/>
                  </a:lnTo>
                  <a:lnTo>
                    <a:pt x="804" y="169"/>
                  </a:lnTo>
                  <a:lnTo>
                    <a:pt x="833" y="210"/>
                  </a:lnTo>
                  <a:lnTo>
                    <a:pt x="858" y="253"/>
                  </a:lnTo>
                  <a:lnTo>
                    <a:pt x="878" y="300"/>
                  </a:lnTo>
                  <a:lnTo>
                    <a:pt x="892" y="348"/>
                  </a:lnTo>
                  <a:lnTo>
                    <a:pt x="900" y="400"/>
                  </a:lnTo>
                  <a:lnTo>
                    <a:pt x="904" y="452"/>
                  </a:lnTo>
                  <a:lnTo>
                    <a:pt x="900" y="505"/>
                  </a:lnTo>
                  <a:lnTo>
                    <a:pt x="892" y="556"/>
                  </a:lnTo>
                  <a:lnTo>
                    <a:pt x="878" y="605"/>
                  </a:lnTo>
                  <a:lnTo>
                    <a:pt x="858" y="650"/>
                  </a:lnTo>
                  <a:lnTo>
                    <a:pt x="833" y="694"/>
                  </a:lnTo>
                  <a:lnTo>
                    <a:pt x="804" y="734"/>
                  </a:lnTo>
                  <a:lnTo>
                    <a:pt x="771" y="771"/>
                  </a:lnTo>
                  <a:lnTo>
                    <a:pt x="735" y="804"/>
                  </a:lnTo>
                  <a:lnTo>
                    <a:pt x="694" y="834"/>
                  </a:lnTo>
                  <a:lnTo>
                    <a:pt x="651" y="858"/>
                  </a:lnTo>
                  <a:lnTo>
                    <a:pt x="604" y="877"/>
                  </a:lnTo>
                  <a:lnTo>
                    <a:pt x="555" y="893"/>
                  </a:lnTo>
                  <a:lnTo>
                    <a:pt x="505" y="901"/>
                  </a:lnTo>
                  <a:lnTo>
                    <a:pt x="452" y="903"/>
                  </a:lnTo>
                  <a:lnTo>
                    <a:pt x="399" y="901"/>
                  </a:lnTo>
                  <a:lnTo>
                    <a:pt x="349" y="893"/>
                  </a:lnTo>
                  <a:lnTo>
                    <a:pt x="300" y="877"/>
                  </a:lnTo>
                  <a:lnTo>
                    <a:pt x="253" y="858"/>
                  </a:lnTo>
                  <a:lnTo>
                    <a:pt x="210" y="834"/>
                  </a:lnTo>
                  <a:lnTo>
                    <a:pt x="170" y="804"/>
                  </a:lnTo>
                  <a:lnTo>
                    <a:pt x="133" y="771"/>
                  </a:lnTo>
                  <a:lnTo>
                    <a:pt x="99" y="734"/>
                  </a:lnTo>
                  <a:lnTo>
                    <a:pt x="70" y="694"/>
                  </a:lnTo>
                  <a:lnTo>
                    <a:pt x="47" y="650"/>
                  </a:lnTo>
                  <a:lnTo>
                    <a:pt x="27" y="605"/>
                  </a:lnTo>
                  <a:lnTo>
                    <a:pt x="12" y="556"/>
                  </a:lnTo>
                  <a:lnTo>
                    <a:pt x="3" y="505"/>
                  </a:lnTo>
                  <a:lnTo>
                    <a:pt x="0" y="452"/>
                  </a:lnTo>
                  <a:lnTo>
                    <a:pt x="3" y="400"/>
                  </a:lnTo>
                  <a:lnTo>
                    <a:pt x="12" y="348"/>
                  </a:lnTo>
                  <a:lnTo>
                    <a:pt x="27" y="300"/>
                  </a:lnTo>
                  <a:lnTo>
                    <a:pt x="47" y="253"/>
                  </a:lnTo>
                  <a:lnTo>
                    <a:pt x="70" y="210"/>
                  </a:lnTo>
                  <a:lnTo>
                    <a:pt x="99" y="169"/>
                  </a:lnTo>
                  <a:lnTo>
                    <a:pt x="133" y="133"/>
                  </a:lnTo>
                  <a:lnTo>
                    <a:pt x="170" y="100"/>
                  </a:lnTo>
                  <a:lnTo>
                    <a:pt x="210" y="71"/>
                  </a:lnTo>
                  <a:lnTo>
                    <a:pt x="253" y="46"/>
                  </a:lnTo>
                  <a:lnTo>
                    <a:pt x="300" y="27"/>
                  </a:lnTo>
                  <a:lnTo>
                    <a:pt x="349" y="12"/>
                  </a:lnTo>
                  <a:lnTo>
                    <a:pt x="399" y="4"/>
                  </a:lnTo>
                  <a:lnTo>
                    <a:pt x="452" y="0"/>
                  </a:lnTo>
                  <a:close/>
                </a:path>
              </a:pathLst>
            </a:custGeom>
            <a:solidFill>
              <a:schemeClr val="bg1"/>
            </a:solidFill>
            <a:ln w="0">
              <a:noFill/>
              <a:prstDash val="solid"/>
              <a:round/>
              <a:headEnd/>
              <a:tailEnd/>
            </a:ln>
          </p:spPr>
          <p:txBody>
            <a:bodyPr wrap="square" lIns="91440" tIns="45720" rIns="91440" bIns="45720" anchor="ctr">
              <a:noAutofit/>
            </a:bodyPr>
            <a:lstStyle/>
            <a:p>
              <a:pPr algn="ctr"/>
              <a:endParaRPr>
                <a:cs typeface="+mn-ea"/>
                <a:sym typeface="+mn-lt"/>
              </a:endParaRPr>
            </a:p>
          </p:txBody>
        </p:sp>
        <p:sp>
          <p:nvSpPr>
            <p:cNvPr id="26" name="任意多边形: 形状 25">
              <a:extLst>
                <a:ext uri="{FF2B5EF4-FFF2-40B4-BE49-F238E27FC236}">
                  <a16:creationId xmlns:a16="http://schemas.microsoft.com/office/drawing/2014/main" id="{AF212E36-F7D2-DA4E-7285-23AEC5C5A442}"/>
                </a:ext>
              </a:extLst>
            </p:cNvPr>
            <p:cNvSpPr/>
            <p:nvPr/>
          </p:nvSpPr>
          <p:spPr bwMode="auto">
            <a:xfrm>
              <a:off x="2694687" y="2791582"/>
              <a:ext cx="106998" cy="331165"/>
            </a:xfrm>
            <a:custGeom>
              <a:avLst/>
              <a:gdLst>
                <a:gd name="T0" fmla="*/ 377 w 894"/>
                <a:gd name="T1" fmla="*/ 3 h 2767"/>
                <a:gd name="T2" fmla="*/ 384 w 894"/>
                <a:gd name="T3" fmla="*/ 22 h 2767"/>
                <a:gd name="T4" fmla="*/ 301 w 894"/>
                <a:gd name="T5" fmla="*/ 274 h 2767"/>
                <a:gd name="T6" fmla="*/ 210 w 894"/>
                <a:gd name="T7" fmla="*/ 518 h 2767"/>
                <a:gd name="T8" fmla="*/ 148 w 894"/>
                <a:gd name="T9" fmla="*/ 762 h 2767"/>
                <a:gd name="T10" fmla="*/ 118 w 894"/>
                <a:gd name="T11" fmla="*/ 1003 h 2767"/>
                <a:gd name="T12" fmla="*/ 118 w 894"/>
                <a:gd name="T13" fmla="*/ 1240 h 2767"/>
                <a:gd name="T14" fmla="*/ 145 w 894"/>
                <a:gd name="T15" fmla="*/ 1465 h 2767"/>
                <a:gd name="T16" fmla="*/ 202 w 894"/>
                <a:gd name="T17" fmla="*/ 1685 h 2767"/>
                <a:gd name="T18" fmla="*/ 285 w 894"/>
                <a:gd name="T19" fmla="*/ 1901 h 2767"/>
                <a:gd name="T20" fmla="*/ 371 w 894"/>
                <a:gd name="T21" fmla="*/ 2068 h 2767"/>
                <a:gd name="T22" fmla="*/ 441 w 894"/>
                <a:gd name="T23" fmla="*/ 2182 h 2767"/>
                <a:gd name="T24" fmla="*/ 514 w 894"/>
                <a:gd name="T25" fmla="*/ 2285 h 2767"/>
                <a:gd name="T26" fmla="*/ 585 w 894"/>
                <a:gd name="T27" fmla="*/ 2377 h 2767"/>
                <a:gd name="T28" fmla="*/ 653 w 894"/>
                <a:gd name="T29" fmla="*/ 2456 h 2767"/>
                <a:gd name="T30" fmla="*/ 717 w 894"/>
                <a:gd name="T31" fmla="*/ 2524 h 2767"/>
                <a:gd name="T32" fmla="*/ 772 w 894"/>
                <a:gd name="T33" fmla="*/ 2578 h 2767"/>
                <a:gd name="T34" fmla="*/ 818 w 894"/>
                <a:gd name="T35" fmla="*/ 2620 h 2767"/>
                <a:gd name="T36" fmla="*/ 851 w 894"/>
                <a:gd name="T37" fmla="*/ 2648 h 2767"/>
                <a:gd name="T38" fmla="*/ 869 w 894"/>
                <a:gd name="T39" fmla="*/ 2662 h 2767"/>
                <a:gd name="T40" fmla="*/ 882 w 894"/>
                <a:gd name="T41" fmla="*/ 2675 h 2767"/>
                <a:gd name="T42" fmla="*/ 893 w 894"/>
                <a:gd name="T43" fmla="*/ 2703 h 2767"/>
                <a:gd name="T44" fmla="*/ 890 w 894"/>
                <a:gd name="T45" fmla="*/ 2731 h 2767"/>
                <a:gd name="T46" fmla="*/ 869 w 894"/>
                <a:gd name="T47" fmla="*/ 2757 h 2767"/>
                <a:gd name="T48" fmla="*/ 838 w 894"/>
                <a:gd name="T49" fmla="*/ 2767 h 2767"/>
                <a:gd name="T50" fmla="*/ 803 w 894"/>
                <a:gd name="T51" fmla="*/ 2756 h 2767"/>
                <a:gd name="T52" fmla="*/ 791 w 894"/>
                <a:gd name="T53" fmla="*/ 2746 h 2767"/>
                <a:gd name="T54" fmla="*/ 761 w 894"/>
                <a:gd name="T55" fmla="*/ 2722 h 2767"/>
                <a:gd name="T56" fmla="*/ 719 w 894"/>
                <a:gd name="T57" fmla="*/ 2685 h 2767"/>
                <a:gd name="T58" fmla="*/ 665 w 894"/>
                <a:gd name="T59" fmla="*/ 2634 h 2767"/>
                <a:gd name="T60" fmla="*/ 603 w 894"/>
                <a:gd name="T61" fmla="*/ 2571 h 2767"/>
                <a:gd name="T62" fmla="*/ 534 w 894"/>
                <a:gd name="T63" fmla="*/ 2494 h 2767"/>
                <a:gd name="T64" fmla="*/ 460 w 894"/>
                <a:gd name="T65" fmla="*/ 2405 h 2767"/>
                <a:gd name="T66" fmla="*/ 385 w 894"/>
                <a:gd name="T67" fmla="*/ 2303 h 2767"/>
                <a:gd name="T68" fmla="*/ 311 w 894"/>
                <a:gd name="T69" fmla="*/ 2190 h 2767"/>
                <a:gd name="T70" fmla="*/ 238 w 894"/>
                <a:gd name="T71" fmla="*/ 2064 h 2767"/>
                <a:gd name="T72" fmla="*/ 146 w 894"/>
                <a:gd name="T73" fmla="*/ 1867 h 2767"/>
                <a:gd name="T74" fmla="*/ 76 w 894"/>
                <a:gd name="T75" fmla="*/ 1665 h 2767"/>
                <a:gd name="T76" fmla="*/ 28 w 894"/>
                <a:gd name="T77" fmla="*/ 1460 h 2767"/>
                <a:gd name="T78" fmla="*/ 3 w 894"/>
                <a:gd name="T79" fmla="*/ 1251 h 2767"/>
                <a:gd name="T80" fmla="*/ 2 w 894"/>
                <a:gd name="T81" fmla="*/ 1026 h 2767"/>
                <a:gd name="T82" fmla="*/ 26 w 894"/>
                <a:gd name="T83" fmla="*/ 798 h 2767"/>
                <a:gd name="T84" fmla="*/ 76 w 894"/>
                <a:gd name="T85" fmla="*/ 568 h 2767"/>
                <a:gd name="T86" fmla="*/ 152 w 894"/>
                <a:gd name="T87" fmla="*/ 338 h 2767"/>
                <a:gd name="T88" fmla="*/ 97 w 894"/>
                <a:gd name="T89" fmla="*/ 171 h 2767"/>
                <a:gd name="T90" fmla="*/ 361 w 894"/>
                <a:gd name="T91" fmla="*/ 0 h 27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894" h="2767">
                  <a:moveTo>
                    <a:pt x="370" y="0"/>
                  </a:moveTo>
                  <a:lnTo>
                    <a:pt x="377" y="3"/>
                  </a:lnTo>
                  <a:lnTo>
                    <a:pt x="382" y="11"/>
                  </a:lnTo>
                  <a:lnTo>
                    <a:pt x="384" y="22"/>
                  </a:lnTo>
                  <a:lnTo>
                    <a:pt x="402" y="324"/>
                  </a:lnTo>
                  <a:lnTo>
                    <a:pt x="301" y="274"/>
                  </a:lnTo>
                  <a:lnTo>
                    <a:pt x="252" y="396"/>
                  </a:lnTo>
                  <a:lnTo>
                    <a:pt x="210" y="518"/>
                  </a:lnTo>
                  <a:lnTo>
                    <a:pt x="176" y="640"/>
                  </a:lnTo>
                  <a:lnTo>
                    <a:pt x="148" y="762"/>
                  </a:lnTo>
                  <a:lnTo>
                    <a:pt x="130" y="882"/>
                  </a:lnTo>
                  <a:lnTo>
                    <a:pt x="118" y="1003"/>
                  </a:lnTo>
                  <a:lnTo>
                    <a:pt x="113" y="1122"/>
                  </a:lnTo>
                  <a:lnTo>
                    <a:pt x="118" y="1240"/>
                  </a:lnTo>
                  <a:lnTo>
                    <a:pt x="128" y="1354"/>
                  </a:lnTo>
                  <a:lnTo>
                    <a:pt x="145" y="1465"/>
                  </a:lnTo>
                  <a:lnTo>
                    <a:pt x="170" y="1576"/>
                  </a:lnTo>
                  <a:lnTo>
                    <a:pt x="202" y="1685"/>
                  </a:lnTo>
                  <a:lnTo>
                    <a:pt x="240" y="1793"/>
                  </a:lnTo>
                  <a:lnTo>
                    <a:pt x="285" y="1901"/>
                  </a:lnTo>
                  <a:lnTo>
                    <a:pt x="337" y="2006"/>
                  </a:lnTo>
                  <a:lnTo>
                    <a:pt x="371" y="2068"/>
                  </a:lnTo>
                  <a:lnTo>
                    <a:pt x="406" y="2126"/>
                  </a:lnTo>
                  <a:lnTo>
                    <a:pt x="441" y="2182"/>
                  </a:lnTo>
                  <a:lnTo>
                    <a:pt x="477" y="2235"/>
                  </a:lnTo>
                  <a:lnTo>
                    <a:pt x="514" y="2285"/>
                  </a:lnTo>
                  <a:lnTo>
                    <a:pt x="550" y="2333"/>
                  </a:lnTo>
                  <a:lnTo>
                    <a:pt x="585" y="2377"/>
                  </a:lnTo>
                  <a:lnTo>
                    <a:pt x="619" y="2418"/>
                  </a:lnTo>
                  <a:lnTo>
                    <a:pt x="653" y="2456"/>
                  </a:lnTo>
                  <a:lnTo>
                    <a:pt x="686" y="2491"/>
                  </a:lnTo>
                  <a:lnTo>
                    <a:pt x="717" y="2524"/>
                  </a:lnTo>
                  <a:lnTo>
                    <a:pt x="746" y="2552"/>
                  </a:lnTo>
                  <a:lnTo>
                    <a:pt x="772" y="2578"/>
                  </a:lnTo>
                  <a:lnTo>
                    <a:pt x="796" y="2600"/>
                  </a:lnTo>
                  <a:lnTo>
                    <a:pt x="818" y="2620"/>
                  </a:lnTo>
                  <a:lnTo>
                    <a:pt x="837" y="2635"/>
                  </a:lnTo>
                  <a:lnTo>
                    <a:pt x="851" y="2648"/>
                  </a:lnTo>
                  <a:lnTo>
                    <a:pt x="862" y="2657"/>
                  </a:lnTo>
                  <a:lnTo>
                    <a:pt x="869" y="2662"/>
                  </a:lnTo>
                  <a:lnTo>
                    <a:pt x="871" y="2664"/>
                  </a:lnTo>
                  <a:lnTo>
                    <a:pt x="882" y="2675"/>
                  </a:lnTo>
                  <a:lnTo>
                    <a:pt x="890" y="2688"/>
                  </a:lnTo>
                  <a:lnTo>
                    <a:pt x="893" y="2703"/>
                  </a:lnTo>
                  <a:lnTo>
                    <a:pt x="894" y="2717"/>
                  </a:lnTo>
                  <a:lnTo>
                    <a:pt x="890" y="2731"/>
                  </a:lnTo>
                  <a:lnTo>
                    <a:pt x="882" y="2744"/>
                  </a:lnTo>
                  <a:lnTo>
                    <a:pt x="869" y="2757"/>
                  </a:lnTo>
                  <a:lnTo>
                    <a:pt x="854" y="2765"/>
                  </a:lnTo>
                  <a:lnTo>
                    <a:pt x="838" y="2767"/>
                  </a:lnTo>
                  <a:lnTo>
                    <a:pt x="819" y="2765"/>
                  </a:lnTo>
                  <a:lnTo>
                    <a:pt x="803" y="2756"/>
                  </a:lnTo>
                  <a:lnTo>
                    <a:pt x="798" y="2753"/>
                  </a:lnTo>
                  <a:lnTo>
                    <a:pt x="791" y="2746"/>
                  </a:lnTo>
                  <a:lnTo>
                    <a:pt x="778" y="2735"/>
                  </a:lnTo>
                  <a:lnTo>
                    <a:pt x="761" y="2722"/>
                  </a:lnTo>
                  <a:lnTo>
                    <a:pt x="742" y="2705"/>
                  </a:lnTo>
                  <a:lnTo>
                    <a:pt x="719" y="2685"/>
                  </a:lnTo>
                  <a:lnTo>
                    <a:pt x="694" y="2661"/>
                  </a:lnTo>
                  <a:lnTo>
                    <a:pt x="665" y="2634"/>
                  </a:lnTo>
                  <a:lnTo>
                    <a:pt x="636" y="2604"/>
                  </a:lnTo>
                  <a:lnTo>
                    <a:pt x="603" y="2571"/>
                  </a:lnTo>
                  <a:lnTo>
                    <a:pt x="569" y="2535"/>
                  </a:lnTo>
                  <a:lnTo>
                    <a:pt x="534" y="2494"/>
                  </a:lnTo>
                  <a:lnTo>
                    <a:pt x="497" y="2452"/>
                  </a:lnTo>
                  <a:lnTo>
                    <a:pt x="460" y="2405"/>
                  </a:lnTo>
                  <a:lnTo>
                    <a:pt x="423" y="2356"/>
                  </a:lnTo>
                  <a:lnTo>
                    <a:pt x="385" y="2303"/>
                  </a:lnTo>
                  <a:lnTo>
                    <a:pt x="348" y="2248"/>
                  </a:lnTo>
                  <a:lnTo>
                    <a:pt x="311" y="2190"/>
                  </a:lnTo>
                  <a:lnTo>
                    <a:pt x="274" y="2128"/>
                  </a:lnTo>
                  <a:lnTo>
                    <a:pt x="238" y="2064"/>
                  </a:lnTo>
                  <a:lnTo>
                    <a:pt x="190" y="1966"/>
                  </a:lnTo>
                  <a:lnTo>
                    <a:pt x="146" y="1867"/>
                  </a:lnTo>
                  <a:lnTo>
                    <a:pt x="108" y="1767"/>
                  </a:lnTo>
                  <a:lnTo>
                    <a:pt x="76" y="1665"/>
                  </a:lnTo>
                  <a:lnTo>
                    <a:pt x="50" y="1563"/>
                  </a:lnTo>
                  <a:lnTo>
                    <a:pt x="28" y="1460"/>
                  </a:lnTo>
                  <a:lnTo>
                    <a:pt x="13" y="1356"/>
                  </a:lnTo>
                  <a:lnTo>
                    <a:pt x="3" y="1251"/>
                  </a:lnTo>
                  <a:lnTo>
                    <a:pt x="0" y="1139"/>
                  </a:lnTo>
                  <a:lnTo>
                    <a:pt x="2" y="1026"/>
                  </a:lnTo>
                  <a:lnTo>
                    <a:pt x="11" y="913"/>
                  </a:lnTo>
                  <a:lnTo>
                    <a:pt x="26" y="798"/>
                  </a:lnTo>
                  <a:lnTo>
                    <a:pt x="48" y="684"/>
                  </a:lnTo>
                  <a:lnTo>
                    <a:pt x="76" y="568"/>
                  </a:lnTo>
                  <a:lnTo>
                    <a:pt x="111" y="454"/>
                  </a:lnTo>
                  <a:lnTo>
                    <a:pt x="152" y="338"/>
                  </a:lnTo>
                  <a:lnTo>
                    <a:pt x="200" y="223"/>
                  </a:lnTo>
                  <a:lnTo>
                    <a:pt x="97" y="171"/>
                  </a:lnTo>
                  <a:lnTo>
                    <a:pt x="350" y="4"/>
                  </a:lnTo>
                  <a:lnTo>
                    <a:pt x="361" y="0"/>
                  </a:lnTo>
                  <a:lnTo>
                    <a:pt x="370" y="0"/>
                  </a:lnTo>
                  <a:close/>
                </a:path>
              </a:pathLst>
            </a:custGeom>
            <a:solidFill>
              <a:schemeClr val="bg1"/>
            </a:solidFill>
            <a:ln w="0">
              <a:noFill/>
              <a:prstDash val="solid"/>
              <a:round/>
              <a:headEnd/>
              <a:tailEnd/>
            </a:ln>
          </p:spPr>
          <p:txBody>
            <a:bodyPr wrap="square" lIns="91440" tIns="45720" rIns="91440" bIns="45720" anchor="ctr">
              <a:noAutofit/>
            </a:bodyPr>
            <a:lstStyle/>
            <a:p>
              <a:pPr algn="ctr"/>
              <a:endParaRPr>
                <a:cs typeface="+mn-ea"/>
                <a:sym typeface="+mn-lt"/>
              </a:endParaRPr>
            </a:p>
          </p:txBody>
        </p:sp>
        <p:sp>
          <p:nvSpPr>
            <p:cNvPr id="28" name="任意多边形: 形状 27">
              <a:extLst>
                <a:ext uri="{FF2B5EF4-FFF2-40B4-BE49-F238E27FC236}">
                  <a16:creationId xmlns:a16="http://schemas.microsoft.com/office/drawing/2014/main" id="{2A9D3713-EC10-1C99-0707-EEE1EBAB9CE0}"/>
                </a:ext>
              </a:extLst>
            </p:cNvPr>
            <p:cNvSpPr/>
            <p:nvPr/>
          </p:nvSpPr>
          <p:spPr bwMode="auto">
            <a:xfrm>
              <a:off x="5905769" y="3077297"/>
              <a:ext cx="127428" cy="127065"/>
            </a:xfrm>
            <a:custGeom>
              <a:avLst/>
              <a:gdLst>
                <a:gd name="T0" fmla="*/ 558 w 1403"/>
                <a:gd name="T1" fmla="*/ 29 h 1400"/>
                <a:gd name="T2" fmla="*/ 507 w 1403"/>
                <a:gd name="T3" fmla="*/ 166 h 1400"/>
                <a:gd name="T4" fmla="*/ 451 w 1403"/>
                <a:gd name="T5" fmla="*/ 387 h 1400"/>
                <a:gd name="T6" fmla="*/ 416 w 1403"/>
                <a:gd name="T7" fmla="*/ 632 h 1400"/>
                <a:gd name="T8" fmla="*/ 404 w 1403"/>
                <a:gd name="T9" fmla="*/ 879 h 1400"/>
                <a:gd name="T10" fmla="*/ 402 w 1403"/>
                <a:gd name="T11" fmla="*/ 941 h 1400"/>
                <a:gd name="T12" fmla="*/ 405 w 1403"/>
                <a:gd name="T13" fmla="*/ 979 h 1400"/>
                <a:gd name="T14" fmla="*/ 421 w 1403"/>
                <a:gd name="T15" fmla="*/ 997 h 1400"/>
                <a:gd name="T16" fmla="*/ 564 w 1403"/>
                <a:gd name="T17" fmla="*/ 1000 h 1400"/>
                <a:gd name="T18" fmla="*/ 826 w 1403"/>
                <a:gd name="T19" fmla="*/ 979 h 1400"/>
                <a:gd name="T20" fmla="*/ 1061 w 1403"/>
                <a:gd name="T21" fmla="*/ 941 h 1400"/>
                <a:gd name="T22" fmla="*/ 1245 w 1403"/>
                <a:gd name="T23" fmla="*/ 890 h 1400"/>
                <a:gd name="T24" fmla="*/ 1403 w 1403"/>
                <a:gd name="T25" fmla="*/ 832 h 1400"/>
                <a:gd name="T26" fmla="*/ 1343 w 1403"/>
                <a:gd name="T27" fmla="*/ 938 h 1400"/>
                <a:gd name="T28" fmla="*/ 1267 w 1403"/>
                <a:gd name="T29" fmla="*/ 1033 h 1400"/>
                <a:gd name="T30" fmla="*/ 1147 w 1403"/>
                <a:gd name="T31" fmla="*/ 1139 h 1400"/>
                <a:gd name="T32" fmla="*/ 1013 w 1403"/>
                <a:gd name="T33" fmla="*/ 1226 h 1400"/>
                <a:gd name="T34" fmla="*/ 866 w 1403"/>
                <a:gd name="T35" fmla="*/ 1295 h 1400"/>
                <a:gd name="T36" fmla="*/ 712 w 1403"/>
                <a:gd name="T37" fmla="*/ 1345 h 1400"/>
                <a:gd name="T38" fmla="*/ 553 w 1403"/>
                <a:gd name="T39" fmla="*/ 1378 h 1400"/>
                <a:gd name="T40" fmla="*/ 395 w 1403"/>
                <a:gd name="T41" fmla="*/ 1397 h 1400"/>
                <a:gd name="T42" fmla="*/ 187 w 1403"/>
                <a:gd name="T43" fmla="*/ 1397 h 1400"/>
                <a:gd name="T44" fmla="*/ 114 w 1403"/>
                <a:gd name="T45" fmla="*/ 1378 h 1400"/>
                <a:gd name="T46" fmla="*/ 55 w 1403"/>
                <a:gd name="T47" fmla="*/ 1335 h 1400"/>
                <a:gd name="T48" fmla="*/ 14 w 1403"/>
                <a:gd name="T49" fmla="*/ 1270 h 1400"/>
                <a:gd name="T50" fmla="*/ 1 w 1403"/>
                <a:gd name="T51" fmla="*/ 1204 h 1400"/>
                <a:gd name="T52" fmla="*/ 0 w 1403"/>
                <a:gd name="T53" fmla="*/ 1134 h 1400"/>
                <a:gd name="T54" fmla="*/ 4 w 1403"/>
                <a:gd name="T55" fmla="*/ 1002 h 1400"/>
                <a:gd name="T56" fmla="*/ 29 w 1403"/>
                <a:gd name="T57" fmla="*/ 811 h 1400"/>
                <a:gd name="T58" fmla="*/ 78 w 1403"/>
                <a:gd name="T59" fmla="*/ 619 h 1400"/>
                <a:gd name="T60" fmla="*/ 153 w 1403"/>
                <a:gd name="T61" fmla="*/ 435 h 1400"/>
                <a:gd name="T62" fmla="*/ 233 w 1403"/>
                <a:gd name="T63" fmla="*/ 294 h 1400"/>
                <a:gd name="T64" fmla="*/ 313 w 1403"/>
                <a:gd name="T65" fmla="*/ 191 h 1400"/>
                <a:gd name="T66" fmla="*/ 405 w 1403"/>
                <a:gd name="T67" fmla="*/ 102 h 1400"/>
                <a:gd name="T68" fmla="*/ 512 w 1403"/>
                <a:gd name="T69" fmla="*/ 29 h 14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403" h="1400">
                  <a:moveTo>
                    <a:pt x="569" y="0"/>
                  </a:moveTo>
                  <a:lnTo>
                    <a:pt x="558" y="29"/>
                  </a:lnTo>
                  <a:lnTo>
                    <a:pt x="546" y="58"/>
                  </a:lnTo>
                  <a:lnTo>
                    <a:pt x="507" y="166"/>
                  </a:lnTo>
                  <a:lnTo>
                    <a:pt x="477" y="276"/>
                  </a:lnTo>
                  <a:lnTo>
                    <a:pt x="451" y="387"/>
                  </a:lnTo>
                  <a:lnTo>
                    <a:pt x="432" y="501"/>
                  </a:lnTo>
                  <a:lnTo>
                    <a:pt x="416" y="632"/>
                  </a:lnTo>
                  <a:lnTo>
                    <a:pt x="408" y="763"/>
                  </a:lnTo>
                  <a:lnTo>
                    <a:pt x="404" y="879"/>
                  </a:lnTo>
                  <a:lnTo>
                    <a:pt x="402" y="907"/>
                  </a:lnTo>
                  <a:lnTo>
                    <a:pt x="402" y="941"/>
                  </a:lnTo>
                  <a:lnTo>
                    <a:pt x="402" y="969"/>
                  </a:lnTo>
                  <a:lnTo>
                    <a:pt x="405" y="979"/>
                  </a:lnTo>
                  <a:lnTo>
                    <a:pt x="411" y="989"/>
                  </a:lnTo>
                  <a:lnTo>
                    <a:pt x="421" y="997"/>
                  </a:lnTo>
                  <a:lnTo>
                    <a:pt x="432" y="1000"/>
                  </a:lnTo>
                  <a:lnTo>
                    <a:pt x="564" y="1000"/>
                  </a:lnTo>
                  <a:lnTo>
                    <a:pt x="695" y="992"/>
                  </a:lnTo>
                  <a:lnTo>
                    <a:pt x="826" y="979"/>
                  </a:lnTo>
                  <a:lnTo>
                    <a:pt x="956" y="961"/>
                  </a:lnTo>
                  <a:lnTo>
                    <a:pt x="1061" y="941"/>
                  </a:lnTo>
                  <a:lnTo>
                    <a:pt x="1166" y="915"/>
                  </a:lnTo>
                  <a:lnTo>
                    <a:pt x="1245" y="890"/>
                  </a:lnTo>
                  <a:lnTo>
                    <a:pt x="1325" y="861"/>
                  </a:lnTo>
                  <a:lnTo>
                    <a:pt x="1403" y="832"/>
                  </a:lnTo>
                  <a:lnTo>
                    <a:pt x="1375" y="887"/>
                  </a:lnTo>
                  <a:lnTo>
                    <a:pt x="1343" y="938"/>
                  </a:lnTo>
                  <a:lnTo>
                    <a:pt x="1307" y="985"/>
                  </a:lnTo>
                  <a:lnTo>
                    <a:pt x="1267" y="1033"/>
                  </a:lnTo>
                  <a:lnTo>
                    <a:pt x="1209" y="1087"/>
                  </a:lnTo>
                  <a:lnTo>
                    <a:pt x="1147" y="1139"/>
                  </a:lnTo>
                  <a:lnTo>
                    <a:pt x="1082" y="1185"/>
                  </a:lnTo>
                  <a:lnTo>
                    <a:pt x="1013" y="1226"/>
                  </a:lnTo>
                  <a:lnTo>
                    <a:pt x="941" y="1263"/>
                  </a:lnTo>
                  <a:lnTo>
                    <a:pt x="866" y="1295"/>
                  </a:lnTo>
                  <a:lnTo>
                    <a:pt x="790" y="1322"/>
                  </a:lnTo>
                  <a:lnTo>
                    <a:pt x="712" y="1345"/>
                  </a:lnTo>
                  <a:lnTo>
                    <a:pt x="633" y="1364"/>
                  </a:lnTo>
                  <a:lnTo>
                    <a:pt x="553" y="1378"/>
                  </a:lnTo>
                  <a:lnTo>
                    <a:pt x="474" y="1390"/>
                  </a:lnTo>
                  <a:lnTo>
                    <a:pt x="395" y="1397"/>
                  </a:lnTo>
                  <a:lnTo>
                    <a:pt x="291" y="1400"/>
                  </a:lnTo>
                  <a:lnTo>
                    <a:pt x="187" y="1397"/>
                  </a:lnTo>
                  <a:lnTo>
                    <a:pt x="148" y="1391"/>
                  </a:lnTo>
                  <a:lnTo>
                    <a:pt x="114" y="1378"/>
                  </a:lnTo>
                  <a:lnTo>
                    <a:pt x="82" y="1360"/>
                  </a:lnTo>
                  <a:lnTo>
                    <a:pt x="55" y="1335"/>
                  </a:lnTo>
                  <a:lnTo>
                    <a:pt x="32" y="1305"/>
                  </a:lnTo>
                  <a:lnTo>
                    <a:pt x="14" y="1270"/>
                  </a:lnTo>
                  <a:lnTo>
                    <a:pt x="6" y="1237"/>
                  </a:lnTo>
                  <a:lnTo>
                    <a:pt x="1" y="1204"/>
                  </a:lnTo>
                  <a:lnTo>
                    <a:pt x="0" y="1168"/>
                  </a:lnTo>
                  <a:lnTo>
                    <a:pt x="0" y="1134"/>
                  </a:lnTo>
                  <a:lnTo>
                    <a:pt x="0" y="1100"/>
                  </a:lnTo>
                  <a:lnTo>
                    <a:pt x="4" y="1002"/>
                  </a:lnTo>
                  <a:lnTo>
                    <a:pt x="14" y="906"/>
                  </a:lnTo>
                  <a:lnTo>
                    <a:pt x="29" y="811"/>
                  </a:lnTo>
                  <a:lnTo>
                    <a:pt x="50" y="714"/>
                  </a:lnTo>
                  <a:lnTo>
                    <a:pt x="78" y="619"/>
                  </a:lnTo>
                  <a:lnTo>
                    <a:pt x="111" y="526"/>
                  </a:lnTo>
                  <a:lnTo>
                    <a:pt x="153" y="435"/>
                  </a:lnTo>
                  <a:lnTo>
                    <a:pt x="199" y="348"/>
                  </a:lnTo>
                  <a:lnTo>
                    <a:pt x="233" y="294"/>
                  </a:lnTo>
                  <a:lnTo>
                    <a:pt x="272" y="242"/>
                  </a:lnTo>
                  <a:lnTo>
                    <a:pt x="313" y="191"/>
                  </a:lnTo>
                  <a:lnTo>
                    <a:pt x="357" y="145"/>
                  </a:lnTo>
                  <a:lnTo>
                    <a:pt x="405" y="102"/>
                  </a:lnTo>
                  <a:lnTo>
                    <a:pt x="457" y="62"/>
                  </a:lnTo>
                  <a:lnTo>
                    <a:pt x="512" y="29"/>
                  </a:lnTo>
                  <a:lnTo>
                    <a:pt x="569" y="0"/>
                  </a:lnTo>
                  <a:close/>
                </a:path>
              </a:pathLst>
            </a:custGeom>
            <a:solidFill>
              <a:schemeClr val="bg1"/>
            </a:solidFill>
            <a:ln w="0">
              <a:noFill/>
              <a:prstDash val="solid"/>
              <a:round/>
              <a:headEnd/>
              <a:tailEnd/>
            </a:ln>
          </p:spPr>
          <p:txBody>
            <a:bodyPr wrap="square" lIns="91440" tIns="45720" rIns="91440" bIns="45720" anchor="ctr">
              <a:noAutofit/>
            </a:bodyPr>
            <a:lstStyle/>
            <a:p>
              <a:pPr algn="ctr"/>
              <a:endParaRPr>
                <a:cs typeface="+mn-ea"/>
                <a:sym typeface="+mn-lt"/>
              </a:endParaRPr>
            </a:p>
          </p:txBody>
        </p:sp>
        <p:sp>
          <p:nvSpPr>
            <p:cNvPr id="29" name="任意多边形: 形状 28">
              <a:extLst>
                <a:ext uri="{FF2B5EF4-FFF2-40B4-BE49-F238E27FC236}">
                  <a16:creationId xmlns:a16="http://schemas.microsoft.com/office/drawing/2014/main" id="{AF7B1A44-B164-EFF5-649C-16F00F4A484E}"/>
                </a:ext>
              </a:extLst>
            </p:cNvPr>
            <p:cNvSpPr/>
            <p:nvPr/>
          </p:nvSpPr>
          <p:spPr bwMode="auto">
            <a:xfrm>
              <a:off x="9227906" y="3099157"/>
              <a:ext cx="21591" cy="10196"/>
            </a:xfrm>
            <a:custGeom>
              <a:avLst/>
              <a:gdLst>
                <a:gd name="T0" fmla="*/ 170 w 178"/>
                <a:gd name="T1" fmla="*/ 0 h 87"/>
                <a:gd name="T2" fmla="*/ 176 w 178"/>
                <a:gd name="T3" fmla="*/ 6 h 87"/>
                <a:gd name="T4" fmla="*/ 178 w 178"/>
                <a:gd name="T5" fmla="*/ 16 h 87"/>
                <a:gd name="T6" fmla="*/ 176 w 178"/>
                <a:gd name="T7" fmla="*/ 28 h 87"/>
                <a:gd name="T8" fmla="*/ 171 w 178"/>
                <a:gd name="T9" fmla="*/ 40 h 87"/>
                <a:gd name="T10" fmla="*/ 165 w 178"/>
                <a:gd name="T11" fmla="*/ 53 h 87"/>
                <a:gd name="T12" fmla="*/ 156 w 178"/>
                <a:gd name="T13" fmla="*/ 66 h 87"/>
                <a:gd name="T14" fmla="*/ 147 w 178"/>
                <a:gd name="T15" fmla="*/ 76 h 87"/>
                <a:gd name="T16" fmla="*/ 136 w 178"/>
                <a:gd name="T17" fmla="*/ 84 h 87"/>
                <a:gd name="T18" fmla="*/ 126 w 178"/>
                <a:gd name="T19" fmla="*/ 87 h 87"/>
                <a:gd name="T20" fmla="*/ 0 w 178"/>
                <a:gd name="T21" fmla="*/ 19 h 87"/>
                <a:gd name="T22" fmla="*/ 170 w 178"/>
                <a:gd name="T23" fmla="*/ 0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8" h="87">
                  <a:moveTo>
                    <a:pt x="170" y="0"/>
                  </a:moveTo>
                  <a:lnTo>
                    <a:pt x="176" y="6"/>
                  </a:lnTo>
                  <a:lnTo>
                    <a:pt x="178" y="16"/>
                  </a:lnTo>
                  <a:lnTo>
                    <a:pt x="176" y="28"/>
                  </a:lnTo>
                  <a:lnTo>
                    <a:pt x="171" y="40"/>
                  </a:lnTo>
                  <a:lnTo>
                    <a:pt x="165" y="53"/>
                  </a:lnTo>
                  <a:lnTo>
                    <a:pt x="156" y="66"/>
                  </a:lnTo>
                  <a:lnTo>
                    <a:pt x="147" y="76"/>
                  </a:lnTo>
                  <a:lnTo>
                    <a:pt x="136" y="84"/>
                  </a:lnTo>
                  <a:lnTo>
                    <a:pt x="126" y="87"/>
                  </a:lnTo>
                  <a:lnTo>
                    <a:pt x="0" y="19"/>
                  </a:lnTo>
                  <a:lnTo>
                    <a:pt x="170" y="0"/>
                  </a:lnTo>
                  <a:close/>
                </a:path>
              </a:pathLst>
            </a:custGeom>
            <a:solidFill>
              <a:schemeClr val="bg1"/>
            </a:solidFill>
            <a:ln w="0">
              <a:noFill/>
              <a:prstDash val="solid"/>
              <a:round/>
              <a:headEnd/>
              <a:tailEnd/>
            </a:ln>
          </p:spPr>
          <p:txBody>
            <a:bodyPr wrap="square" lIns="91440" tIns="45720" rIns="91440" bIns="45720" anchor="ctr">
              <a:noAutofit/>
            </a:bodyPr>
            <a:lstStyle/>
            <a:p>
              <a:pPr algn="ctr"/>
              <a:endParaRPr>
                <a:cs typeface="+mn-ea"/>
                <a:sym typeface="+mn-lt"/>
              </a:endParaRPr>
            </a:p>
          </p:txBody>
        </p:sp>
        <p:sp>
          <p:nvSpPr>
            <p:cNvPr id="30" name="任意多边形: 形状 29">
              <a:extLst>
                <a:ext uri="{FF2B5EF4-FFF2-40B4-BE49-F238E27FC236}">
                  <a16:creationId xmlns:a16="http://schemas.microsoft.com/office/drawing/2014/main" id="{5EAEAB6B-E715-D6E0-F30C-F3860E890890}"/>
                </a:ext>
              </a:extLst>
            </p:cNvPr>
            <p:cNvSpPr/>
            <p:nvPr/>
          </p:nvSpPr>
          <p:spPr bwMode="auto">
            <a:xfrm>
              <a:off x="9230905" y="3082363"/>
              <a:ext cx="25790" cy="17992"/>
            </a:xfrm>
            <a:custGeom>
              <a:avLst/>
              <a:gdLst>
                <a:gd name="T0" fmla="*/ 163 w 214"/>
                <a:gd name="T1" fmla="*/ 0 h 147"/>
                <a:gd name="T2" fmla="*/ 174 w 214"/>
                <a:gd name="T3" fmla="*/ 0 h 147"/>
                <a:gd name="T4" fmla="*/ 184 w 214"/>
                <a:gd name="T5" fmla="*/ 6 h 147"/>
                <a:gd name="T6" fmla="*/ 193 w 214"/>
                <a:gd name="T7" fmla="*/ 15 h 147"/>
                <a:gd name="T8" fmla="*/ 200 w 214"/>
                <a:gd name="T9" fmla="*/ 26 h 147"/>
                <a:gd name="T10" fmla="*/ 207 w 214"/>
                <a:gd name="T11" fmla="*/ 41 h 147"/>
                <a:gd name="T12" fmla="*/ 211 w 214"/>
                <a:gd name="T13" fmla="*/ 56 h 147"/>
                <a:gd name="T14" fmla="*/ 214 w 214"/>
                <a:gd name="T15" fmla="*/ 70 h 147"/>
                <a:gd name="T16" fmla="*/ 212 w 214"/>
                <a:gd name="T17" fmla="*/ 85 h 147"/>
                <a:gd name="T18" fmla="*/ 209 w 214"/>
                <a:gd name="T19" fmla="*/ 97 h 147"/>
                <a:gd name="T20" fmla="*/ 202 w 214"/>
                <a:gd name="T21" fmla="*/ 107 h 147"/>
                <a:gd name="T22" fmla="*/ 0 w 214"/>
                <a:gd name="T23" fmla="*/ 147 h 147"/>
                <a:gd name="T24" fmla="*/ 163 w 214"/>
                <a:gd name="T25" fmla="*/ 0 h 1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14" h="147">
                  <a:moveTo>
                    <a:pt x="163" y="0"/>
                  </a:moveTo>
                  <a:lnTo>
                    <a:pt x="174" y="0"/>
                  </a:lnTo>
                  <a:lnTo>
                    <a:pt x="184" y="6"/>
                  </a:lnTo>
                  <a:lnTo>
                    <a:pt x="193" y="15"/>
                  </a:lnTo>
                  <a:lnTo>
                    <a:pt x="200" y="26"/>
                  </a:lnTo>
                  <a:lnTo>
                    <a:pt x="207" y="41"/>
                  </a:lnTo>
                  <a:lnTo>
                    <a:pt x="211" y="56"/>
                  </a:lnTo>
                  <a:lnTo>
                    <a:pt x="214" y="70"/>
                  </a:lnTo>
                  <a:lnTo>
                    <a:pt x="212" y="85"/>
                  </a:lnTo>
                  <a:lnTo>
                    <a:pt x="209" y="97"/>
                  </a:lnTo>
                  <a:lnTo>
                    <a:pt x="202" y="107"/>
                  </a:lnTo>
                  <a:lnTo>
                    <a:pt x="0" y="147"/>
                  </a:lnTo>
                  <a:lnTo>
                    <a:pt x="163" y="0"/>
                  </a:lnTo>
                  <a:close/>
                </a:path>
              </a:pathLst>
            </a:custGeom>
            <a:solidFill>
              <a:schemeClr val="bg1"/>
            </a:solidFill>
            <a:ln w="0">
              <a:noFill/>
              <a:prstDash val="solid"/>
              <a:round/>
              <a:headEnd/>
              <a:tailEnd/>
            </a:ln>
          </p:spPr>
          <p:txBody>
            <a:bodyPr wrap="square" lIns="91440" tIns="45720" rIns="91440" bIns="45720" anchor="ctr">
              <a:noAutofit/>
            </a:bodyPr>
            <a:lstStyle/>
            <a:p>
              <a:pPr algn="ctr"/>
              <a:endParaRPr>
                <a:cs typeface="+mn-ea"/>
                <a:sym typeface="+mn-lt"/>
              </a:endParaRPr>
            </a:p>
          </p:txBody>
        </p:sp>
        <p:sp>
          <p:nvSpPr>
            <p:cNvPr id="31" name="任意多边形: 形状 30">
              <a:extLst>
                <a:ext uri="{FF2B5EF4-FFF2-40B4-BE49-F238E27FC236}">
                  <a16:creationId xmlns:a16="http://schemas.microsoft.com/office/drawing/2014/main" id="{7C2D8787-928B-9344-958E-E9C2D238A3E5}"/>
                </a:ext>
              </a:extLst>
            </p:cNvPr>
            <p:cNvSpPr/>
            <p:nvPr/>
          </p:nvSpPr>
          <p:spPr bwMode="auto">
            <a:xfrm>
              <a:off x="9232705" y="3066170"/>
              <a:ext cx="20991" cy="31188"/>
            </a:xfrm>
            <a:custGeom>
              <a:avLst/>
              <a:gdLst>
                <a:gd name="T0" fmla="*/ 66 w 173"/>
                <a:gd name="T1" fmla="*/ 0 h 258"/>
                <a:gd name="T2" fmla="*/ 85 w 173"/>
                <a:gd name="T3" fmla="*/ 3 h 258"/>
                <a:gd name="T4" fmla="*/ 104 w 173"/>
                <a:gd name="T5" fmla="*/ 8 h 258"/>
                <a:gd name="T6" fmla="*/ 121 w 173"/>
                <a:gd name="T7" fmla="*/ 15 h 258"/>
                <a:gd name="T8" fmla="*/ 139 w 173"/>
                <a:gd name="T9" fmla="*/ 24 h 258"/>
                <a:gd name="T10" fmla="*/ 153 w 173"/>
                <a:gd name="T11" fmla="*/ 35 h 258"/>
                <a:gd name="T12" fmla="*/ 165 w 173"/>
                <a:gd name="T13" fmla="*/ 46 h 258"/>
                <a:gd name="T14" fmla="*/ 171 w 173"/>
                <a:gd name="T15" fmla="*/ 58 h 258"/>
                <a:gd name="T16" fmla="*/ 173 w 173"/>
                <a:gd name="T17" fmla="*/ 70 h 258"/>
                <a:gd name="T18" fmla="*/ 0 w 173"/>
                <a:gd name="T19" fmla="*/ 258 h 258"/>
                <a:gd name="T20" fmla="*/ 25 w 173"/>
                <a:gd name="T21" fmla="*/ 11 h 258"/>
                <a:gd name="T22" fmla="*/ 36 w 173"/>
                <a:gd name="T23" fmla="*/ 4 h 258"/>
                <a:gd name="T24" fmla="*/ 49 w 173"/>
                <a:gd name="T25" fmla="*/ 1 h 258"/>
                <a:gd name="T26" fmla="*/ 66 w 173"/>
                <a:gd name="T27" fmla="*/ 0 h 2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73" h="258">
                  <a:moveTo>
                    <a:pt x="66" y="0"/>
                  </a:moveTo>
                  <a:lnTo>
                    <a:pt x="85" y="3"/>
                  </a:lnTo>
                  <a:lnTo>
                    <a:pt x="104" y="8"/>
                  </a:lnTo>
                  <a:lnTo>
                    <a:pt x="121" y="15"/>
                  </a:lnTo>
                  <a:lnTo>
                    <a:pt x="139" y="24"/>
                  </a:lnTo>
                  <a:lnTo>
                    <a:pt x="153" y="35"/>
                  </a:lnTo>
                  <a:lnTo>
                    <a:pt x="165" y="46"/>
                  </a:lnTo>
                  <a:lnTo>
                    <a:pt x="171" y="58"/>
                  </a:lnTo>
                  <a:lnTo>
                    <a:pt x="173" y="70"/>
                  </a:lnTo>
                  <a:lnTo>
                    <a:pt x="0" y="258"/>
                  </a:lnTo>
                  <a:lnTo>
                    <a:pt x="25" y="11"/>
                  </a:lnTo>
                  <a:lnTo>
                    <a:pt x="36" y="4"/>
                  </a:lnTo>
                  <a:lnTo>
                    <a:pt x="49" y="1"/>
                  </a:lnTo>
                  <a:lnTo>
                    <a:pt x="66" y="0"/>
                  </a:lnTo>
                  <a:close/>
                </a:path>
              </a:pathLst>
            </a:custGeom>
            <a:solidFill>
              <a:schemeClr val="bg1"/>
            </a:solidFill>
            <a:ln w="0">
              <a:noFill/>
              <a:prstDash val="solid"/>
              <a:round/>
              <a:headEnd/>
              <a:tailEnd/>
            </a:ln>
          </p:spPr>
          <p:txBody>
            <a:bodyPr wrap="square" lIns="91440" tIns="45720" rIns="91440" bIns="45720" anchor="ctr">
              <a:noAutofit/>
            </a:bodyPr>
            <a:lstStyle/>
            <a:p>
              <a:pPr algn="ctr"/>
              <a:endParaRPr>
                <a:cs typeface="+mn-ea"/>
                <a:sym typeface="+mn-lt"/>
              </a:endParaRPr>
            </a:p>
          </p:txBody>
        </p:sp>
        <p:sp>
          <p:nvSpPr>
            <p:cNvPr id="32" name="任意多边形: 形状 31">
              <a:extLst>
                <a:ext uri="{FF2B5EF4-FFF2-40B4-BE49-F238E27FC236}">
                  <a16:creationId xmlns:a16="http://schemas.microsoft.com/office/drawing/2014/main" id="{D21A67E5-DAC2-3A03-0F0D-53B33EEB203D}"/>
                </a:ext>
              </a:extLst>
            </p:cNvPr>
            <p:cNvSpPr/>
            <p:nvPr/>
          </p:nvSpPr>
          <p:spPr bwMode="auto">
            <a:xfrm>
              <a:off x="9205715" y="3056573"/>
              <a:ext cx="26390" cy="36586"/>
            </a:xfrm>
            <a:custGeom>
              <a:avLst/>
              <a:gdLst>
                <a:gd name="T0" fmla="*/ 170 w 219"/>
                <a:gd name="T1" fmla="*/ 0 h 305"/>
                <a:gd name="T2" fmla="*/ 189 w 219"/>
                <a:gd name="T3" fmla="*/ 2 h 305"/>
                <a:gd name="T4" fmla="*/ 204 w 219"/>
                <a:gd name="T5" fmla="*/ 6 h 305"/>
                <a:gd name="T6" fmla="*/ 216 w 219"/>
                <a:gd name="T7" fmla="*/ 14 h 305"/>
                <a:gd name="T8" fmla="*/ 219 w 219"/>
                <a:gd name="T9" fmla="*/ 305 h 305"/>
                <a:gd name="T10" fmla="*/ 0 w 219"/>
                <a:gd name="T11" fmla="*/ 80 h 305"/>
                <a:gd name="T12" fmla="*/ 3 w 219"/>
                <a:gd name="T13" fmla="*/ 68 h 305"/>
                <a:gd name="T14" fmla="*/ 11 w 219"/>
                <a:gd name="T15" fmla="*/ 55 h 305"/>
                <a:gd name="T16" fmla="*/ 24 w 219"/>
                <a:gd name="T17" fmla="*/ 44 h 305"/>
                <a:gd name="T18" fmla="*/ 41 w 219"/>
                <a:gd name="T19" fmla="*/ 33 h 305"/>
                <a:gd name="T20" fmla="*/ 61 w 219"/>
                <a:gd name="T21" fmla="*/ 25 h 305"/>
                <a:gd name="T22" fmla="*/ 82 w 219"/>
                <a:gd name="T23" fmla="*/ 16 h 305"/>
                <a:gd name="T24" fmla="*/ 104 w 219"/>
                <a:gd name="T25" fmla="*/ 9 h 305"/>
                <a:gd name="T26" fmla="*/ 127 w 219"/>
                <a:gd name="T27" fmla="*/ 4 h 305"/>
                <a:gd name="T28" fmla="*/ 149 w 219"/>
                <a:gd name="T29" fmla="*/ 0 h 305"/>
                <a:gd name="T30" fmla="*/ 170 w 219"/>
                <a:gd name="T31" fmla="*/ 0 h 3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19" h="305">
                  <a:moveTo>
                    <a:pt x="170" y="0"/>
                  </a:moveTo>
                  <a:lnTo>
                    <a:pt x="189" y="2"/>
                  </a:lnTo>
                  <a:lnTo>
                    <a:pt x="204" y="6"/>
                  </a:lnTo>
                  <a:lnTo>
                    <a:pt x="216" y="14"/>
                  </a:lnTo>
                  <a:lnTo>
                    <a:pt x="219" y="305"/>
                  </a:lnTo>
                  <a:lnTo>
                    <a:pt x="0" y="80"/>
                  </a:lnTo>
                  <a:lnTo>
                    <a:pt x="3" y="68"/>
                  </a:lnTo>
                  <a:lnTo>
                    <a:pt x="11" y="55"/>
                  </a:lnTo>
                  <a:lnTo>
                    <a:pt x="24" y="44"/>
                  </a:lnTo>
                  <a:lnTo>
                    <a:pt x="41" y="33"/>
                  </a:lnTo>
                  <a:lnTo>
                    <a:pt x="61" y="25"/>
                  </a:lnTo>
                  <a:lnTo>
                    <a:pt x="82" y="16"/>
                  </a:lnTo>
                  <a:lnTo>
                    <a:pt x="104" y="9"/>
                  </a:lnTo>
                  <a:lnTo>
                    <a:pt x="127" y="4"/>
                  </a:lnTo>
                  <a:lnTo>
                    <a:pt x="149" y="0"/>
                  </a:lnTo>
                  <a:lnTo>
                    <a:pt x="170" y="0"/>
                  </a:lnTo>
                  <a:close/>
                </a:path>
              </a:pathLst>
            </a:custGeom>
            <a:solidFill>
              <a:schemeClr val="bg1"/>
            </a:solidFill>
            <a:ln w="0">
              <a:noFill/>
              <a:prstDash val="solid"/>
              <a:round/>
              <a:headEnd/>
              <a:tailEnd/>
            </a:ln>
          </p:spPr>
          <p:txBody>
            <a:bodyPr wrap="square" lIns="91440" tIns="45720" rIns="91440" bIns="45720" anchor="ctr">
              <a:noAutofit/>
            </a:bodyPr>
            <a:lstStyle/>
            <a:p>
              <a:pPr algn="ctr"/>
              <a:endParaRPr>
                <a:cs typeface="+mn-ea"/>
                <a:sym typeface="+mn-lt"/>
              </a:endParaRPr>
            </a:p>
          </p:txBody>
        </p:sp>
        <p:sp>
          <p:nvSpPr>
            <p:cNvPr id="33" name="任意多边形: 形状 32">
              <a:extLst>
                <a:ext uri="{FF2B5EF4-FFF2-40B4-BE49-F238E27FC236}">
                  <a16:creationId xmlns:a16="http://schemas.microsoft.com/office/drawing/2014/main" id="{BB57FA17-426F-9954-3F36-057D2209FA59}"/>
                </a:ext>
              </a:extLst>
            </p:cNvPr>
            <p:cNvSpPr/>
            <p:nvPr/>
          </p:nvSpPr>
          <p:spPr bwMode="auto">
            <a:xfrm>
              <a:off x="9170929" y="3061972"/>
              <a:ext cx="56377" cy="28788"/>
            </a:xfrm>
            <a:custGeom>
              <a:avLst/>
              <a:gdLst>
                <a:gd name="T0" fmla="*/ 175 w 468"/>
                <a:gd name="T1" fmla="*/ 0 h 239"/>
                <a:gd name="T2" fmla="*/ 468 w 468"/>
                <a:gd name="T3" fmla="*/ 239 h 239"/>
                <a:gd name="T4" fmla="*/ 11 w 468"/>
                <a:gd name="T5" fmla="*/ 220 h 239"/>
                <a:gd name="T6" fmla="*/ 3 w 468"/>
                <a:gd name="T7" fmla="*/ 209 h 239"/>
                <a:gd name="T8" fmla="*/ 0 w 468"/>
                <a:gd name="T9" fmla="*/ 196 h 239"/>
                <a:gd name="T10" fmla="*/ 1 w 468"/>
                <a:gd name="T11" fmla="*/ 181 h 239"/>
                <a:gd name="T12" fmla="*/ 5 w 468"/>
                <a:gd name="T13" fmla="*/ 163 h 239"/>
                <a:gd name="T14" fmla="*/ 12 w 468"/>
                <a:gd name="T15" fmla="*/ 143 h 239"/>
                <a:gd name="T16" fmla="*/ 23 w 468"/>
                <a:gd name="T17" fmla="*/ 124 h 239"/>
                <a:gd name="T18" fmla="*/ 36 w 468"/>
                <a:gd name="T19" fmla="*/ 103 h 239"/>
                <a:gd name="T20" fmla="*/ 50 w 468"/>
                <a:gd name="T21" fmla="*/ 83 h 239"/>
                <a:gd name="T22" fmla="*/ 67 w 468"/>
                <a:gd name="T23" fmla="*/ 64 h 239"/>
                <a:gd name="T24" fmla="*/ 85 w 468"/>
                <a:gd name="T25" fmla="*/ 47 h 239"/>
                <a:gd name="T26" fmla="*/ 103 w 468"/>
                <a:gd name="T27" fmla="*/ 30 h 239"/>
                <a:gd name="T28" fmla="*/ 121 w 468"/>
                <a:gd name="T29" fmla="*/ 18 h 239"/>
                <a:gd name="T30" fmla="*/ 140 w 468"/>
                <a:gd name="T31" fmla="*/ 8 h 239"/>
                <a:gd name="T32" fmla="*/ 158 w 468"/>
                <a:gd name="T33" fmla="*/ 1 h 239"/>
                <a:gd name="T34" fmla="*/ 175 w 468"/>
                <a:gd name="T35" fmla="*/ 0 h 2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468" h="239">
                  <a:moveTo>
                    <a:pt x="175" y="0"/>
                  </a:moveTo>
                  <a:lnTo>
                    <a:pt x="468" y="239"/>
                  </a:lnTo>
                  <a:lnTo>
                    <a:pt x="11" y="220"/>
                  </a:lnTo>
                  <a:lnTo>
                    <a:pt x="3" y="209"/>
                  </a:lnTo>
                  <a:lnTo>
                    <a:pt x="0" y="196"/>
                  </a:lnTo>
                  <a:lnTo>
                    <a:pt x="1" y="181"/>
                  </a:lnTo>
                  <a:lnTo>
                    <a:pt x="5" y="163"/>
                  </a:lnTo>
                  <a:lnTo>
                    <a:pt x="12" y="143"/>
                  </a:lnTo>
                  <a:lnTo>
                    <a:pt x="23" y="124"/>
                  </a:lnTo>
                  <a:lnTo>
                    <a:pt x="36" y="103"/>
                  </a:lnTo>
                  <a:lnTo>
                    <a:pt x="50" y="83"/>
                  </a:lnTo>
                  <a:lnTo>
                    <a:pt x="67" y="64"/>
                  </a:lnTo>
                  <a:lnTo>
                    <a:pt x="85" y="47"/>
                  </a:lnTo>
                  <a:lnTo>
                    <a:pt x="103" y="30"/>
                  </a:lnTo>
                  <a:lnTo>
                    <a:pt x="121" y="18"/>
                  </a:lnTo>
                  <a:lnTo>
                    <a:pt x="140" y="8"/>
                  </a:lnTo>
                  <a:lnTo>
                    <a:pt x="158" y="1"/>
                  </a:lnTo>
                  <a:lnTo>
                    <a:pt x="175" y="0"/>
                  </a:lnTo>
                  <a:close/>
                </a:path>
              </a:pathLst>
            </a:custGeom>
            <a:solidFill>
              <a:schemeClr val="bg1"/>
            </a:solidFill>
            <a:ln w="0">
              <a:noFill/>
              <a:prstDash val="solid"/>
              <a:round/>
              <a:headEnd/>
              <a:tailEnd/>
            </a:ln>
          </p:spPr>
          <p:txBody>
            <a:bodyPr wrap="square" lIns="91440" tIns="45720" rIns="91440" bIns="45720" anchor="ctr">
              <a:noAutofit/>
            </a:bodyPr>
            <a:lstStyle/>
            <a:p>
              <a:pPr algn="ctr"/>
              <a:endParaRPr dirty="0">
                <a:cs typeface="+mn-ea"/>
                <a:sym typeface="+mn-lt"/>
              </a:endParaRPr>
            </a:p>
          </p:txBody>
        </p:sp>
        <p:sp>
          <p:nvSpPr>
            <p:cNvPr id="34" name="任意多边形: 形状 33">
              <a:extLst>
                <a:ext uri="{FF2B5EF4-FFF2-40B4-BE49-F238E27FC236}">
                  <a16:creationId xmlns:a16="http://schemas.microsoft.com/office/drawing/2014/main" id="{86BD2463-FC3D-7AE0-1F63-B1D799A787E6}"/>
                </a:ext>
              </a:extLst>
            </p:cNvPr>
            <p:cNvSpPr/>
            <p:nvPr/>
          </p:nvSpPr>
          <p:spPr bwMode="auto">
            <a:xfrm>
              <a:off x="9147539" y="3091960"/>
              <a:ext cx="71971" cy="40184"/>
            </a:xfrm>
            <a:custGeom>
              <a:avLst/>
              <a:gdLst>
                <a:gd name="T0" fmla="*/ 598 w 598"/>
                <a:gd name="T1" fmla="*/ 0 h 336"/>
                <a:gd name="T2" fmla="*/ 95 w 598"/>
                <a:gd name="T3" fmla="*/ 336 h 336"/>
                <a:gd name="T4" fmla="*/ 77 w 598"/>
                <a:gd name="T5" fmla="*/ 333 h 336"/>
                <a:gd name="T6" fmla="*/ 59 w 598"/>
                <a:gd name="T7" fmla="*/ 325 h 336"/>
                <a:gd name="T8" fmla="*/ 45 w 598"/>
                <a:gd name="T9" fmla="*/ 311 h 336"/>
                <a:gd name="T10" fmla="*/ 32 w 598"/>
                <a:gd name="T11" fmla="*/ 293 h 336"/>
                <a:gd name="T12" fmla="*/ 21 w 598"/>
                <a:gd name="T13" fmla="*/ 271 h 336"/>
                <a:gd name="T14" fmla="*/ 12 w 598"/>
                <a:gd name="T15" fmla="*/ 247 h 336"/>
                <a:gd name="T16" fmla="*/ 5 w 598"/>
                <a:gd name="T17" fmla="*/ 219 h 336"/>
                <a:gd name="T18" fmla="*/ 1 w 598"/>
                <a:gd name="T19" fmla="*/ 192 h 336"/>
                <a:gd name="T20" fmla="*/ 0 w 598"/>
                <a:gd name="T21" fmla="*/ 163 h 336"/>
                <a:gd name="T22" fmla="*/ 0 w 598"/>
                <a:gd name="T23" fmla="*/ 134 h 336"/>
                <a:gd name="T24" fmla="*/ 4 w 598"/>
                <a:gd name="T25" fmla="*/ 107 h 336"/>
                <a:gd name="T26" fmla="*/ 11 w 598"/>
                <a:gd name="T27" fmla="*/ 83 h 336"/>
                <a:gd name="T28" fmla="*/ 21 w 598"/>
                <a:gd name="T29" fmla="*/ 60 h 336"/>
                <a:gd name="T30" fmla="*/ 34 w 598"/>
                <a:gd name="T31" fmla="*/ 41 h 336"/>
                <a:gd name="T32" fmla="*/ 49 w 598"/>
                <a:gd name="T33" fmla="*/ 27 h 336"/>
                <a:gd name="T34" fmla="*/ 598 w 598"/>
                <a:gd name="T35" fmla="*/ 0 h 3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598" h="336">
                  <a:moveTo>
                    <a:pt x="598" y="0"/>
                  </a:moveTo>
                  <a:lnTo>
                    <a:pt x="95" y="336"/>
                  </a:lnTo>
                  <a:lnTo>
                    <a:pt x="77" y="333"/>
                  </a:lnTo>
                  <a:lnTo>
                    <a:pt x="59" y="325"/>
                  </a:lnTo>
                  <a:lnTo>
                    <a:pt x="45" y="311"/>
                  </a:lnTo>
                  <a:lnTo>
                    <a:pt x="32" y="293"/>
                  </a:lnTo>
                  <a:lnTo>
                    <a:pt x="21" y="271"/>
                  </a:lnTo>
                  <a:lnTo>
                    <a:pt x="12" y="247"/>
                  </a:lnTo>
                  <a:lnTo>
                    <a:pt x="5" y="219"/>
                  </a:lnTo>
                  <a:lnTo>
                    <a:pt x="1" y="192"/>
                  </a:lnTo>
                  <a:lnTo>
                    <a:pt x="0" y="163"/>
                  </a:lnTo>
                  <a:lnTo>
                    <a:pt x="0" y="134"/>
                  </a:lnTo>
                  <a:lnTo>
                    <a:pt x="4" y="107"/>
                  </a:lnTo>
                  <a:lnTo>
                    <a:pt x="11" y="83"/>
                  </a:lnTo>
                  <a:lnTo>
                    <a:pt x="21" y="60"/>
                  </a:lnTo>
                  <a:lnTo>
                    <a:pt x="34" y="41"/>
                  </a:lnTo>
                  <a:lnTo>
                    <a:pt x="49" y="27"/>
                  </a:lnTo>
                  <a:lnTo>
                    <a:pt x="598" y="0"/>
                  </a:lnTo>
                  <a:close/>
                </a:path>
              </a:pathLst>
            </a:custGeom>
            <a:solidFill>
              <a:schemeClr val="bg1"/>
            </a:solidFill>
            <a:ln w="0">
              <a:noFill/>
              <a:prstDash val="solid"/>
              <a:round/>
              <a:headEnd/>
              <a:tailEnd/>
            </a:ln>
          </p:spPr>
          <p:txBody>
            <a:bodyPr wrap="square" lIns="91440" tIns="45720" rIns="91440" bIns="45720" anchor="ctr">
              <a:noAutofit/>
            </a:bodyPr>
            <a:lstStyle/>
            <a:p>
              <a:pPr algn="ctr"/>
              <a:endParaRPr>
                <a:cs typeface="+mn-ea"/>
                <a:sym typeface="+mn-lt"/>
              </a:endParaRPr>
            </a:p>
          </p:txBody>
        </p:sp>
        <p:sp>
          <p:nvSpPr>
            <p:cNvPr id="35" name="任意多边形: 形状 34">
              <a:extLst>
                <a:ext uri="{FF2B5EF4-FFF2-40B4-BE49-F238E27FC236}">
                  <a16:creationId xmlns:a16="http://schemas.microsoft.com/office/drawing/2014/main" id="{0063CA58-BDAA-C932-8B13-1E112DE4FE64}"/>
                </a:ext>
              </a:extLst>
            </p:cNvPr>
            <p:cNvSpPr/>
            <p:nvPr/>
          </p:nvSpPr>
          <p:spPr bwMode="auto">
            <a:xfrm>
              <a:off x="9145739" y="3099157"/>
              <a:ext cx="66572" cy="82167"/>
            </a:xfrm>
            <a:custGeom>
              <a:avLst/>
              <a:gdLst>
                <a:gd name="T0" fmla="*/ 557 w 557"/>
                <a:gd name="T1" fmla="*/ 0 h 684"/>
                <a:gd name="T2" fmla="*/ 359 w 557"/>
                <a:gd name="T3" fmla="*/ 665 h 684"/>
                <a:gd name="T4" fmla="*/ 341 w 557"/>
                <a:gd name="T5" fmla="*/ 676 h 684"/>
                <a:gd name="T6" fmla="*/ 319 w 557"/>
                <a:gd name="T7" fmla="*/ 683 h 684"/>
                <a:gd name="T8" fmla="*/ 296 w 557"/>
                <a:gd name="T9" fmla="*/ 684 h 684"/>
                <a:gd name="T10" fmla="*/ 270 w 557"/>
                <a:gd name="T11" fmla="*/ 683 h 684"/>
                <a:gd name="T12" fmla="*/ 242 w 557"/>
                <a:gd name="T13" fmla="*/ 677 h 684"/>
                <a:gd name="T14" fmla="*/ 215 w 557"/>
                <a:gd name="T15" fmla="*/ 670 h 684"/>
                <a:gd name="T16" fmla="*/ 186 w 557"/>
                <a:gd name="T17" fmla="*/ 657 h 684"/>
                <a:gd name="T18" fmla="*/ 158 w 557"/>
                <a:gd name="T19" fmla="*/ 644 h 684"/>
                <a:gd name="T20" fmla="*/ 131 w 557"/>
                <a:gd name="T21" fmla="*/ 629 h 684"/>
                <a:gd name="T22" fmla="*/ 104 w 557"/>
                <a:gd name="T23" fmla="*/ 610 h 684"/>
                <a:gd name="T24" fmla="*/ 80 w 557"/>
                <a:gd name="T25" fmla="*/ 591 h 684"/>
                <a:gd name="T26" fmla="*/ 57 w 557"/>
                <a:gd name="T27" fmla="*/ 572 h 684"/>
                <a:gd name="T28" fmla="*/ 39 w 557"/>
                <a:gd name="T29" fmla="*/ 550 h 684"/>
                <a:gd name="T30" fmla="*/ 22 w 557"/>
                <a:gd name="T31" fmla="*/ 529 h 684"/>
                <a:gd name="T32" fmla="*/ 10 w 557"/>
                <a:gd name="T33" fmla="*/ 507 h 684"/>
                <a:gd name="T34" fmla="*/ 2 w 557"/>
                <a:gd name="T35" fmla="*/ 485 h 684"/>
                <a:gd name="T36" fmla="*/ 0 w 557"/>
                <a:gd name="T37" fmla="*/ 464 h 684"/>
                <a:gd name="T38" fmla="*/ 3 w 557"/>
                <a:gd name="T39" fmla="*/ 444 h 684"/>
                <a:gd name="T40" fmla="*/ 557 w 557"/>
                <a:gd name="T41" fmla="*/ 0 h 6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57" h="684">
                  <a:moveTo>
                    <a:pt x="557" y="0"/>
                  </a:moveTo>
                  <a:lnTo>
                    <a:pt x="359" y="665"/>
                  </a:lnTo>
                  <a:lnTo>
                    <a:pt x="341" y="676"/>
                  </a:lnTo>
                  <a:lnTo>
                    <a:pt x="319" y="683"/>
                  </a:lnTo>
                  <a:lnTo>
                    <a:pt x="296" y="684"/>
                  </a:lnTo>
                  <a:lnTo>
                    <a:pt x="270" y="683"/>
                  </a:lnTo>
                  <a:lnTo>
                    <a:pt x="242" y="677"/>
                  </a:lnTo>
                  <a:lnTo>
                    <a:pt x="215" y="670"/>
                  </a:lnTo>
                  <a:lnTo>
                    <a:pt x="186" y="657"/>
                  </a:lnTo>
                  <a:lnTo>
                    <a:pt x="158" y="644"/>
                  </a:lnTo>
                  <a:lnTo>
                    <a:pt x="131" y="629"/>
                  </a:lnTo>
                  <a:lnTo>
                    <a:pt x="104" y="610"/>
                  </a:lnTo>
                  <a:lnTo>
                    <a:pt x="80" y="591"/>
                  </a:lnTo>
                  <a:lnTo>
                    <a:pt x="57" y="572"/>
                  </a:lnTo>
                  <a:lnTo>
                    <a:pt x="39" y="550"/>
                  </a:lnTo>
                  <a:lnTo>
                    <a:pt x="22" y="529"/>
                  </a:lnTo>
                  <a:lnTo>
                    <a:pt x="10" y="507"/>
                  </a:lnTo>
                  <a:lnTo>
                    <a:pt x="2" y="485"/>
                  </a:lnTo>
                  <a:lnTo>
                    <a:pt x="0" y="464"/>
                  </a:lnTo>
                  <a:lnTo>
                    <a:pt x="3" y="444"/>
                  </a:lnTo>
                  <a:lnTo>
                    <a:pt x="557" y="0"/>
                  </a:lnTo>
                  <a:close/>
                </a:path>
              </a:pathLst>
            </a:custGeom>
            <a:solidFill>
              <a:schemeClr val="bg1"/>
            </a:solidFill>
            <a:ln w="0">
              <a:noFill/>
              <a:prstDash val="solid"/>
              <a:round/>
              <a:headEnd/>
              <a:tailEnd/>
            </a:ln>
          </p:spPr>
          <p:txBody>
            <a:bodyPr wrap="square" lIns="91440" tIns="45720" rIns="91440" bIns="45720" anchor="ctr">
              <a:noAutofit/>
            </a:bodyPr>
            <a:lstStyle/>
            <a:p>
              <a:pPr algn="ctr"/>
              <a:endParaRPr dirty="0">
                <a:cs typeface="+mn-ea"/>
                <a:sym typeface="+mn-lt"/>
              </a:endParaRPr>
            </a:p>
          </p:txBody>
        </p:sp>
        <p:sp>
          <p:nvSpPr>
            <p:cNvPr id="36" name="任意多边形: 形状 35">
              <a:extLst>
                <a:ext uri="{FF2B5EF4-FFF2-40B4-BE49-F238E27FC236}">
                  <a16:creationId xmlns:a16="http://schemas.microsoft.com/office/drawing/2014/main" id="{AC2D264F-C460-E18D-DAE3-E4063E9062F8}"/>
                </a:ext>
              </a:extLst>
            </p:cNvPr>
            <p:cNvSpPr/>
            <p:nvPr/>
          </p:nvSpPr>
          <p:spPr bwMode="auto">
            <a:xfrm>
              <a:off x="9194919" y="3110552"/>
              <a:ext cx="71971" cy="103158"/>
            </a:xfrm>
            <a:custGeom>
              <a:avLst/>
              <a:gdLst>
                <a:gd name="T0" fmla="*/ 145 w 598"/>
                <a:gd name="T1" fmla="*/ 0 h 859"/>
                <a:gd name="T2" fmla="*/ 598 w 598"/>
                <a:gd name="T3" fmla="*/ 706 h 859"/>
                <a:gd name="T4" fmla="*/ 591 w 598"/>
                <a:gd name="T5" fmla="*/ 726 h 859"/>
                <a:gd name="T6" fmla="*/ 578 w 598"/>
                <a:gd name="T7" fmla="*/ 745 h 859"/>
                <a:gd name="T8" fmla="*/ 560 w 598"/>
                <a:gd name="T9" fmla="*/ 763 h 859"/>
                <a:gd name="T10" fmla="*/ 538 w 598"/>
                <a:gd name="T11" fmla="*/ 779 h 859"/>
                <a:gd name="T12" fmla="*/ 511 w 598"/>
                <a:gd name="T13" fmla="*/ 794 h 859"/>
                <a:gd name="T14" fmla="*/ 482 w 598"/>
                <a:gd name="T15" fmla="*/ 808 h 859"/>
                <a:gd name="T16" fmla="*/ 449 w 598"/>
                <a:gd name="T17" fmla="*/ 820 h 859"/>
                <a:gd name="T18" fmla="*/ 414 w 598"/>
                <a:gd name="T19" fmla="*/ 831 h 859"/>
                <a:gd name="T20" fmla="*/ 376 w 598"/>
                <a:gd name="T21" fmla="*/ 841 h 859"/>
                <a:gd name="T22" fmla="*/ 339 w 598"/>
                <a:gd name="T23" fmla="*/ 848 h 859"/>
                <a:gd name="T24" fmla="*/ 300 w 598"/>
                <a:gd name="T25" fmla="*/ 854 h 859"/>
                <a:gd name="T26" fmla="*/ 261 w 598"/>
                <a:gd name="T27" fmla="*/ 858 h 859"/>
                <a:gd name="T28" fmla="*/ 222 w 598"/>
                <a:gd name="T29" fmla="*/ 859 h 859"/>
                <a:gd name="T30" fmla="*/ 185 w 598"/>
                <a:gd name="T31" fmla="*/ 859 h 859"/>
                <a:gd name="T32" fmla="*/ 149 w 598"/>
                <a:gd name="T33" fmla="*/ 858 h 859"/>
                <a:gd name="T34" fmla="*/ 115 w 598"/>
                <a:gd name="T35" fmla="*/ 854 h 859"/>
                <a:gd name="T36" fmla="*/ 85 w 598"/>
                <a:gd name="T37" fmla="*/ 847 h 859"/>
                <a:gd name="T38" fmla="*/ 57 w 598"/>
                <a:gd name="T39" fmla="*/ 837 h 859"/>
                <a:gd name="T40" fmla="*/ 33 w 598"/>
                <a:gd name="T41" fmla="*/ 826 h 859"/>
                <a:gd name="T42" fmla="*/ 14 w 598"/>
                <a:gd name="T43" fmla="*/ 812 h 859"/>
                <a:gd name="T44" fmla="*/ 0 w 598"/>
                <a:gd name="T45" fmla="*/ 796 h 859"/>
                <a:gd name="T46" fmla="*/ 145 w 598"/>
                <a:gd name="T47" fmla="*/ 0 h 8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598" h="859">
                  <a:moveTo>
                    <a:pt x="145" y="0"/>
                  </a:moveTo>
                  <a:lnTo>
                    <a:pt x="598" y="706"/>
                  </a:lnTo>
                  <a:lnTo>
                    <a:pt x="591" y="726"/>
                  </a:lnTo>
                  <a:lnTo>
                    <a:pt x="578" y="745"/>
                  </a:lnTo>
                  <a:lnTo>
                    <a:pt x="560" y="763"/>
                  </a:lnTo>
                  <a:lnTo>
                    <a:pt x="538" y="779"/>
                  </a:lnTo>
                  <a:lnTo>
                    <a:pt x="511" y="794"/>
                  </a:lnTo>
                  <a:lnTo>
                    <a:pt x="482" y="808"/>
                  </a:lnTo>
                  <a:lnTo>
                    <a:pt x="449" y="820"/>
                  </a:lnTo>
                  <a:lnTo>
                    <a:pt x="414" y="831"/>
                  </a:lnTo>
                  <a:lnTo>
                    <a:pt x="376" y="841"/>
                  </a:lnTo>
                  <a:lnTo>
                    <a:pt x="339" y="848"/>
                  </a:lnTo>
                  <a:lnTo>
                    <a:pt x="300" y="854"/>
                  </a:lnTo>
                  <a:lnTo>
                    <a:pt x="261" y="858"/>
                  </a:lnTo>
                  <a:lnTo>
                    <a:pt x="222" y="859"/>
                  </a:lnTo>
                  <a:lnTo>
                    <a:pt x="185" y="859"/>
                  </a:lnTo>
                  <a:lnTo>
                    <a:pt x="149" y="858"/>
                  </a:lnTo>
                  <a:lnTo>
                    <a:pt x="115" y="854"/>
                  </a:lnTo>
                  <a:lnTo>
                    <a:pt x="85" y="847"/>
                  </a:lnTo>
                  <a:lnTo>
                    <a:pt x="57" y="837"/>
                  </a:lnTo>
                  <a:lnTo>
                    <a:pt x="33" y="826"/>
                  </a:lnTo>
                  <a:lnTo>
                    <a:pt x="14" y="812"/>
                  </a:lnTo>
                  <a:lnTo>
                    <a:pt x="0" y="796"/>
                  </a:lnTo>
                  <a:lnTo>
                    <a:pt x="145" y="0"/>
                  </a:lnTo>
                  <a:close/>
                </a:path>
              </a:pathLst>
            </a:custGeom>
            <a:solidFill>
              <a:schemeClr val="bg1"/>
            </a:solidFill>
            <a:ln w="0">
              <a:noFill/>
              <a:prstDash val="solid"/>
              <a:round/>
              <a:headEnd/>
              <a:tailEnd/>
            </a:ln>
          </p:spPr>
          <p:txBody>
            <a:bodyPr wrap="square" lIns="91440" tIns="45720" rIns="91440" bIns="45720" anchor="ctr">
              <a:noAutofit/>
            </a:bodyPr>
            <a:lstStyle/>
            <a:p>
              <a:pPr algn="ctr"/>
              <a:endParaRPr>
                <a:cs typeface="+mn-ea"/>
                <a:sym typeface="+mn-lt"/>
              </a:endParaRPr>
            </a:p>
          </p:txBody>
        </p:sp>
        <p:sp>
          <p:nvSpPr>
            <p:cNvPr id="37" name="任意多边形: 形状 36">
              <a:extLst>
                <a:ext uri="{FF2B5EF4-FFF2-40B4-BE49-F238E27FC236}">
                  <a16:creationId xmlns:a16="http://schemas.microsoft.com/office/drawing/2014/main" id="{108E5777-1EB2-7FE3-9DC1-32F490A57472}"/>
                </a:ext>
              </a:extLst>
            </p:cNvPr>
            <p:cNvSpPr/>
            <p:nvPr/>
          </p:nvSpPr>
          <p:spPr bwMode="auto">
            <a:xfrm>
              <a:off x="9223707" y="3120148"/>
              <a:ext cx="143940" cy="92962"/>
            </a:xfrm>
            <a:custGeom>
              <a:avLst/>
              <a:gdLst>
                <a:gd name="T0" fmla="*/ 0 w 1200"/>
                <a:gd name="T1" fmla="*/ 0 h 776"/>
                <a:gd name="T2" fmla="*/ 1183 w 1200"/>
                <a:gd name="T3" fmla="*/ 239 h 776"/>
                <a:gd name="T4" fmla="*/ 1194 w 1200"/>
                <a:gd name="T5" fmla="*/ 257 h 776"/>
                <a:gd name="T6" fmla="*/ 1199 w 1200"/>
                <a:gd name="T7" fmla="*/ 278 h 776"/>
                <a:gd name="T8" fmla="*/ 1200 w 1200"/>
                <a:gd name="T9" fmla="*/ 301 h 776"/>
                <a:gd name="T10" fmla="*/ 1197 w 1200"/>
                <a:gd name="T11" fmla="*/ 325 h 776"/>
                <a:gd name="T12" fmla="*/ 1189 w 1200"/>
                <a:gd name="T13" fmla="*/ 351 h 776"/>
                <a:gd name="T14" fmla="*/ 1178 w 1200"/>
                <a:gd name="T15" fmla="*/ 380 h 776"/>
                <a:gd name="T16" fmla="*/ 1164 w 1200"/>
                <a:gd name="T17" fmla="*/ 409 h 776"/>
                <a:gd name="T18" fmla="*/ 1145 w 1200"/>
                <a:gd name="T19" fmla="*/ 438 h 776"/>
                <a:gd name="T20" fmla="*/ 1124 w 1200"/>
                <a:gd name="T21" fmla="*/ 469 h 776"/>
                <a:gd name="T22" fmla="*/ 1101 w 1200"/>
                <a:gd name="T23" fmla="*/ 499 h 776"/>
                <a:gd name="T24" fmla="*/ 1074 w 1200"/>
                <a:gd name="T25" fmla="*/ 530 h 776"/>
                <a:gd name="T26" fmla="*/ 1046 w 1200"/>
                <a:gd name="T27" fmla="*/ 559 h 776"/>
                <a:gd name="T28" fmla="*/ 1017 w 1200"/>
                <a:gd name="T29" fmla="*/ 589 h 776"/>
                <a:gd name="T30" fmla="*/ 986 w 1200"/>
                <a:gd name="T31" fmla="*/ 616 h 776"/>
                <a:gd name="T32" fmla="*/ 953 w 1200"/>
                <a:gd name="T33" fmla="*/ 644 h 776"/>
                <a:gd name="T34" fmla="*/ 920 w 1200"/>
                <a:gd name="T35" fmla="*/ 669 h 776"/>
                <a:gd name="T36" fmla="*/ 887 w 1200"/>
                <a:gd name="T37" fmla="*/ 692 h 776"/>
                <a:gd name="T38" fmla="*/ 854 w 1200"/>
                <a:gd name="T39" fmla="*/ 713 h 776"/>
                <a:gd name="T40" fmla="*/ 819 w 1200"/>
                <a:gd name="T41" fmla="*/ 732 h 776"/>
                <a:gd name="T42" fmla="*/ 786 w 1200"/>
                <a:gd name="T43" fmla="*/ 747 h 776"/>
                <a:gd name="T44" fmla="*/ 754 w 1200"/>
                <a:gd name="T45" fmla="*/ 761 h 776"/>
                <a:gd name="T46" fmla="*/ 723 w 1200"/>
                <a:gd name="T47" fmla="*/ 769 h 776"/>
                <a:gd name="T48" fmla="*/ 693 w 1200"/>
                <a:gd name="T49" fmla="*/ 775 h 776"/>
                <a:gd name="T50" fmla="*/ 664 w 1200"/>
                <a:gd name="T51" fmla="*/ 776 h 776"/>
                <a:gd name="T52" fmla="*/ 639 w 1200"/>
                <a:gd name="T53" fmla="*/ 774 h 776"/>
                <a:gd name="T54" fmla="*/ 0 w 1200"/>
                <a:gd name="T55" fmla="*/ 0 h 7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1200" h="776">
                  <a:moveTo>
                    <a:pt x="0" y="0"/>
                  </a:moveTo>
                  <a:lnTo>
                    <a:pt x="1183" y="239"/>
                  </a:lnTo>
                  <a:lnTo>
                    <a:pt x="1194" y="257"/>
                  </a:lnTo>
                  <a:lnTo>
                    <a:pt x="1199" y="278"/>
                  </a:lnTo>
                  <a:lnTo>
                    <a:pt x="1200" y="301"/>
                  </a:lnTo>
                  <a:lnTo>
                    <a:pt x="1197" y="325"/>
                  </a:lnTo>
                  <a:lnTo>
                    <a:pt x="1189" y="351"/>
                  </a:lnTo>
                  <a:lnTo>
                    <a:pt x="1178" y="380"/>
                  </a:lnTo>
                  <a:lnTo>
                    <a:pt x="1164" y="409"/>
                  </a:lnTo>
                  <a:lnTo>
                    <a:pt x="1145" y="438"/>
                  </a:lnTo>
                  <a:lnTo>
                    <a:pt x="1124" y="469"/>
                  </a:lnTo>
                  <a:lnTo>
                    <a:pt x="1101" y="499"/>
                  </a:lnTo>
                  <a:lnTo>
                    <a:pt x="1074" y="530"/>
                  </a:lnTo>
                  <a:lnTo>
                    <a:pt x="1046" y="559"/>
                  </a:lnTo>
                  <a:lnTo>
                    <a:pt x="1017" y="589"/>
                  </a:lnTo>
                  <a:lnTo>
                    <a:pt x="986" y="616"/>
                  </a:lnTo>
                  <a:lnTo>
                    <a:pt x="953" y="644"/>
                  </a:lnTo>
                  <a:lnTo>
                    <a:pt x="920" y="669"/>
                  </a:lnTo>
                  <a:lnTo>
                    <a:pt x="887" y="692"/>
                  </a:lnTo>
                  <a:lnTo>
                    <a:pt x="854" y="713"/>
                  </a:lnTo>
                  <a:lnTo>
                    <a:pt x="819" y="732"/>
                  </a:lnTo>
                  <a:lnTo>
                    <a:pt x="786" y="747"/>
                  </a:lnTo>
                  <a:lnTo>
                    <a:pt x="754" y="761"/>
                  </a:lnTo>
                  <a:lnTo>
                    <a:pt x="723" y="769"/>
                  </a:lnTo>
                  <a:lnTo>
                    <a:pt x="693" y="775"/>
                  </a:lnTo>
                  <a:lnTo>
                    <a:pt x="664" y="776"/>
                  </a:lnTo>
                  <a:lnTo>
                    <a:pt x="639" y="774"/>
                  </a:lnTo>
                  <a:lnTo>
                    <a:pt x="0" y="0"/>
                  </a:lnTo>
                  <a:close/>
                </a:path>
              </a:pathLst>
            </a:custGeom>
            <a:solidFill>
              <a:schemeClr val="bg1"/>
            </a:solidFill>
            <a:ln w="0">
              <a:noFill/>
              <a:prstDash val="solid"/>
              <a:round/>
              <a:headEnd/>
              <a:tailEnd/>
            </a:ln>
          </p:spPr>
          <p:txBody>
            <a:bodyPr wrap="square" lIns="91440" tIns="45720" rIns="91440" bIns="45720" anchor="ctr">
              <a:noAutofit/>
            </a:bodyPr>
            <a:lstStyle/>
            <a:p>
              <a:pPr algn="ctr"/>
              <a:endParaRPr>
                <a:cs typeface="+mn-ea"/>
                <a:sym typeface="+mn-lt"/>
              </a:endParaRPr>
            </a:p>
          </p:txBody>
        </p:sp>
        <p:sp>
          <p:nvSpPr>
            <p:cNvPr id="38" name="任意多边形: 形状 37">
              <a:extLst>
                <a:ext uri="{FF2B5EF4-FFF2-40B4-BE49-F238E27FC236}">
                  <a16:creationId xmlns:a16="http://schemas.microsoft.com/office/drawing/2014/main" id="{254C740B-6FBE-5B96-CBB3-174D1DFDDC63}"/>
                </a:ext>
              </a:extLst>
            </p:cNvPr>
            <p:cNvSpPr/>
            <p:nvPr/>
          </p:nvSpPr>
          <p:spPr bwMode="auto">
            <a:xfrm>
              <a:off x="9244699" y="3033783"/>
              <a:ext cx="199719" cy="103758"/>
            </a:xfrm>
            <a:custGeom>
              <a:avLst/>
              <a:gdLst>
                <a:gd name="T0" fmla="*/ 1491 w 1666"/>
                <a:gd name="T1" fmla="*/ 0 h 863"/>
                <a:gd name="T2" fmla="*/ 1519 w 1666"/>
                <a:gd name="T3" fmla="*/ 6 h 863"/>
                <a:gd name="T4" fmla="*/ 1545 w 1666"/>
                <a:gd name="T5" fmla="*/ 18 h 863"/>
                <a:gd name="T6" fmla="*/ 1568 w 1666"/>
                <a:gd name="T7" fmla="*/ 34 h 863"/>
                <a:gd name="T8" fmla="*/ 1588 w 1666"/>
                <a:gd name="T9" fmla="*/ 56 h 863"/>
                <a:gd name="T10" fmla="*/ 1607 w 1666"/>
                <a:gd name="T11" fmla="*/ 83 h 863"/>
                <a:gd name="T12" fmla="*/ 1623 w 1666"/>
                <a:gd name="T13" fmla="*/ 112 h 863"/>
                <a:gd name="T14" fmla="*/ 1636 w 1666"/>
                <a:gd name="T15" fmla="*/ 145 h 863"/>
                <a:gd name="T16" fmla="*/ 1647 w 1666"/>
                <a:gd name="T17" fmla="*/ 182 h 863"/>
                <a:gd name="T18" fmla="*/ 1655 w 1666"/>
                <a:gd name="T19" fmla="*/ 221 h 863"/>
                <a:gd name="T20" fmla="*/ 1660 w 1666"/>
                <a:gd name="T21" fmla="*/ 262 h 863"/>
                <a:gd name="T22" fmla="*/ 1665 w 1666"/>
                <a:gd name="T23" fmla="*/ 305 h 863"/>
                <a:gd name="T24" fmla="*/ 1666 w 1666"/>
                <a:gd name="T25" fmla="*/ 349 h 863"/>
                <a:gd name="T26" fmla="*/ 1665 w 1666"/>
                <a:gd name="T27" fmla="*/ 394 h 863"/>
                <a:gd name="T28" fmla="*/ 1660 w 1666"/>
                <a:gd name="T29" fmla="*/ 440 h 863"/>
                <a:gd name="T30" fmla="*/ 1655 w 1666"/>
                <a:gd name="T31" fmla="*/ 485 h 863"/>
                <a:gd name="T32" fmla="*/ 1647 w 1666"/>
                <a:gd name="T33" fmla="*/ 530 h 863"/>
                <a:gd name="T34" fmla="*/ 1637 w 1666"/>
                <a:gd name="T35" fmla="*/ 574 h 863"/>
                <a:gd name="T36" fmla="*/ 1624 w 1666"/>
                <a:gd name="T37" fmla="*/ 617 h 863"/>
                <a:gd name="T38" fmla="*/ 1609 w 1666"/>
                <a:gd name="T39" fmla="*/ 659 h 863"/>
                <a:gd name="T40" fmla="*/ 1593 w 1666"/>
                <a:gd name="T41" fmla="*/ 698 h 863"/>
                <a:gd name="T42" fmla="*/ 1573 w 1666"/>
                <a:gd name="T43" fmla="*/ 734 h 863"/>
                <a:gd name="T44" fmla="*/ 1552 w 1666"/>
                <a:gd name="T45" fmla="*/ 768 h 863"/>
                <a:gd name="T46" fmla="*/ 1529 w 1666"/>
                <a:gd name="T47" fmla="*/ 798 h 863"/>
                <a:gd name="T48" fmla="*/ 1503 w 1666"/>
                <a:gd name="T49" fmla="*/ 824 h 863"/>
                <a:gd name="T50" fmla="*/ 1475 w 1666"/>
                <a:gd name="T51" fmla="*/ 846 h 863"/>
                <a:gd name="T52" fmla="*/ 1447 w 1666"/>
                <a:gd name="T53" fmla="*/ 863 h 863"/>
                <a:gd name="T54" fmla="*/ 0 w 1666"/>
                <a:gd name="T55" fmla="*/ 712 h 863"/>
                <a:gd name="T56" fmla="*/ 1491 w 1666"/>
                <a:gd name="T57" fmla="*/ 0 h 8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666" h="863">
                  <a:moveTo>
                    <a:pt x="1491" y="0"/>
                  </a:moveTo>
                  <a:lnTo>
                    <a:pt x="1519" y="6"/>
                  </a:lnTo>
                  <a:lnTo>
                    <a:pt x="1545" y="18"/>
                  </a:lnTo>
                  <a:lnTo>
                    <a:pt x="1568" y="34"/>
                  </a:lnTo>
                  <a:lnTo>
                    <a:pt x="1588" y="56"/>
                  </a:lnTo>
                  <a:lnTo>
                    <a:pt x="1607" y="83"/>
                  </a:lnTo>
                  <a:lnTo>
                    <a:pt x="1623" y="112"/>
                  </a:lnTo>
                  <a:lnTo>
                    <a:pt x="1636" y="145"/>
                  </a:lnTo>
                  <a:lnTo>
                    <a:pt x="1647" y="182"/>
                  </a:lnTo>
                  <a:lnTo>
                    <a:pt x="1655" y="221"/>
                  </a:lnTo>
                  <a:lnTo>
                    <a:pt x="1660" y="262"/>
                  </a:lnTo>
                  <a:lnTo>
                    <a:pt x="1665" y="305"/>
                  </a:lnTo>
                  <a:lnTo>
                    <a:pt x="1666" y="349"/>
                  </a:lnTo>
                  <a:lnTo>
                    <a:pt x="1665" y="394"/>
                  </a:lnTo>
                  <a:lnTo>
                    <a:pt x="1660" y="440"/>
                  </a:lnTo>
                  <a:lnTo>
                    <a:pt x="1655" y="485"/>
                  </a:lnTo>
                  <a:lnTo>
                    <a:pt x="1647" y="530"/>
                  </a:lnTo>
                  <a:lnTo>
                    <a:pt x="1637" y="574"/>
                  </a:lnTo>
                  <a:lnTo>
                    <a:pt x="1624" y="617"/>
                  </a:lnTo>
                  <a:lnTo>
                    <a:pt x="1609" y="659"/>
                  </a:lnTo>
                  <a:lnTo>
                    <a:pt x="1593" y="698"/>
                  </a:lnTo>
                  <a:lnTo>
                    <a:pt x="1573" y="734"/>
                  </a:lnTo>
                  <a:lnTo>
                    <a:pt x="1552" y="768"/>
                  </a:lnTo>
                  <a:lnTo>
                    <a:pt x="1529" y="798"/>
                  </a:lnTo>
                  <a:lnTo>
                    <a:pt x="1503" y="824"/>
                  </a:lnTo>
                  <a:lnTo>
                    <a:pt x="1475" y="846"/>
                  </a:lnTo>
                  <a:lnTo>
                    <a:pt x="1447" y="863"/>
                  </a:lnTo>
                  <a:lnTo>
                    <a:pt x="0" y="712"/>
                  </a:lnTo>
                  <a:lnTo>
                    <a:pt x="1491" y="0"/>
                  </a:lnTo>
                  <a:close/>
                </a:path>
              </a:pathLst>
            </a:custGeom>
            <a:solidFill>
              <a:schemeClr val="bg1"/>
            </a:solidFill>
            <a:ln w="0">
              <a:noFill/>
              <a:prstDash val="solid"/>
              <a:round/>
              <a:headEnd/>
              <a:tailEnd/>
            </a:ln>
          </p:spPr>
          <p:txBody>
            <a:bodyPr wrap="square" lIns="91440" tIns="45720" rIns="91440" bIns="45720" anchor="ctr">
              <a:noAutofit/>
            </a:bodyPr>
            <a:lstStyle/>
            <a:p>
              <a:pPr algn="ctr"/>
              <a:endParaRPr dirty="0">
                <a:cs typeface="+mn-ea"/>
                <a:sym typeface="+mn-lt"/>
              </a:endParaRPr>
            </a:p>
          </p:txBody>
        </p:sp>
        <p:sp>
          <p:nvSpPr>
            <p:cNvPr id="39" name="任意多边形: 形状 38">
              <a:extLst>
                <a:ext uri="{FF2B5EF4-FFF2-40B4-BE49-F238E27FC236}">
                  <a16:creationId xmlns:a16="http://schemas.microsoft.com/office/drawing/2014/main" id="{43D5F2C9-7D98-F74F-BCAE-F98C1B227E49}"/>
                </a:ext>
              </a:extLst>
            </p:cNvPr>
            <p:cNvSpPr/>
            <p:nvPr/>
          </p:nvSpPr>
          <p:spPr bwMode="auto">
            <a:xfrm>
              <a:off x="9266890" y="2890442"/>
              <a:ext cx="204516" cy="211714"/>
            </a:xfrm>
            <a:custGeom>
              <a:avLst/>
              <a:gdLst>
                <a:gd name="T0" fmla="*/ 1013 w 1707"/>
                <a:gd name="T1" fmla="*/ 0 h 1769"/>
                <a:gd name="T2" fmla="*/ 1053 w 1707"/>
                <a:gd name="T3" fmla="*/ 5 h 1769"/>
                <a:gd name="T4" fmla="*/ 1094 w 1707"/>
                <a:gd name="T5" fmla="*/ 13 h 1769"/>
                <a:gd name="T6" fmla="*/ 1136 w 1707"/>
                <a:gd name="T7" fmla="*/ 27 h 1769"/>
                <a:gd name="T8" fmla="*/ 1178 w 1707"/>
                <a:gd name="T9" fmla="*/ 43 h 1769"/>
                <a:gd name="T10" fmla="*/ 1222 w 1707"/>
                <a:gd name="T11" fmla="*/ 63 h 1769"/>
                <a:gd name="T12" fmla="*/ 1264 w 1707"/>
                <a:gd name="T13" fmla="*/ 86 h 1769"/>
                <a:gd name="T14" fmla="*/ 1307 w 1707"/>
                <a:gd name="T15" fmla="*/ 112 h 1769"/>
                <a:gd name="T16" fmla="*/ 1348 w 1707"/>
                <a:gd name="T17" fmla="*/ 142 h 1769"/>
                <a:gd name="T18" fmla="*/ 1389 w 1707"/>
                <a:gd name="T19" fmla="*/ 173 h 1769"/>
                <a:gd name="T20" fmla="*/ 1429 w 1707"/>
                <a:gd name="T21" fmla="*/ 207 h 1769"/>
                <a:gd name="T22" fmla="*/ 1467 w 1707"/>
                <a:gd name="T23" fmla="*/ 242 h 1769"/>
                <a:gd name="T24" fmla="*/ 1504 w 1707"/>
                <a:gd name="T25" fmla="*/ 280 h 1769"/>
                <a:gd name="T26" fmla="*/ 1538 w 1707"/>
                <a:gd name="T27" fmla="*/ 317 h 1769"/>
                <a:gd name="T28" fmla="*/ 1570 w 1707"/>
                <a:gd name="T29" fmla="*/ 357 h 1769"/>
                <a:gd name="T30" fmla="*/ 1599 w 1707"/>
                <a:gd name="T31" fmla="*/ 397 h 1769"/>
                <a:gd name="T32" fmla="*/ 1626 w 1707"/>
                <a:gd name="T33" fmla="*/ 438 h 1769"/>
                <a:gd name="T34" fmla="*/ 1649 w 1707"/>
                <a:gd name="T35" fmla="*/ 479 h 1769"/>
                <a:gd name="T36" fmla="*/ 1669 w 1707"/>
                <a:gd name="T37" fmla="*/ 519 h 1769"/>
                <a:gd name="T38" fmla="*/ 1684 w 1707"/>
                <a:gd name="T39" fmla="*/ 560 h 1769"/>
                <a:gd name="T40" fmla="*/ 1697 w 1707"/>
                <a:gd name="T41" fmla="*/ 600 h 1769"/>
                <a:gd name="T42" fmla="*/ 1703 w 1707"/>
                <a:gd name="T43" fmla="*/ 639 h 1769"/>
                <a:gd name="T44" fmla="*/ 1707 w 1707"/>
                <a:gd name="T45" fmla="*/ 677 h 1769"/>
                <a:gd name="T46" fmla="*/ 1704 w 1707"/>
                <a:gd name="T47" fmla="*/ 714 h 1769"/>
                <a:gd name="T48" fmla="*/ 1697 w 1707"/>
                <a:gd name="T49" fmla="*/ 749 h 1769"/>
                <a:gd name="T50" fmla="*/ 1683 w 1707"/>
                <a:gd name="T51" fmla="*/ 782 h 1769"/>
                <a:gd name="T52" fmla="*/ 0 w 1707"/>
                <a:gd name="T53" fmla="*/ 1769 h 1769"/>
                <a:gd name="T54" fmla="*/ 872 w 1707"/>
                <a:gd name="T55" fmla="*/ 30 h 1769"/>
                <a:gd name="T56" fmla="*/ 904 w 1707"/>
                <a:gd name="T57" fmla="*/ 15 h 1769"/>
                <a:gd name="T58" fmla="*/ 938 w 1707"/>
                <a:gd name="T59" fmla="*/ 5 h 1769"/>
                <a:gd name="T60" fmla="*/ 976 w 1707"/>
                <a:gd name="T61" fmla="*/ 0 h 1769"/>
                <a:gd name="T62" fmla="*/ 1013 w 1707"/>
                <a:gd name="T63" fmla="*/ 0 h 17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707" h="1769">
                  <a:moveTo>
                    <a:pt x="1013" y="0"/>
                  </a:moveTo>
                  <a:lnTo>
                    <a:pt x="1053" y="5"/>
                  </a:lnTo>
                  <a:lnTo>
                    <a:pt x="1094" y="13"/>
                  </a:lnTo>
                  <a:lnTo>
                    <a:pt x="1136" y="27"/>
                  </a:lnTo>
                  <a:lnTo>
                    <a:pt x="1178" y="43"/>
                  </a:lnTo>
                  <a:lnTo>
                    <a:pt x="1222" y="63"/>
                  </a:lnTo>
                  <a:lnTo>
                    <a:pt x="1264" y="86"/>
                  </a:lnTo>
                  <a:lnTo>
                    <a:pt x="1307" y="112"/>
                  </a:lnTo>
                  <a:lnTo>
                    <a:pt x="1348" y="142"/>
                  </a:lnTo>
                  <a:lnTo>
                    <a:pt x="1389" y="173"/>
                  </a:lnTo>
                  <a:lnTo>
                    <a:pt x="1429" y="207"/>
                  </a:lnTo>
                  <a:lnTo>
                    <a:pt x="1467" y="242"/>
                  </a:lnTo>
                  <a:lnTo>
                    <a:pt x="1504" y="280"/>
                  </a:lnTo>
                  <a:lnTo>
                    <a:pt x="1538" y="317"/>
                  </a:lnTo>
                  <a:lnTo>
                    <a:pt x="1570" y="357"/>
                  </a:lnTo>
                  <a:lnTo>
                    <a:pt x="1599" y="397"/>
                  </a:lnTo>
                  <a:lnTo>
                    <a:pt x="1626" y="438"/>
                  </a:lnTo>
                  <a:lnTo>
                    <a:pt x="1649" y="479"/>
                  </a:lnTo>
                  <a:lnTo>
                    <a:pt x="1669" y="519"/>
                  </a:lnTo>
                  <a:lnTo>
                    <a:pt x="1684" y="560"/>
                  </a:lnTo>
                  <a:lnTo>
                    <a:pt x="1697" y="600"/>
                  </a:lnTo>
                  <a:lnTo>
                    <a:pt x="1703" y="639"/>
                  </a:lnTo>
                  <a:lnTo>
                    <a:pt x="1707" y="677"/>
                  </a:lnTo>
                  <a:lnTo>
                    <a:pt x="1704" y="714"/>
                  </a:lnTo>
                  <a:lnTo>
                    <a:pt x="1697" y="749"/>
                  </a:lnTo>
                  <a:lnTo>
                    <a:pt x="1683" y="782"/>
                  </a:lnTo>
                  <a:lnTo>
                    <a:pt x="0" y="1769"/>
                  </a:lnTo>
                  <a:lnTo>
                    <a:pt x="872" y="30"/>
                  </a:lnTo>
                  <a:lnTo>
                    <a:pt x="904" y="15"/>
                  </a:lnTo>
                  <a:lnTo>
                    <a:pt x="938" y="5"/>
                  </a:lnTo>
                  <a:lnTo>
                    <a:pt x="976" y="0"/>
                  </a:lnTo>
                  <a:lnTo>
                    <a:pt x="1013" y="0"/>
                  </a:lnTo>
                  <a:close/>
                </a:path>
              </a:pathLst>
            </a:custGeom>
            <a:solidFill>
              <a:schemeClr val="bg1"/>
            </a:solidFill>
            <a:ln w="0">
              <a:noFill/>
              <a:prstDash val="solid"/>
              <a:round/>
              <a:headEnd/>
              <a:tailEnd/>
            </a:ln>
          </p:spPr>
          <p:txBody>
            <a:bodyPr wrap="square" lIns="91440" tIns="45720" rIns="91440" bIns="45720" anchor="ctr">
              <a:noAutofit/>
            </a:bodyPr>
            <a:lstStyle/>
            <a:p>
              <a:pPr algn="ctr"/>
              <a:endParaRPr dirty="0">
                <a:cs typeface="+mn-ea"/>
                <a:sym typeface="+mn-lt"/>
              </a:endParaRPr>
            </a:p>
          </p:txBody>
        </p:sp>
        <p:sp>
          <p:nvSpPr>
            <p:cNvPr id="40" name="任意多边形: 形状 39">
              <a:extLst>
                <a:ext uri="{FF2B5EF4-FFF2-40B4-BE49-F238E27FC236}">
                  <a16:creationId xmlns:a16="http://schemas.microsoft.com/office/drawing/2014/main" id="{37FAC23D-7B38-5EE0-70E5-2F46FA386045}"/>
                </a:ext>
              </a:extLst>
            </p:cNvPr>
            <p:cNvSpPr/>
            <p:nvPr/>
          </p:nvSpPr>
          <p:spPr bwMode="auto">
            <a:xfrm>
              <a:off x="9176327" y="2783685"/>
              <a:ext cx="193121" cy="287883"/>
            </a:xfrm>
            <a:custGeom>
              <a:avLst/>
              <a:gdLst>
                <a:gd name="T0" fmla="*/ 771 w 1608"/>
                <a:gd name="T1" fmla="*/ 0 h 2398"/>
                <a:gd name="T2" fmla="*/ 837 w 1608"/>
                <a:gd name="T3" fmla="*/ 0 h 2398"/>
                <a:gd name="T4" fmla="*/ 904 w 1608"/>
                <a:gd name="T5" fmla="*/ 2 h 2398"/>
                <a:gd name="T6" fmla="*/ 969 w 1608"/>
                <a:gd name="T7" fmla="*/ 5 h 2398"/>
                <a:gd name="T8" fmla="*/ 1034 w 1608"/>
                <a:gd name="T9" fmla="*/ 12 h 2398"/>
                <a:gd name="T10" fmla="*/ 1097 w 1608"/>
                <a:gd name="T11" fmla="*/ 20 h 2398"/>
                <a:gd name="T12" fmla="*/ 1159 w 1608"/>
                <a:gd name="T13" fmla="*/ 30 h 2398"/>
                <a:gd name="T14" fmla="*/ 1218 w 1608"/>
                <a:gd name="T15" fmla="*/ 42 h 2398"/>
                <a:gd name="T16" fmla="*/ 1276 w 1608"/>
                <a:gd name="T17" fmla="*/ 58 h 2398"/>
                <a:gd name="T18" fmla="*/ 1329 w 1608"/>
                <a:gd name="T19" fmla="*/ 74 h 2398"/>
                <a:gd name="T20" fmla="*/ 1380 w 1608"/>
                <a:gd name="T21" fmla="*/ 93 h 2398"/>
                <a:gd name="T22" fmla="*/ 1427 w 1608"/>
                <a:gd name="T23" fmla="*/ 114 h 2398"/>
                <a:gd name="T24" fmla="*/ 1469 w 1608"/>
                <a:gd name="T25" fmla="*/ 136 h 2398"/>
                <a:gd name="T26" fmla="*/ 1508 w 1608"/>
                <a:gd name="T27" fmla="*/ 161 h 2398"/>
                <a:gd name="T28" fmla="*/ 1541 w 1608"/>
                <a:gd name="T29" fmla="*/ 188 h 2398"/>
                <a:gd name="T30" fmla="*/ 1569 w 1608"/>
                <a:gd name="T31" fmla="*/ 217 h 2398"/>
                <a:gd name="T32" fmla="*/ 1591 w 1608"/>
                <a:gd name="T33" fmla="*/ 248 h 2398"/>
                <a:gd name="T34" fmla="*/ 1608 w 1608"/>
                <a:gd name="T35" fmla="*/ 281 h 2398"/>
                <a:gd name="T36" fmla="*/ 806 w 1608"/>
                <a:gd name="T37" fmla="*/ 2398 h 2398"/>
                <a:gd name="T38" fmla="*/ 0 w 1608"/>
                <a:gd name="T39" fmla="*/ 281 h 2398"/>
                <a:gd name="T40" fmla="*/ 15 w 1608"/>
                <a:gd name="T41" fmla="*/ 248 h 2398"/>
                <a:gd name="T42" fmla="*/ 37 w 1608"/>
                <a:gd name="T43" fmla="*/ 217 h 2398"/>
                <a:gd name="T44" fmla="*/ 66 w 1608"/>
                <a:gd name="T45" fmla="*/ 188 h 2398"/>
                <a:gd name="T46" fmla="*/ 100 w 1608"/>
                <a:gd name="T47" fmla="*/ 161 h 2398"/>
                <a:gd name="T48" fmla="*/ 137 w 1608"/>
                <a:gd name="T49" fmla="*/ 136 h 2398"/>
                <a:gd name="T50" fmla="*/ 180 w 1608"/>
                <a:gd name="T51" fmla="*/ 114 h 2398"/>
                <a:gd name="T52" fmla="*/ 227 w 1608"/>
                <a:gd name="T53" fmla="*/ 93 h 2398"/>
                <a:gd name="T54" fmla="*/ 278 w 1608"/>
                <a:gd name="T55" fmla="*/ 74 h 2398"/>
                <a:gd name="T56" fmla="*/ 332 w 1608"/>
                <a:gd name="T57" fmla="*/ 58 h 2398"/>
                <a:gd name="T58" fmla="*/ 389 w 1608"/>
                <a:gd name="T59" fmla="*/ 42 h 2398"/>
                <a:gd name="T60" fmla="*/ 448 w 1608"/>
                <a:gd name="T61" fmla="*/ 30 h 2398"/>
                <a:gd name="T62" fmla="*/ 510 w 1608"/>
                <a:gd name="T63" fmla="*/ 20 h 2398"/>
                <a:gd name="T64" fmla="*/ 574 w 1608"/>
                <a:gd name="T65" fmla="*/ 12 h 2398"/>
                <a:gd name="T66" fmla="*/ 638 w 1608"/>
                <a:gd name="T67" fmla="*/ 5 h 2398"/>
                <a:gd name="T68" fmla="*/ 704 w 1608"/>
                <a:gd name="T69" fmla="*/ 2 h 2398"/>
                <a:gd name="T70" fmla="*/ 771 w 1608"/>
                <a:gd name="T71" fmla="*/ 0 h 23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608" h="2398">
                  <a:moveTo>
                    <a:pt x="771" y="0"/>
                  </a:moveTo>
                  <a:lnTo>
                    <a:pt x="837" y="0"/>
                  </a:lnTo>
                  <a:lnTo>
                    <a:pt x="904" y="2"/>
                  </a:lnTo>
                  <a:lnTo>
                    <a:pt x="969" y="5"/>
                  </a:lnTo>
                  <a:lnTo>
                    <a:pt x="1034" y="12"/>
                  </a:lnTo>
                  <a:lnTo>
                    <a:pt x="1097" y="20"/>
                  </a:lnTo>
                  <a:lnTo>
                    <a:pt x="1159" y="30"/>
                  </a:lnTo>
                  <a:lnTo>
                    <a:pt x="1218" y="42"/>
                  </a:lnTo>
                  <a:lnTo>
                    <a:pt x="1276" y="58"/>
                  </a:lnTo>
                  <a:lnTo>
                    <a:pt x="1329" y="74"/>
                  </a:lnTo>
                  <a:lnTo>
                    <a:pt x="1380" y="93"/>
                  </a:lnTo>
                  <a:lnTo>
                    <a:pt x="1427" y="114"/>
                  </a:lnTo>
                  <a:lnTo>
                    <a:pt x="1469" y="136"/>
                  </a:lnTo>
                  <a:lnTo>
                    <a:pt x="1508" y="161"/>
                  </a:lnTo>
                  <a:lnTo>
                    <a:pt x="1541" y="188"/>
                  </a:lnTo>
                  <a:lnTo>
                    <a:pt x="1569" y="217"/>
                  </a:lnTo>
                  <a:lnTo>
                    <a:pt x="1591" y="248"/>
                  </a:lnTo>
                  <a:lnTo>
                    <a:pt x="1608" y="281"/>
                  </a:lnTo>
                  <a:lnTo>
                    <a:pt x="806" y="2398"/>
                  </a:lnTo>
                  <a:lnTo>
                    <a:pt x="0" y="281"/>
                  </a:lnTo>
                  <a:lnTo>
                    <a:pt x="15" y="248"/>
                  </a:lnTo>
                  <a:lnTo>
                    <a:pt x="37" y="217"/>
                  </a:lnTo>
                  <a:lnTo>
                    <a:pt x="66" y="188"/>
                  </a:lnTo>
                  <a:lnTo>
                    <a:pt x="100" y="161"/>
                  </a:lnTo>
                  <a:lnTo>
                    <a:pt x="137" y="136"/>
                  </a:lnTo>
                  <a:lnTo>
                    <a:pt x="180" y="114"/>
                  </a:lnTo>
                  <a:lnTo>
                    <a:pt x="227" y="93"/>
                  </a:lnTo>
                  <a:lnTo>
                    <a:pt x="278" y="74"/>
                  </a:lnTo>
                  <a:lnTo>
                    <a:pt x="332" y="58"/>
                  </a:lnTo>
                  <a:lnTo>
                    <a:pt x="389" y="42"/>
                  </a:lnTo>
                  <a:lnTo>
                    <a:pt x="448" y="30"/>
                  </a:lnTo>
                  <a:lnTo>
                    <a:pt x="510" y="20"/>
                  </a:lnTo>
                  <a:lnTo>
                    <a:pt x="574" y="12"/>
                  </a:lnTo>
                  <a:lnTo>
                    <a:pt x="638" y="5"/>
                  </a:lnTo>
                  <a:lnTo>
                    <a:pt x="704" y="2"/>
                  </a:lnTo>
                  <a:lnTo>
                    <a:pt x="771" y="0"/>
                  </a:lnTo>
                  <a:close/>
                </a:path>
              </a:pathLst>
            </a:custGeom>
            <a:solidFill>
              <a:schemeClr val="bg1"/>
            </a:solidFill>
            <a:ln w="0">
              <a:noFill/>
              <a:prstDash val="solid"/>
              <a:round/>
              <a:headEnd/>
              <a:tailEnd/>
            </a:ln>
          </p:spPr>
          <p:txBody>
            <a:bodyPr wrap="square" lIns="91440" tIns="45720" rIns="91440" bIns="45720" anchor="ctr">
              <a:noAutofit/>
            </a:bodyPr>
            <a:lstStyle/>
            <a:p>
              <a:pPr algn="ctr"/>
              <a:endParaRPr dirty="0">
                <a:cs typeface="+mn-ea"/>
                <a:sym typeface="+mn-lt"/>
              </a:endParaRPr>
            </a:p>
          </p:txBody>
        </p:sp>
      </p:grpSp>
      <p:pic>
        <p:nvPicPr>
          <p:cNvPr id="10" name="图片 9">
            <a:extLst>
              <a:ext uri="{FF2B5EF4-FFF2-40B4-BE49-F238E27FC236}">
                <a16:creationId xmlns:a16="http://schemas.microsoft.com/office/drawing/2014/main" id="{131F9FA0-1451-ACD4-5A72-1B854A1F7D1D}"/>
              </a:ext>
            </a:extLst>
          </p:cNvPr>
          <p:cNvPicPr>
            <a:picLocks noChangeAspect="1"/>
          </p:cNvPicPr>
          <p:nvPr/>
        </p:nvPicPr>
        <p:blipFill>
          <a:blip r:embed="rId2"/>
          <a:stretch>
            <a:fillRect/>
          </a:stretch>
        </p:blipFill>
        <p:spPr>
          <a:xfrm>
            <a:off x="1304410" y="1160566"/>
            <a:ext cx="3056759" cy="2003875"/>
          </a:xfrm>
          <a:prstGeom prst="rect">
            <a:avLst/>
          </a:prstGeom>
        </p:spPr>
      </p:pic>
      <p:sp>
        <p:nvSpPr>
          <p:cNvPr id="11" name="矩形: 圆角 10">
            <a:extLst>
              <a:ext uri="{FF2B5EF4-FFF2-40B4-BE49-F238E27FC236}">
                <a16:creationId xmlns:a16="http://schemas.microsoft.com/office/drawing/2014/main" id="{1A3A53A3-FC18-4CCB-FBF3-186282F75CB4}"/>
              </a:ext>
            </a:extLst>
          </p:cNvPr>
          <p:cNvSpPr/>
          <p:nvPr/>
        </p:nvSpPr>
        <p:spPr>
          <a:xfrm>
            <a:off x="6662250" y="2169897"/>
            <a:ext cx="4818237" cy="1497833"/>
          </a:xfrm>
          <a:prstGeom prst="roundRect">
            <a:avLst>
              <a:gd name="adj" fmla="val 12253"/>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Autofit/>
          </a:bodyPr>
          <a:lstStyle/>
          <a:p>
            <a:r>
              <a:rPr lang="zh-CN" altLang="en-US" sz="2000" dirty="0">
                <a:solidFill>
                  <a:schemeClr val="tx1"/>
                </a:solidFill>
                <a:cs typeface="+mn-ea"/>
                <a:sym typeface="+mn-lt"/>
              </a:rPr>
              <a:t>同时可视化图界面还有提供了消费预算结余信息，消费方式类别分类饼图，智能</a:t>
            </a:r>
            <a:r>
              <a:rPr lang="en-US" altLang="zh-CN" sz="2000" dirty="0">
                <a:solidFill>
                  <a:schemeClr val="tx1"/>
                </a:solidFill>
                <a:cs typeface="+mn-ea"/>
                <a:sym typeface="+mn-lt"/>
              </a:rPr>
              <a:t>AI</a:t>
            </a:r>
            <a:r>
              <a:rPr lang="zh-CN" altLang="en-US" sz="2000" dirty="0">
                <a:solidFill>
                  <a:schemeClr val="tx1"/>
                </a:solidFill>
                <a:cs typeface="+mn-ea"/>
                <a:sym typeface="+mn-lt"/>
              </a:rPr>
              <a:t>对话大语言模型，帮助用户更好的学习和实现消费理财的能力。</a:t>
            </a:r>
          </a:p>
        </p:txBody>
      </p:sp>
      <p:pic>
        <p:nvPicPr>
          <p:cNvPr id="13" name="图片 12">
            <a:extLst>
              <a:ext uri="{FF2B5EF4-FFF2-40B4-BE49-F238E27FC236}">
                <a16:creationId xmlns:a16="http://schemas.microsoft.com/office/drawing/2014/main" id="{3B335F8D-359B-6E7E-5987-45235D3F456E}"/>
              </a:ext>
            </a:extLst>
          </p:cNvPr>
          <p:cNvPicPr>
            <a:picLocks noChangeAspect="1"/>
          </p:cNvPicPr>
          <p:nvPr/>
        </p:nvPicPr>
        <p:blipFill>
          <a:blip r:embed="rId3"/>
          <a:stretch>
            <a:fillRect/>
          </a:stretch>
        </p:blipFill>
        <p:spPr>
          <a:xfrm>
            <a:off x="285181" y="3700428"/>
            <a:ext cx="2175074" cy="793121"/>
          </a:xfrm>
          <a:prstGeom prst="rect">
            <a:avLst/>
          </a:prstGeom>
        </p:spPr>
      </p:pic>
      <p:pic>
        <p:nvPicPr>
          <p:cNvPr id="16" name="图片 15">
            <a:extLst>
              <a:ext uri="{FF2B5EF4-FFF2-40B4-BE49-F238E27FC236}">
                <a16:creationId xmlns:a16="http://schemas.microsoft.com/office/drawing/2014/main" id="{7590B911-4E76-D611-8064-34F4C1608149}"/>
              </a:ext>
            </a:extLst>
          </p:cNvPr>
          <p:cNvPicPr>
            <a:picLocks noChangeAspect="1"/>
          </p:cNvPicPr>
          <p:nvPr/>
        </p:nvPicPr>
        <p:blipFill>
          <a:blip r:embed="rId4"/>
          <a:stretch>
            <a:fillRect/>
          </a:stretch>
        </p:blipFill>
        <p:spPr>
          <a:xfrm>
            <a:off x="2643450" y="3587691"/>
            <a:ext cx="1520523" cy="2750654"/>
          </a:xfrm>
          <a:prstGeom prst="rect">
            <a:avLst/>
          </a:prstGeom>
        </p:spPr>
      </p:pic>
      <p:pic>
        <p:nvPicPr>
          <p:cNvPr id="18" name="图片 17">
            <a:extLst>
              <a:ext uri="{FF2B5EF4-FFF2-40B4-BE49-F238E27FC236}">
                <a16:creationId xmlns:a16="http://schemas.microsoft.com/office/drawing/2014/main" id="{A61C8092-D15C-973C-1644-D3B03CF1D51A}"/>
              </a:ext>
            </a:extLst>
          </p:cNvPr>
          <p:cNvPicPr>
            <a:picLocks noChangeAspect="1"/>
          </p:cNvPicPr>
          <p:nvPr/>
        </p:nvPicPr>
        <p:blipFill>
          <a:blip r:embed="rId5"/>
          <a:stretch>
            <a:fillRect/>
          </a:stretch>
        </p:blipFill>
        <p:spPr>
          <a:xfrm>
            <a:off x="4579226" y="3489809"/>
            <a:ext cx="1359104" cy="2750654"/>
          </a:xfrm>
          <a:prstGeom prst="rect">
            <a:avLst/>
          </a:prstGeom>
        </p:spPr>
      </p:pic>
    </p:spTree>
    <p:extLst>
      <p:ext uri="{BB962C8B-B14F-4D97-AF65-F5344CB8AC3E}">
        <p14:creationId xmlns:p14="http://schemas.microsoft.com/office/powerpoint/2010/main" val="205601108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pattFill prst="pct10">
          <a:fgClr>
            <a:schemeClr val="accent1"/>
          </a:fgClr>
          <a:bgClr>
            <a:schemeClr val="bg1"/>
          </a:bgClr>
        </a:pattFill>
        <a:effectLst/>
      </p:bgPr>
    </p:bg>
    <p:spTree>
      <p:nvGrpSpPr>
        <p:cNvPr id="1" name="">
          <a:extLst>
            <a:ext uri="{FF2B5EF4-FFF2-40B4-BE49-F238E27FC236}">
              <a16:creationId xmlns:a16="http://schemas.microsoft.com/office/drawing/2014/main" id="{4C3383A5-C23F-FE89-0F16-1E0E1F516A6B}"/>
            </a:ext>
          </a:extLst>
        </p:cNvPr>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0CD718F6-F469-6593-1910-08E9261A051B}"/>
              </a:ext>
            </a:extLst>
          </p:cNvPr>
          <p:cNvSpPr>
            <a:spLocks noGrp="1"/>
          </p:cNvSpPr>
          <p:nvPr>
            <p:ph type="sldNum" sz="quarter" idx="12"/>
          </p:nvPr>
        </p:nvSpPr>
        <p:spPr/>
        <p:txBody>
          <a:bodyPr/>
          <a:lstStyle/>
          <a:p>
            <a:fld id="{5DD3DB80-B894-403A-B48E-6FDC1A72010E}" type="slidenum">
              <a:rPr lang="zh-CN" altLang="en-US" smtClean="0">
                <a:cs typeface="+mn-ea"/>
                <a:sym typeface="+mn-lt"/>
              </a:rPr>
              <a:pPr/>
              <a:t>15</a:t>
            </a:fld>
            <a:endParaRPr lang="zh-CN" altLang="en-US">
              <a:cs typeface="+mn-ea"/>
              <a:sym typeface="+mn-lt"/>
            </a:endParaRPr>
          </a:p>
        </p:txBody>
      </p:sp>
      <p:grpSp>
        <p:nvGrpSpPr>
          <p:cNvPr id="5" name="组合 4"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title="iSlide™ 版权声明  COPYRIGHT NOTICE">
            <a:extLst>
              <a:ext uri="{FF2B5EF4-FFF2-40B4-BE49-F238E27FC236}">
                <a16:creationId xmlns:a16="http://schemas.microsoft.com/office/drawing/2014/main" id="{10B40F39-316D-A095-B963-17452F92FE75}"/>
              </a:ext>
            </a:extLst>
          </p:cNvPr>
          <p:cNvGrpSpPr>
            <a:grpSpLocks noChangeAspect="1"/>
          </p:cNvGrpSpPr>
          <p:nvPr/>
        </p:nvGrpSpPr>
        <p:grpSpPr>
          <a:xfrm>
            <a:off x="2138539" y="764241"/>
            <a:ext cx="7254491" cy="3490888"/>
            <a:chOff x="2694687" y="1468904"/>
            <a:chExt cx="6776719" cy="3117978"/>
          </a:xfrm>
        </p:grpSpPr>
        <p:sp>
          <p:nvSpPr>
            <p:cNvPr id="6" name="矩形: 圆角 5">
              <a:extLst>
                <a:ext uri="{FF2B5EF4-FFF2-40B4-BE49-F238E27FC236}">
                  <a16:creationId xmlns:a16="http://schemas.microsoft.com/office/drawing/2014/main" id="{6C459FF5-EBAB-6C05-8E5B-DADEFDDF8FFB}"/>
                </a:ext>
              </a:extLst>
            </p:cNvPr>
            <p:cNvSpPr/>
            <p:nvPr/>
          </p:nvSpPr>
          <p:spPr>
            <a:xfrm>
              <a:off x="4802780" y="1468904"/>
              <a:ext cx="2650971" cy="505968"/>
            </a:xfrm>
            <a:prstGeom prst="roundRect">
              <a:avLst>
                <a:gd name="adj" fmla="val 5000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Autofit/>
            </a:bodyPr>
            <a:lstStyle/>
            <a:p>
              <a:pPr algn="ctr"/>
              <a:r>
                <a:rPr lang="zh-CN" altLang="en-US" sz="1600" b="1" dirty="0">
                  <a:solidFill>
                    <a:schemeClr val="bg1"/>
                  </a:solidFill>
                  <a:cs typeface="+mn-ea"/>
                  <a:sym typeface="+mn-lt"/>
                </a:rPr>
                <a:t>我的信息</a:t>
              </a:r>
            </a:p>
          </p:txBody>
        </p:sp>
        <p:sp>
          <p:nvSpPr>
            <p:cNvPr id="14" name="矩形: 圆角 13">
              <a:extLst>
                <a:ext uri="{FF2B5EF4-FFF2-40B4-BE49-F238E27FC236}">
                  <a16:creationId xmlns:a16="http://schemas.microsoft.com/office/drawing/2014/main" id="{10301998-5744-431E-54B9-8D51911F7DE8}"/>
                </a:ext>
              </a:extLst>
            </p:cNvPr>
            <p:cNvSpPr/>
            <p:nvPr/>
          </p:nvSpPr>
          <p:spPr>
            <a:xfrm>
              <a:off x="5609431" y="4189410"/>
              <a:ext cx="2070725" cy="397472"/>
            </a:xfrm>
            <a:prstGeom prst="roundRect">
              <a:avLst>
                <a:gd name="adj" fmla="val 8562"/>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Autofit/>
            </a:bodyPr>
            <a:lstStyle/>
            <a:p>
              <a:pPr algn="ctr"/>
              <a:endParaRPr lang="zh-CN" altLang="en-US" sz="1600" dirty="0">
                <a:solidFill>
                  <a:schemeClr val="tx1"/>
                </a:solidFill>
                <a:cs typeface="+mn-ea"/>
                <a:sym typeface="+mn-lt"/>
              </a:endParaRPr>
            </a:p>
          </p:txBody>
        </p:sp>
        <p:sp>
          <p:nvSpPr>
            <p:cNvPr id="21" name="任意多边形: 形状 20">
              <a:extLst>
                <a:ext uri="{FF2B5EF4-FFF2-40B4-BE49-F238E27FC236}">
                  <a16:creationId xmlns:a16="http://schemas.microsoft.com/office/drawing/2014/main" id="{A572FD38-ACA8-E9FB-FC26-8A8B2636A018}"/>
                </a:ext>
              </a:extLst>
            </p:cNvPr>
            <p:cNvSpPr/>
            <p:nvPr/>
          </p:nvSpPr>
          <p:spPr bwMode="auto">
            <a:xfrm>
              <a:off x="2756563" y="2876558"/>
              <a:ext cx="94192" cy="94191"/>
            </a:xfrm>
            <a:custGeom>
              <a:avLst/>
              <a:gdLst>
                <a:gd name="T0" fmla="*/ 185 w 787"/>
                <a:gd name="T1" fmla="*/ 0 h 787"/>
                <a:gd name="T2" fmla="*/ 198 w 787"/>
                <a:gd name="T3" fmla="*/ 4 h 787"/>
                <a:gd name="T4" fmla="*/ 209 w 787"/>
                <a:gd name="T5" fmla="*/ 12 h 787"/>
                <a:gd name="T6" fmla="*/ 394 w 787"/>
                <a:gd name="T7" fmla="*/ 196 h 787"/>
                <a:gd name="T8" fmla="*/ 578 w 787"/>
                <a:gd name="T9" fmla="*/ 12 h 787"/>
                <a:gd name="T10" fmla="*/ 589 w 787"/>
                <a:gd name="T11" fmla="*/ 4 h 787"/>
                <a:gd name="T12" fmla="*/ 602 w 787"/>
                <a:gd name="T13" fmla="*/ 0 h 787"/>
                <a:gd name="T14" fmla="*/ 615 w 787"/>
                <a:gd name="T15" fmla="*/ 0 h 787"/>
                <a:gd name="T16" fmla="*/ 627 w 787"/>
                <a:gd name="T17" fmla="*/ 4 h 787"/>
                <a:gd name="T18" fmla="*/ 638 w 787"/>
                <a:gd name="T19" fmla="*/ 12 h 787"/>
                <a:gd name="T20" fmla="*/ 775 w 787"/>
                <a:gd name="T21" fmla="*/ 149 h 787"/>
                <a:gd name="T22" fmla="*/ 784 w 787"/>
                <a:gd name="T23" fmla="*/ 160 h 787"/>
                <a:gd name="T24" fmla="*/ 787 w 787"/>
                <a:gd name="T25" fmla="*/ 172 h 787"/>
                <a:gd name="T26" fmla="*/ 787 w 787"/>
                <a:gd name="T27" fmla="*/ 185 h 787"/>
                <a:gd name="T28" fmla="*/ 784 w 787"/>
                <a:gd name="T29" fmla="*/ 199 h 787"/>
                <a:gd name="T30" fmla="*/ 775 w 787"/>
                <a:gd name="T31" fmla="*/ 209 h 787"/>
                <a:gd name="T32" fmla="*/ 591 w 787"/>
                <a:gd name="T33" fmla="*/ 394 h 787"/>
                <a:gd name="T34" fmla="*/ 775 w 787"/>
                <a:gd name="T35" fmla="*/ 578 h 787"/>
                <a:gd name="T36" fmla="*/ 784 w 787"/>
                <a:gd name="T37" fmla="*/ 589 h 787"/>
                <a:gd name="T38" fmla="*/ 787 w 787"/>
                <a:gd name="T39" fmla="*/ 602 h 787"/>
                <a:gd name="T40" fmla="*/ 787 w 787"/>
                <a:gd name="T41" fmla="*/ 615 h 787"/>
                <a:gd name="T42" fmla="*/ 784 w 787"/>
                <a:gd name="T43" fmla="*/ 627 h 787"/>
                <a:gd name="T44" fmla="*/ 775 w 787"/>
                <a:gd name="T45" fmla="*/ 638 h 787"/>
                <a:gd name="T46" fmla="*/ 638 w 787"/>
                <a:gd name="T47" fmla="*/ 775 h 787"/>
                <a:gd name="T48" fmla="*/ 627 w 787"/>
                <a:gd name="T49" fmla="*/ 783 h 787"/>
                <a:gd name="T50" fmla="*/ 615 w 787"/>
                <a:gd name="T51" fmla="*/ 787 h 787"/>
                <a:gd name="T52" fmla="*/ 602 w 787"/>
                <a:gd name="T53" fmla="*/ 787 h 787"/>
                <a:gd name="T54" fmla="*/ 589 w 787"/>
                <a:gd name="T55" fmla="*/ 783 h 787"/>
                <a:gd name="T56" fmla="*/ 578 w 787"/>
                <a:gd name="T57" fmla="*/ 775 h 787"/>
                <a:gd name="T58" fmla="*/ 394 w 787"/>
                <a:gd name="T59" fmla="*/ 591 h 787"/>
                <a:gd name="T60" fmla="*/ 209 w 787"/>
                <a:gd name="T61" fmla="*/ 775 h 787"/>
                <a:gd name="T62" fmla="*/ 198 w 787"/>
                <a:gd name="T63" fmla="*/ 783 h 787"/>
                <a:gd name="T64" fmla="*/ 185 w 787"/>
                <a:gd name="T65" fmla="*/ 787 h 787"/>
                <a:gd name="T66" fmla="*/ 173 w 787"/>
                <a:gd name="T67" fmla="*/ 787 h 787"/>
                <a:gd name="T68" fmla="*/ 160 w 787"/>
                <a:gd name="T69" fmla="*/ 783 h 787"/>
                <a:gd name="T70" fmla="*/ 149 w 787"/>
                <a:gd name="T71" fmla="*/ 775 h 787"/>
                <a:gd name="T72" fmla="*/ 12 w 787"/>
                <a:gd name="T73" fmla="*/ 638 h 787"/>
                <a:gd name="T74" fmla="*/ 4 w 787"/>
                <a:gd name="T75" fmla="*/ 627 h 787"/>
                <a:gd name="T76" fmla="*/ 0 w 787"/>
                <a:gd name="T77" fmla="*/ 615 h 787"/>
                <a:gd name="T78" fmla="*/ 0 w 787"/>
                <a:gd name="T79" fmla="*/ 602 h 787"/>
                <a:gd name="T80" fmla="*/ 4 w 787"/>
                <a:gd name="T81" fmla="*/ 589 h 787"/>
                <a:gd name="T82" fmla="*/ 12 w 787"/>
                <a:gd name="T83" fmla="*/ 578 h 787"/>
                <a:gd name="T84" fmla="*/ 196 w 787"/>
                <a:gd name="T85" fmla="*/ 394 h 787"/>
                <a:gd name="T86" fmla="*/ 12 w 787"/>
                <a:gd name="T87" fmla="*/ 209 h 787"/>
                <a:gd name="T88" fmla="*/ 4 w 787"/>
                <a:gd name="T89" fmla="*/ 199 h 787"/>
                <a:gd name="T90" fmla="*/ 0 w 787"/>
                <a:gd name="T91" fmla="*/ 185 h 787"/>
                <a:gd name="T92" fmla="*/ 0 w 787"/>
                <a:gd name="T93" fmla="*/ 172 h 787"/>
                <a:gd name="T94" fmla="*/ 4 w 787"/>
                <a:gd name="T95" fmla="*/ 160 h 787"/>
                <a:gd name="T96" fmla="*/ 12 w 787"/>
                <a:gd name="T97" fmla="*/ 149 h 787"/>
                <a:gd name="T98" fmla="*/ 149 w 787"/>
                <a:gd name="T99" fmla="*/ 12 h 787"/>
                <a:gd name="T100" fmla="*/ 160 w 787"/>
                <a:gd name="T101" fmla="*/ 4 h 787"/>
                <a:gd name="T102" fmla="*/ 173 w 787"/>
                <a:gd name="T103" fmla="*/ 0 h 787"/>
                <a:gd name="T104" fmla="*/ 185 w 787"/>
                <a:gd name="T105" fmla="*/ 0 h 7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787" h="787">
                  <a:moveTo>
                    <a:pt x="185" y="0"/>
                  </a:moveTo>
                  <a:lnTo>
                    <a:pt x="198" y="4"/>
                  </a:lnTo>
                  <a:lnTo>
                    <a:pt x="209" y="12"/>
                  </a:lnTo>
                  <a:lnTo>
                    <a:pt x="394" y="196"/>
                  </a:lnTo>
                  <a:lnTo>
                    <a:pt x="578" y="12"/>
                  </a:lnTo>
                  <a:lnTo>
                    <a:pt x="589" y="4"/>
                  </a:lnTo>
                  <a:lnTo>
                    <a:pt x="602" y="0"/>
                  </a:lnTo>
                  <a:lnTo>
                    <a:pt x="615" y="0"/>
                  </a:lnTo>
                  <a:lnTo>
                    <a:pt x="627" y="4"/>
                  </a:lnTo>
                  <a:lnTo>
                    <a:pt x="638" y="12"/>
                  </a:lnTo>
                  <a:lnTo>
                    <a:pt x="775" y="149"/>
                  </a:lnTo>
                  <a:lnTo>
                    <a:pt x="784" y="160"/>
                  </a:lnTo>
                  <a:lnTo>
                    <a:pt x="787" y="172"/>
                  </a:lnTo>
                  <a:lnTo>
                    <a:pt x="787" y="185"/>
                  </a:lnTo>
                  <a:lnTo>
                    <a:pt x="784" y="199"/>
                  </a:lnTo>
                  <a:lnTo>
                    <a:pt x="775" y="209"/>
                  </a:lnTo>
                  <a:lnTo>
                    <a:pt x="591" y="394"/>
                  </a:lnTo>
                  <a:lnTo>
                    <a:pt x="775" y="578"/>
                  </a:lnTo>
                  <a:lnTo>
                    <a:pt x="784" y="589"/>
                  </a:lnTo>
                  <a:lnTo>
                    <a:pt x="787" y="602"/>
                  </a:lnTo>
                  <a:lnTo>
                    <a:pt x="787" y="615"/>
                  </a:lnTo>
                  <a:lnTo>
                    <a:pt x="784" y="627"/>
                  </a:lnTo>
                  <a:lnTo>
                    <a:pt x="775" y="638"/>
                  </a:lnTo>
                  <a:lnTo>
                    <a:pt x="638" y="775"/>
                  </a:lnTo>
                  <a:lnTo>
                    <a:pt x="627" y="783"/>
                  </a:lnTo>
                  <a:lnTo>
                    <a:pt x="615" y="787"/>
                  </a:lnTo>
                  <a:lnTo>
                    <a:pt x="602" y="787"/>
                  </a:lnTo>
                  <a:lnTo>
                    <a:pt x="589" y="783"/>
                  </a:lnTo>
                  <a:lnTo>
                    <a:pt x="578" y="775"/>
                  </a:lnTo>
                  <a:lnTo>
                    <a:pt x="394" y="591"/>
                  </a:lnTo>
                  <a:lnTo>
                    <a:pt x="209" y="775"/>
                  </a:lnTo>
                  <a:lnTo>
                    <a:pt x="198" y="783"/>
                  </a:lnTo>
                  <a:lnTo>
                    <a:pt x="185" y="787"/>
                  </a:lnTo>
                  <a:lnTo>
                    <a:pt x="173" y="787"/>
                  </a:lnTo>
                  <a:lnTo>
                    <a:pt x="160" y="783"/>
                  </a:lnTo>
                  <a:lnTo>
                    <a:pt x="149" y="775"/>
                  </a:lnTo>
                  <a:lnTo>
                    <a:pt x="12" y="638"/>
                  </a:lnTo>
                  <a:lnTo>
                    <a:pt x="4" y="627"/>
                  </a:lnTo>
                  <a:lnTo>
                    <a:pt x="0" y="615"/>
                  </a:lnTo>
                  <a:lnTo>
                    <a:pt x="0" y="602"/>
                  </a:lnTo>
                  <a:lnTo>
                    <a:pt x="4" y="589"/>
                  </a:lnTo>
                  <a:lnTo>
                    <a:pt x="12" y="578"/>
                  </a:lnTo>
                  <a:lnTo>
                    <a:pt x="196" y="394"/>
                  </a:lnTo>
                  <a:lnTo>
                    <a:pt x="12" y="209"/>
                  </a:lnTo>
                  <a:lnTo>
                    <a:pt x="4" y="199"/>
                  </a:lnTo>
                  <a:lnTo>
                    <a:pt x="0" y="185"/>
                  </a:lnTo>
                  <a:lnTo>
                    <a:pt x="0" y="172"/>
                  </a:lnTo>
                  <a:lnTo>
                    <a:pt x="4" y="160"/>
                  </a:lnTo>
                  <a:lnTo>
                    <a:pt x="12" y="149"/>
                  </a:lnTo>
                  <a:lnTo>
                    <a:pt x="149" y="12"/>
                  </a:lnTo>
                  <a:lnTo>
                    <a:pt x="160" y="4"/>
                  </a:lnTo>
                  <a:lnTo>
                    <a:pt x="173" y="0"/>
                  </a:lnTo>
                  <a:lnTo>
                    <a:pt x="185" y="0"/>
                  </a:lnTo>
                  <a:close/>
                </a:path>
              </a:pathLst>
            </a:custGeom>
            <a:solidFill>
              <a:schemeClr val="bg1"/>
            </a:solidFill>
            <a:ln w="0">
              <a:noFill/>
              <a:prstDash val="solid"/>
              <a:round/>
              <a:headEnd/>
              <a:tailEnd/>
            </a:ln>
          </p:spPr>
          <p:txBody>
            <a:bodyPr wrap="square" lIns="91440" tIns="45720" rIns="91440" bIns="45720" anchor="ctr">
              <a:noAutofit/>
            </a:bodyPr>
            <a:lstStyle/>
            <a:p>
              <a:pPr algn="ctr"/>
              <a:endParaRPr>
                <a:cs typeface="+mn-ea"/>
                <a:sym typeface="+mn-lt"/>
              </a:endParaRPr>
            </a:p>
          </p:txBody>
        </p:sp>
        <p:sp>
          <p:nvSpPr>
            <p:cNvPr id="24" name="任意多边形: 形状 23">
              <a:extLst>
                <a:ext uri="{FF2B5EF4-FFF2-40B4-BE49-F238E27FC236}">
                  <a16:creationId xmlns:a16="http://schemas.microsoft.com/office/drawing/2014/main" id="{04E0C5D8-1D53-441B-E8CE-016829578617}"/>
                </a:ext>
              </a:extLst>
            </p:cNvPr>
            <p:cNvSpPr/>
            <p:nvPr/>
          </p:nvSpPr>
          <p:spPr bwMode="auto">
            <a:xfrm>
              <a:off x="2995215" y="2810732"/>
              <a:ext cx="108194" cy="108075"/>
            </a:xfrm>
            <a:custGeom>
              <a:avLst/>
              <a:gdLst>
                <a:gd name="T0" fmla="*/ 452 w 904"/>
                <a:gd name="T1" fmla="*/ 0 h 903"/>
                <a:gd name="T2" fmla="*/ 505 w 904"/>
                <a:gd name="T3" fmla="*/ 4 h 903"/>
                <a:gd name="T4" fmla="*/ 555 w 904"/>
                <a:gd name="T5" fmla="*/ 12 h 903"/>
                <a:gd name="T6" fmla="*/ 604 w 904"/>
                <a:gd name="T7" fmla="*/ 27 h 903"/>
                <a:gd name="T8" fmla="*/ 651 w 904"/>
                <a:gd name="T9" fmla="*/ 46 h 903"/>
                <a:gd name="T10" fmla="*/ 694 w 904"/>
                <a:gd name="T11" fmla="*/ 71 h 903"/>
                <a:gd name="T12" fmla="*/ 735 w 904"/>
                <a:gd name="T13" fmla="*/ 100 h 903"/>
                <a:gd name="T14" fmla="*/ 771 w 904"/>
                <a:gd name="T15" fmla="*/ 133 h 903"/>
                <a:gd name="T16" fmla="*/ 804 w 904"/>
                <a:gd name="T17" fmla="*/ 169 h 903"/>
                <a:gd name="T18" fmla="*/ 833 w 904"/>
                <a:gd name="T19" fmla="*/ 210 h 903"/>
                <a:gd name="T20" fmla="*/ 858 w 904"/>
                <a:gd name="T21" fmla="*/ 253 h 903"/>
                <a:gd name="T22" fmla="*/ 878 w 904"/>
                <a:gd name="T23" fmla="*/ 300 h 903"/>
                <a:gd name="T24" fmla="*/ 892 w 904"/>
                <a:gd name="T25" fmla="*/ 348 h 903"/>
                <a:gd name="T26" fmla="*/ 900 w 904"/>
                <a:gd name="T27" fmla="*/ 400 h 903"/>
                <a:gd name="T28" fmla="*/ 904 w 904"/>
                <a:gd name="T29" fmla="*/ 452 h 903"/>
                <a:gd name="T30" fmla="*/ 900 w 904"/>
                <a:gd name="T31" fmla="*/ 505 h 903"/>
                <a:gd name="T32" fmla="*/ 892 w 904"/>
                <a:gd name="T33" fmla="*/ 556 h 903"/>
                <a:gd name="T34" fmla="*/ 878 w 904"/>
                <a:gd name="T35" fmla="*/ 605 h 903"/>
                <a:gd name="T36" fmla="*/ 858 w 904"/>
                <a:gd name="T37" fmla="*/ 650 h 903"/>
                <a:gd name="T38" fmla="*/ 833 w 904"/>
                <a:gd name="T39" fmla="*/ 694 h 903"/>
                <a:gd name="T40" fmla="*/ 804 w 904"/>
                <a:gd name="T41" fmla="*/ 734 h 903"/>
                <a:gd name="T42" fmla="*/ 771 w 904"/>
                <a:gd name="T43" fmla="*/ 771 h 903"/>
                <a:gd name="T44" fmla="*/ 735 w 904"/>
                <a:gd name="T45" fmla="*/ 804 h 903"/>
                <a:gd name="T46" fmla="*/ 694 w 904"/>
                <a:gd name="T47" fmla="*/ 834 h 903"/>
                <a:gd name="T48" fmla="*/ 651 w 904"/>
                <a:gd name="T49" fmla="*/ 858 h 903"/>
                <a:gd name="T50" fmla="*/ 604 w 904"/>
                <a:gd name="T51" fmla="*/ 877 h 903"/>
                <a:gd name="T52" fmla="*/ 555 w 904"/>
                <a:gd name="T53" fmla="*/ 893 h 903"/>
                <a:gd name="T54" fmla="*/ 505 w 904"/>
                <a:gd name="T55" fmla="*/ 901 h 903"/>
                <a:gd name="T56" fmla="*/ 452 w 904"/>
                <a:gd name="T57" fmla="*/ 903 h 903"/>
                <a:gd name="T58" fmla="*/ 399 w 904"/>
                <a:gd name="T59" fmla="*/ 901 h 903"/>
                <a:gd name="T60" fmla="*/ 349 w 904"/>
                <a:gd name="T61" fmla="*/ 893 h 903"/>
                <a:gd name="T62" fmla="*/ 300 w 904"/>
                <a:gd name="T63" fmla="*/ 877 h 903"/>
                <a:gd name="T64" fmla="*/ 253 w 904"/>
                <a:gd name="T65" fmla="*/ 858 h 903"/>
                <a:gd name="T66" fmla="*/ 210 w 904"/>
                <a:gd name="T67" fmla="*/ 834 h 903"/>
                <a:gd name="T68" fmla="*/ 170 w 904"/>
                <a:gd name="T69" fmla="*/ 804 h 903"/>
                <a:gd name="T70" fmla="*/ 133 w 904"/>
                <a:gd name="T71" fmla="*/ 771 h 903"/>
                <a:gd name="T72" fmla="*/ 99 w 904"/>
                <a:gd name="T73" fmla="*/ 734 h 903"/>
                <a:gd name="T74" fmla="*/ 70 w 904"/>
                <a:gd name="T75" fmla="*/ 694 h 903"/>
                <a:gd name="T76" fmla="*/ 47 w 904"/>
                <a:gd name="T77" fmla="*/ 650 h 903"/>
                <a:gd name="T78" fmla="*/ 27 w 904"/>
                <a:gd name="T79" fmla="*/ 605 h 903"/>
                <a:gd name="T80" fmla="*/ 12 w 904"/>
                <a:gd name="T81" fmla="*/ 556 h 903"/>
                <a:gd name="T82" fmla="*/ 3 w 904"/>
                <a:gd name="T83" fmla="*/ 505 h 903"/>
                <a:gd name="T84" fmla="*/ 0 w 904"/>
                <a:gd name="T85" fmla="*/ 452 h 903"/>
                <a:gd name="T86" fmla="*/ 3 w 904"/>
                <a:gd name="T87" fmla="*/ 400 h 903"/>
                <a:gd name="T88" fmla="*/ 12 w 904"/>
                <a:gd name="T89" fmla="*/ 348 h 903"/>
                <a:gd name="T90" fmla="*/ 27 w 904"/>
                <a:gd name="T91" fmla="*/ 300 h 903"/>
                <a:gd name="T92" fmla="*/ 47 w 904"/>
                <a:gd name="T93" fmla="*/ 253 h 903"/>
                <a:gd name="T94" fmla="*/ 70 w 904"/>
                <a:gd name="T95" fmla="*/ 210 h 903"/>
                <a:gd name="T96" fmla="*/ 99 w 904"/>
                <a:gd name="T97" fmla="*/ 169 h 903"/>
                <a:gd name="T98" fmla="*/ 133 w 904"/>
                <a:gd name="T99" fmla="*/ 133 h 903"/>
                <a:gd name="T100" fmla="*/ 170 w 904"/>
                <a:gd name="T101" fmla="*/ 100 h 903"/>
                <a:gd name="T102" fmla="*/ 210 w 904"/>
                <a:gd name="T103" fmla="*/ 71 h 903"/>
                <a:gd name="T104" fmla="*/ 253 w 904"/>
                <a:gd name="T105" fmla="*/ 46 h 903"/>
                <a:gd name="T106" fmla="*/ 300 w 904"/>
                <a:gd name="T107" fmla="*/ 27 h 903"/>
                <a:gd name="T108" fmla="*/ 349 w 904"/>
                <a:gd name="T109" fmla="*/ 12 h 903"/>
                <a:gd name="T110" fmla="*/ 399 w 904"/>
                <a:gd name="T111" fmla="*/ 4 h 903"/>
                <a:gd name="T112" fmla="*/ 452 w 904"/>
                <a:gd name="T113" fmla="*/ 0 h 9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904" h="903">
                  <a:moveTo>
                    <a:pt x="452" y="0"/>
                  </a:moveTo>
                  <a:lnTo>
                    <a:pt x="505" y="4"/>
                  </a:lnTo>
                  <a:lnTo>
                    <a:pt x="555" y="12"/>
                  </a:lnTo>
                  <a:lnTo>
                    <a:pt x="604" y="27"/>
                  </a:lnTo>
                  <a:lnTo>
                    <a:pt x="651" y="46"/>
                  </a:lnTo>
                  <a:lnTo>
                    <a:pt x="694" y="71"/>
                  </a:lnTo>
                  <a:lnTo>
                    <a:pt x="735" y="100"/>
                  </a:lnTo>
                  <a:lnTo>
                    <a:pt x="771" y="133"/>
                  </a:lnTo>
                  <a:lnTo>
                    <a:pt x="804" y="169"/>
                  </a:lnTo>
                  <a:lnTo>
                    <a:pt x="833" y="210"/>
                  </a:lnTo>
                  <a:lnTo>
                    <a:pt x="858" y="253"/>
                  </a:lnTo>
                  <a:lnTo>
                    <a:pt x="878" y="300"/>
                  </a:lnTo>
                  <a:lnTo>
                    <a:pt x="892" y="348"/>
                  </a:lnTo>
                  <a:lnTo>
                    <a:pt x="900" y="400"/>
                  </a:lnTo>
                  <a:lnTo>
                    <a:pt x="904" y="452"/>
                  </a:lnTo>
                  <a:lnTo>
                    <a:pt x="900" y="505"/>
                  </a:lnTo>
                  <a:lnTo>
                    <a:pt x="892" y="556"/>
                  </a:lnTo>
                  <a:lnTo>
                    <a:pt x="878" y="605"/>
                  </a:lnTo>
                  <a:lnTo>
                    <a:pt x="858" y="650"/>
                  </a:lnTo>
                  <a:lnTo>
                    <a:pt x="833" y="694"/>
                  </a:lnTo>
                  <a:lnTo>
                    <a:pt x="804" y="734"/>
                  </a:lnTo>
                  <a:lnTo>
                    <a:pt x="771" y="771"/>
                  </a:lnTo>
                  <a:lnTo>
                    <a:pt x="735" y="804"/>
                  </a:lnTo>
                  <a:lnTo>
                    <a:pt x="694" y="834"/>
                  </a:lnTo>
                  <a:lnTo>
                    <a:pt x="651" y="858"/>
                  </a:lnTo>
                  <a:lnTo>
                    <a:pt x="604" y="877"/>
                  </a:lnTo>
                  <a:lnTo>
                    <a:pt x="555" y="893"/>
                  </a:lnTo>
                  <a:lnTo>
                    <a:pt x="505" y="901"/>
                  </a:lnTo>
                  <a:lnTo>
                    <a:pt x="452" y="903"/>
                  </a:lnTo>
                  <a:lnTo>
                    <a:pt x="399" y="901"/>
                  </a:lnTo>
                  <a:lnTo>
                    <a:pt x="349" y="893"/>
                  </a:lnTo>
                  <a:lnTo>
                    <a:pt x="300" y="877"/>
                  </a:lnTo>
                  <a:lnTo>
                    <a:pt x="253" y="858"/>
                  </a:lnTo>
                  <a:lnTo>
                    <a:pt x="210" y="834"/>
                  </a:lnTo>
                  <a:lnTo>
                    <a:pt x="170" y="804"/>
                  </a:lnTo>
                  <a:lnTo>
                    <a:pt x="133" y="771"/>
                  </a:lnTo>
                  <a:lnTo>
                    <a:pt x="99" y="734"/>
                  </a:lnTo>
                  <a:lnTo>
                    <a:pt x="70" y="694"/>
                  </a:lnTo>
                  <a:lnTo>
                    <a:pt x="47" y="650"/>
                  </a:lnTo>
                  <a:lnTo>
                    <a:pt x="27" y="605"/>
                  </a:lnTo>
                  <a:lnTo>
                    <a:pt x="12" y="556"/>
                  </a:lnTo>
                  <a:lnTo>
                    <a:pt x="3" y="505"/>
                  </a:lnTo>
                  <a:lnTo>
                    <a:pt x="0" y="452"/>
                  </a:lnTo>
                  <a:lnTo>
                    <a:pt x="3" y="400"/>
                  </a:lnTo>
                  <a:lnTo>
                    <a:pt x="12" y="348"/>
                  </a:lnTo>
                  <a:lnTo>
                    <a:pt x="27" y="300"/>
                  </a:lnTo>
                  <a:lnTo>
                    <a:pt x="47" y="253"/>
                  </a:lnTo>
                  <a:lnTo>
                    <a:pt x="70" y="210"/>
                  </a:lnTo>
                  <a:lnTo>
                    <a:pt x="99" y="169"/>
                  </a:lnTo>
                  <a:lnTo>
                    <a:pt x="133" y="133"/>
                  </a:lnTo>
                  <a:lnTo>
                    <a:pt x="170" y="100"/>
                  </a:lnTo>
                  <a:lnTo>
                    <a:pt x="210" y="71"/>
                  </a:lnTo>
                  <a:lnTo>
                    <a:pt x="253" y="46"/>
                  </a:lnTo>
                  <a:lnTo>
                    <a:pt x="300" y="27"/>
                  </a:lnTo>
                  <a:lnTo>
                    <a:pt x="349" y="12"/>
                  </a:lnTo>
                  <a:lnTo>
                    <a:pt x="399" y="4"/>
                  </a:lnTo>
                  <a:lnTo>
                    <a:pt x="452" y="0"/>
                  </a:lnTo>
                  <a:close/>
                </a:path>
              </a:pathLst>
            </a:custGeom>
            <a:solidFill>
              <a:schemeClr val="bg1"/>
            </a:solidFill>
            <a:ln w="0">
              <a:noFill/>
              <a:prstDash val="solid"/>
              <a:round/>
              <a:headEnd/>
              <a:tailEnd/>
            </a:ln>
          </p:spPr>
          <p:txBody>
            <a:bodyPr wrap="square" lIns="91440" tIns="45720" rIns="91440" bIns="45720" anchor="ctr">
              <a:noAutofit/>
            </a:bodyPr>
            <a:lstStyle/>
            <a:p>
              <a:pPr algn="ctr"/>
              <a:endParaRPr>
                <a:cs typeface="+mn-ea"/>
                <a:sym typeface="+mn-lt"/>
              </a:endParaRPr>
            </a:p>
          </p:txBody>
        </p:sp>
        <p:sp>
          <p:nvSpPr>
            <p:cNvPr id="26" name="任意多边形: 形状 25">
              <a:extLst>
                <a:ext uri="{FF2B5EF4-FFF2-40B4-BE49-F238E27FC236}">
                  <a16:creationId xmlns:a16="http://schemas.microsoft.com/office/drawing/2014/main" id="{946FFF75-0020-5F58-8CBA-291E8A5915CC}"/>
                </a:ext>
              </a:extLst>
            </p:cNvPr>
            <p:cNvSpPr/>
            <p:nvPr/>
          </p:nvSpPr>
          <p:spPr bwMode="auto">
            <a:xfrm>
              <a:off x="2694687" y="2791582"/>
              <a:ext cx="106998" cy="331165"/>
            </a:xfrm>
            <a:custGeom>
              <a:avLst/>
              <a:gdLst>
                <a:gd name="T0" fmla="*/ 377 w 894"/>
                <a:gd name="T1" fmla="*/ 3 h 2767"/>
                <a:gd name="T2" fmla="*/ 384 w 894"/>
                <a:gd name="T3" fmla="*/ 22 h 2767"/>
                <a:gd name="T4" fmla="*/ 301 w 894"/>
                <a:gd name="T5" fmla="*/ 274 h 2767"/>
                <a:gd name="T6" fmla="*/ 210 w 894"/>
                <a:gd name="T7" fmla="*/ 518 h 2767"/>
                <a:gd name="T8" fmla="*/ 148 w 894"/>
                <a:gd name="T9" fmla="*/ 762 h 2767"/>
                <a:gd name="T10" fmla="*/ 118 w 894"/>
                <a:gd name="T11" fmla="*/ 1003 h 2767"/>
                <a:gd name="T12" fmla="*/ 118 w 894"/>
                <a:gd name="T13" fmla="*/ 1240 h 2767"/>
                <a:gd name="T14" fmla="*/ 145 w 894"/>
                <a:gd name="T15" fmla="*/ 1465 h 2767"/>
                <a:gd name="T16" fmla="*/ 202 w 894"/>
                <a:gd name="T17" fmla="*/ 1685 h 2767"/>
                <a:gd name="T18" fmla="*/ 285 w 894"/>
                <a:gd name="T19" fmla="*/ 1901 h 2767"/>
                <a:gd name="T20" fmla="*/ 371 w 894"/>
                <a:gd name="T21" fmla="*/ 2068 h 2767"/>
                <a:gd name="T22" fmla="*/ 441 w 894"/>
                <a:gd name="T23" fmla="*/ 2182 h 2767"/>
                <a:gd name="T24" fmla="*/ 514 w 894"/>
                <a:gd name="T25" fmla="*/ 2285 h 2767"/>
                <a:gd name="T26" fmla="*/ 585 w 894"/>
                <a:gd name="T27" fmla="*/ 2377 h 2767"/>
                <a:gd name="T28" fmla="*/ 653 w 894"/>
                <a:gd name="T29" fmla="*/ 2456 h 2767"/>
                <a:gd name="T30" fmla="*/ 717 w 894"/>
                <a:gd name="T31" fmla="*/ 2524 h 2767"/>
                <a:gd name="T32" fmla="*/ 772 w 894"/>
                <a:gd name="T33" fmla="*/ 2578 h 2767"/>
                <a:gd name="T34" fmla="*/ 818 w 894"/>
                <a:gd name="T35" fmla="*/ 2620 h 2767"/>
                <a:gd name="T36" fmla="*/ 851 w 894"/>
                <a:gd name="T37" fmla="*/ 2648 h 2767"/>
                <a:gd name="T38" fmla="*/ 869 w 894"/>
                <a:gd name="T39" fmla="*/ 2662 h 2767"/>
                <a:gd name="T40" fmla="*/ 882 w 894"/>
                <a:gd name="T41" fmla="*/ 2675 h 2767"/>
                <a:gd name="T42" fmla="*/ 893 w 894"/>
                <a:gd name="T43" fmla="*/ 2703 h 2767"/>
                <a:gd name="T44" fmla="*/ 890 w 894"/>
                <a:gd name="T45" fmla="*/ 2731 h 2767"/>
                <a:gd name="T46" fmla="*/ 869 w 894"/>
                <a:gd name="T47" fmla="*/ 2757 h 2767"/>
                <a:gd name="T48" fmla="*/ 838 w 894"/>
                <a:gd name="T49" fmla="*/ 2767 h 2767"/>
                <a:gd name="T50" fmla="*/ 803 w 894"/>
                <a:gd name="T51" fmla="*/ 2756 h 2767"/>
                <a:gd name="T52" fmla="*/ 791 w 894"/>
                <a:gd name="T53" fmla="*/ 2746 h 2767"/>
                <a:gd name="T54" fmla="*/ 761 w 894"/>
                <a:gd name="T55" fmla="*/ 2722 h 2767"/>
                <a:gd name="T56" fmla="*/ 719 w 894"/>
                <a:gd name="T57" fmla="*/ 2685 h 2767"/>
                <a:gd name="T58" fmla="*/ 665 w 894"/>
                <a:gd name="T59" fmla="*/ 2634 h 2767"/>
                <a:gd name="T60" fmla="*/ 603 w 894"/>
                <a:gd name="T61" fmla="*/ 2571 h 2767"/>
                <a:gd name="T62" fmla="*/ 534 w 894"/>
                <a:gd name="T63" fmla="*/ 2494 h 2767"/>
                <a:gd name="T64" fmla="*/ 460 w 894"/>
                <a:gd name="T65" fmla="*/ 2405 h 2767"/>
                <a:gd name="T66" fmla="*/ 385 w 894"/>
                <a:gd name="T67" fmla="*/ 2303 h 2767"/>
                <a:gd name="T68" fmla="*/ 311 w 894"/>
                <a:gd name="T69" fmla="*/ 2190 h 2767"/>
                <a:gd name="T70" fmla="*/ 238 w 894"/>
                <a:gd name="T71" fmla="*/ 2064 h 2767"/>
                <a:gd name="T72" fmla="*/ 146 w 894"/>
                <a:gd name="T73" fmla="*/ 1867 h 2767"/>
                <a:gd name="T74" fmla="*/ 76 w 894"/>
                <a:gd name="T75" fmla="*/ 1665 h 2767"/>
                <a:gd name="T76" fmla="*/ 28 w 894"/>
                <a:gd name="T77" fmla="*/ 1460 h 2767"/>
                <a:gd name="T78" fmla="*/ 3 w 894"/>
                <a:gd name="T79" fmla="*/ 1251 h 2767"/>
                <a:gd name="T80" fmla="*/ 2 w 894"/>
                <a:gd name="T81" fmla="*/ 1026 h 2767"/>
                <a:gd name="T82" fmla="*/ 26 w 894"/>
                <a:gd name="T83" fmla="*/ 798 h 2767"/>
                <a:gd name="T84" fmla="*/ 76 w 894"/>
                <a:gd name="T85" fmla="*/ 568 h 2767"/>
                <a:gd name="T86" fmla="*/ 152 w 894"/>
                <a:gd name="T87" fmla="*/ 338 h 2767"/>
                <a:gd name="T88" fmla="*/ 97 w 894"/>
                <a:gd name="T89" fmla="*/ 171 h 2767"/>
                <a:gd name="T90" fmla="*/ 361 w 894"/>
                <a:gd name="T91" fmla="*/ 0 h 27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894" h="2767">
                  <a:moveTo>
                    <a:pt x="370" y="0"/>
                  </a:moveTo>
                  <a:lnTo>
                    <a:pt x="377" y="3"/>
                  </a:lnTo>
                  <a:lnTo>
                    <a:pt x="382" y="11"/>
                  </a:lnTo>
                  <a:lnTo>
                    <a:pt x="384" y="22"/>
                  </a:lnTo>
                  <a:lnTo>
                    <a:pt x="402" y="324"/>
                  </a:lnTo>
                  <a:lnTo>
                    <a:pt x="301" y="274"/>
                  </a:lnTo>
                  <a:lnTo>
                    <a:pt x="252" y="396"/>
                  </a:lnTo>
                  <a:lnTo>
                    <a:pt x="210" y="518"/>
                  </a:lnTo>
                  <a:lnTo>
                    <a:pt x="176" y="640"/>
                  </a:lnTo>
                  <a:lnTo>
                    <a:pt x="148" y="762"/>
                  </a:lnTo>
                  <a:lnTo>
                    <a:pt x="130" y="882"/>
                  </a:lnTo>
                  <a:lnTo>
                    <a:pt x="118" y="1003"/>
                  </a:lnTo>
                  <a:lnTo>
                    <a:pt x="113" y="1122"/>
                  </a:lnTo>
                  <a:lnTo>
                    <a:pt x="118" y="1240"/>
                  </a:lnTo>
                  <a:lnTo>
                    <a:pt x="128" y="1354"/>
                  </a:lnTo>
                  <a:lnTo>
                    <a:pt x="145" y="1465"/>
                  </a:lnTo>
                  <a:lnTo>
                    <a:pt x="170" y="1576"/>
                  </a:lnTo>
                  <a:lnTo>
                    <a:pt x="202" y="1685"/>
                  </a:lnTo>
                  <a:lnTo>
                    <a:pt x="240" y="1793"/>
                  </a:lnTo>
                  <a:lnTo>
                    <a:pt x="285" y="1901"/>
                  </a:lnTo>
                  <a:lnTo>
                    <a:pt x="337" y="2006"/>
                  </a:lnTo>
                  <a:lnTo>
                    <a:pt x="371" y="2068"/>
                  </a:lnTo>
                  <a:lnTo>
                    <a:pt x="406" y="2126"/>
                  </a:lnTo>
                  <a:lnTo>
                    <a:pt x="441" y="2182"/>
                  </a:lnTo>
                  <a:lnTo>
                    <a:pt x="477" y="2235"/>
                  </a:lnTo>
                  <a:lnTo>
                    <a:pt x="514" y="2285"/>
                  </a:lnTo>
                  <a:lnTo>
                    <a:pt x="550" y="2333"/>
                  </a:lnTo>
                  <a:lnTo>
                    <a:pt x="585" y="2377"/>
                  </a:lnTo>
                  <a:lnTo>
                    <a:pt x="619" y="2418"/>
                  </a:lnTo>
                  <a:lnTo>
                    <a:pt x="653" y="2456"/>
                  </a:lnTo>
                  <a:lnTo>
                    <a:pt x="686" y="2491"/>
                  </a:lnTo>
                  <a:lnTo>
                    <a:pt x="717" y="2524"/>
                  </a:lnTo>
                  <a:lnTo>
                    <a:pt x="746" y="2552"/>
                  </a:lnTo>
                  <a:lnTo>
                    <a:pt x="772" y="2578"/>
                  </a:lnTo>
                  <a:lnTo>
                    <a:pt x="796" y="2600"/>
                  </a:lnTo>
                  <a:lnTo>
                    <a:pt x="818" y="2620"/>
                  </a:lnTo>
                  <a:lnTo>
                    <a:pt x="837" y="2635"/>
                  </a:lnTo>
                  <a:lnTo>
                    <a:pt x="851" y="2648"/>
                  </a:lnTo>
                  <a:lnTo>
                    <a:pt x="862" y="2657"/>
                  </a:lnTo>
                  <a:lnTo>
                    <a:pt x="869" y="2662"/>
                  </a:lnTo>
                  <a:lnTo>
                    <a:pt x="871" y="2664"/>
                  </a:lnTo>
                  <a:lnTo>
                    <a:pt x="882" y="2675"/>
                  </a:lnTo>
                  <a:lnTo>
                    <a:pt x="890" y="2688"/>
                  </a:lnTo>
                  <a:lnTo>
                    <a:pt x="893" y="2703"/>
                  </a:lnTo>
                  <a:lnTo>
                    <a:pt x="894" y="2717"/>
                  </a:lnTo>
                  <a:lnTo>
                    <a:pt x="890" y="2731"/>
                  </a:lnTo>
                  <a:lnTo>
                    <a:pt x="882" y="2744"/>
                  </a:lnTo>
                  <a:lnTo>
                    <a:pt x="869" y="2757"/>
                  </a:lnTo>
                  <a:lnTo>
                    <a:pt x="854" y="2765"/>
                  </a:lnTo>
                  <a:lnTo>
                    <a:pt x="838" y="2767"/>
                  </a:lnTo>
                  <a:lnTo>
                    <a:pt x="819" y="2765"/>
                  </a:lnTo>
                  <a:lnTo>
                    <a:pt x="803" y="2756"/>
                  </a:lnTo>
                  <a:lnTo>
                    <a:pt x="798" y="2753"/>
                  </a:lnTo>
                  <a:lnTo>
                    <a:pt x="791" y="2746"/>
                  </a:lnTo>
                  <a:lnTo>
                    <a:pt x="778" y="2735"/>
                  </a:lnTo>
                  <a:lnTo>
                    <a:pt x="761" y="2722"/>
                  </a:lnTo>
                  <a:lnTo>
                    <a:pt x="742" y="2705"/>
                  </a:lnTo>
                  <a:lnTo>
                    <a:pt x="719" y="2685"/>
                  </a:lnTo>
                  <a:lnTo>
                    <a:pt x="694" y="2661"/>
                  </a:lnTo>
                  <a:lnTo>
                    <a:pt x="665" y="2634"/>
                  </a:lnTo>
                  <a:lnTo>
                    <a:pt x="636" y="2604"/>
                  </a:lnTo>
                  <a:lnTo>
                    <a:pt x="603" y="2571"/>
                  </a:lnTo>
                  <a:lnTo>
                    <a:pt x="569" y="2535"/>
                  </a:lnTo>
                  <a:lnTo>
                    <a:pt x="534" y="2494"/>
                  </a:lnTo>
                  <a:lnTo>
                    <a:pt x="497" y="2452"/>
                  </a:lnTo>
                  <a:lnTo>
                    <a:pt x="460" y="2405"/>
                  </a:lnTo>
                  <a:lnTo>
                    <a:pt x="423" y="2356"/>
                  </a:lnTo>
                  <a:lnTo>
                    <a:pt x="385" y="2303"/>
                  </a:lnTo>
                  <a:lnTo>
                    <a:pt x="348" y="2248"/>
                  </a:lnTo>
                  <a:lnTo>
                    <a:pt x="311" y="2190"/>
                  </a:lnTo>
                  <a:lnTo>
                    <a:pt x="274" y="2128"/>
                  </a:lnTo>
                  <a:lnTo>
                    <a:pt x="238" y="2064"/>
                  </a:lnTo>
                  <a:lnTo>
                    <a:pt x="190" y="1966"/>
                  </a:lnTo>
                  <a:lnTo>
                    <a:pt x="146" y="1867"/>
                  </a:lnTo>
                  <a:lnTo>
                    <a:pt x="108" y="1767"/>
                  </a:lnTo>
                  <a:lnTo>
                    <a:pt x="76" y="1665"/>
                  </a:lnTo>
                  <a:lnTo>
                    <a:pt x="50" y="1563"/>
                  </a:lnTo>
                  <a:lnTo>
                    <a:pt x="28" y="1460"/>
                  </a:lnTo>
                  <a:lnTo>
                    <a:pt x="13" y="1356"/>
                  </a:lnTo>
                  <a:lnTo>
                    <a:pt x="3" y="1251"/>
                  </a:lnTo>
                  <a:lnTo>
                    <a:pt x="0" y="1139"/>
                  </a:lnTo>
                  <a:lnTo>
                    <a:pt x="2" y="1026"/>
                  </a:lnTo>
                  <a:lnTo>
                    <a:pt x="11" y="913"/>
                  </a:lnTo>
                  <a:lnTo>
                    <a:pt x="26" y="798"/>
                  </a:lnTo>
                  <a:lnTo>
                    <a:pt x="48" y="684"/>
                  </a:lnTo>
                  <a:lnTo>
                    <a:pt x="76" y="568"/>
                  </a:lnTo>
                  <a:lnTo>
                    <a:pt x="111" y="454"/>
                  </a:lnTo>
                  <a:lnTo>
                    <a:pt x="152" y="338"/>
                  </a:lnTo>
                  <a:lnTo>
                    <a:pt x="200" y="223"/>
                  </a:lnTo>
                  <a:lnTo>
                    <a:pt x="97" y="171"/>
                  </a:lnTo>
                  <a:lnTo>
                    <a:pt x="350" y="4"/>
                  </a:lnTo>
                  <a:lnTo>
                    <a:pt x="361" y="0"/>
                  </a:lnTo>
                  <a:lnTo>
                    <a:pt x="370" y="0"/>
                  </a:lnTo>
                  <a:close/>
                </a:path>
              </a:pathLst>
            </a:custGeom>
            <a:solidFill>
              <a:schemeClr val="bg1"/>
            </a:solidFill>
            <a:ln w="0">
              <a:noFill/>
              <a:prstDash val="solid"/>
              <a:round/>
              <a:headEnd/>
              <a:tailEnd/>
            </a:ln>
          </p:spPr>
          <p:txBody>
            <a:bodyPr wrap="square" lIns="91440" tIns="45720" rIns="91440" bIns="45720" anchor="ctr">
              <a:noAutofit/>
            </a:bodyPr>
            <a:lstStyle/>
            <a:p>
              <a:pPr algn="ctr"/>
              <a:endParaRPr>
                <a:cs typeface="+mn-ea"/>
                <a:sym typeface="+mn-lt"/>
              </a:endParaRPr>
            </a:p>
          </p:txBody>
        </p:sp>
        <p:sp>
          <p:nvSpPr>
            <p:cNvPr id="28" name="任意多边形: 形状 27">
              <a:extLst>
                <a:ext uri="{FF2B5EF4-FFF2-40B4-BE49-F238E27FC236}">
                  <a16:creationId xmlns:a16="http://schemas.microsoft.com/office/drawing/2014/main" id="{9312DEC9-2EEA-7FC1-1B85-C00E995F4D47}"/>
                </a:ext>
              </a:extLst>
            </p:cNvPr>
            <p:cNvSpPr/>
            <p:nvPr/>
          </p:nvSpPr>
          <p:spPr bwMode="auto">
            <a:xfrm>
              <a:off x="5905769" y="3077297"/>
              <a:ext cx="127428" cy="127065"/>
            </a:xfrm>
            <a:custGeom>
              <a:avLst/>
              <a:gdLst>
                <a:gd name="T0" fmla="*/ 558 w 1403"/>
                <a:gd name="T1" fmla="*/ 29 h 1400"/>
                <a:gd name="T2" fmla="*/ 507 w 1403"/>
                <a:gd name="T3" fmla="*/ 166 h 1400"/>
                <a:gd name="T4" fmla="*/ 451 w 1403"/>
                <a:gd name="T5" fmla="*/ 387 h 1400"/>
                <a:gd name="T6" fmla="*/ 416 w 1403"/>
                <a:gd name="T7" fmla="*/ 632 h 1400"/>
                <a:gd name="T8" fmla="*/ 404 w 1403"/>
                <a:gd name="T9" fmla="*/ 879 h 1400"/>
                <a:gd name="T10" fmla="*/ 402 w 1403"/>
                <a:gd name="T11" fmla="*/ 941 h 1400"/>
                <a:gd name="T12" fmla="*/ 405 w 1403"/>
                <a:gd name="T13" fmla="*/ 979 h 1400"/>
                <a:gd name="T14" fmla="*/ 421 w 1403"/>
                <a:gd name="T15" fmla="*/ 997 h 1400"/>
                <a:gd name="T16" fmla="*/ 564 w 1403"/>
                <a:gd name="T17" fmla="*/ 1000 h 1400"/>
                <a:gd name="T18" fmla="*/ 826 w 1403"/>
                <a:gd name="T19" fmla="*/ 979 h 1400"/>
                <a:gd name="T20" fmla="*/ 1061 w 1403"/>
                <a:gd name="T21" fmla="*/ 941 h 1400"/>
                <a:gd name="T22" fmla="*/ 1245 w 1403"/>
                <a:gd name="T23" fmla="*/ 890 h 1400"/>
                <a:gd name="T24" fmla="*/ 1403 w 1403"/>
                <a:gd name="T25" fmla="*/ 832 h 1400"/>
                <a:gd name="T26" fmla="*/ 1343 w 1403"/>
                <a:gd name="T27" fmla="*/ 938 h 1400"/>
                <a:gd name="T28" fmla="*/ 1267 w 1403"/>
                <a:gd name="T29" fmla="*/ 1033 h 1400"/>
                <a:gd name="T30" fmla="*/ 1147 w 1403"/>
                <a:gd name="T31" fmla="*/ 1139 h 1400"/>
                <a:gd name="T32" fmla="*/ 1013 w 1403"/>
                <a:gd name="T33" fmla="*/ 1226 h 1400"/>
                <a:gd name="T34" fmla="*/ 866 w 1403"/>
                <a:gd name="T35" fmla="*/ 1295 h 1400"/>
                <a:gd name="T36" fmla="*/ 712 w 1403"/>
                <a:gd name="T37" fmla="*/ 1345 h 1400"/>
                <a:gd name="T38" fmla="*/ 553 w 1403"/>
                <a:gd name="T39" fmla="*/ 1378 h 1400"/>
                <a:gd name="T40" fmla="*/ 395 w 1403"/>
                <a:gd name="T41" fmla="*/ 1397 h 1400"/>
                <a:gd name="T42" fmla="*/ 187 w 1403"/>
                <a:gd name="T43" fmla="*/ 1397 h 1400"/>
                <a:gd name="T44" fmla="*/ 114 w 1403"/>
                <a:gd name="T45" fmla="*/ 1378 h 1400"/>
                <a:gd name="T46" fmla="*/ 55 w 1403"/>
                <a:gd name="T47" fmla="*/ 1335 h 1400"/>
                <a:gd name="T48" fmla="*/ 14 w 1403"/>
                <a:gd name="T49" fmla="*/ 1270 h 1400"/>
                <a:gd name="T50" fmla="*/ 1 w 1403"/>
                <a:gd name="T51" fmla="*/ 1204 h 1400"/>
                <a:gd name="T52" fmla="*/ 0 w 1403"/>
                <a:gd name="T53" fmla="*/ 1134 h 1400"/>
                <a:gd name="T54" fmla="*/ 4 w 1403"/>
                <a:gd name="T55" fmla="*/ 1002 h 1400"/>
                <a:gd name="T56" fmla="*/ 29 w 1403"/>
                <a:gd name="T57" fmla="*/ 811 h 1400"/>
                <a:gd name="T58" fmla="*/ 78 w 1403"/>
                <a:gd name="T59" fmla="*/ 619 h 1400"/>
                <a:gd name="T60" fmla="*/ 153 w 1403"/>
                <a:gd name="T61" fmla="*/ 435 h 1400"/>
                <a:gd name="T62" fmla="*/ 233 w 1403"/>
                <a:gd name="T63" fmla="*/ 294 h 1400"/>
                <a:gd name="T64" fmla="*/ 313 w 1403"/>
                <a:gd name="T65" fmla="*/ 191 h 1400"/>
                <a:gd name="T66" fmla="*/ 405 w 1403"/>
                <a:gd name="T67" fmla="*/ 102 h 1400"/>
                <a:gd name="T68" fmla="*/ 512 w 1403"/>
                <a:gd name="T69" fmla="*/ 29 h 14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403" h="1400">
                  <a:moveTo>
                    <a:pt x="569" y="0"/>
                  </a:moveTo>
                  <a:lnTo>
                    <a:pt x="558" y="29"/>
                  </a:lnTo>
                  <a:lnTo>
                    <a:pt x="546" y="58"/>
                  </a:lnTo>
                  <a:lnTo>
                    <a:pt x="507" y="166"/>
                  </a:lnTo>
                  <a:lnTo>
                    <a:pt x="477" y="276"/>
                  </a:lnTo>
                  <a:lnTo>
                    <a:pt x="451" y="387"/>
                  </a:lnTo>
                  <a:lnTo>
                    <a:pt x="432" y="501"/>
                  </a:lnTo>
                  <a:lnTo>
                    <a:pt x="416" y="632"/>
                  </a:lnTo>
                  <a:lnTo>
                    <a:pt x="408" y="763"/>
                  </a:lnTo>
                  <a:lnTo>
                    <a:pt x="404" y="879"/>
                  </a:lnTo>
                  <a:lnTo>
                    <a:pt x="402" y="907"/>
                  </a:lnTo>
                  <a:lnTo>
                    <a:pt x="402" y="941"/>
                  </a:lnTo>
                  <a:lnTo>
                    <a:pt x="402" y="969"/>
                  </a:lnTo>
                  <a:lnTo>
                    <a:pt x="405" y="979"/>
                  </a:lnTo>
                  <a:lnTo>
                    <a:pt x="411" y="989"/>
                  </a:lnTo>
                  <a:lnTo>
                    <a:pt x="421" y="997"/>
                  </a:lnTo>
                  <a:lnTo>
                    <a:pt x="432" y="1000"/>
                  </a:lnTo>
                  <a:lnTo>
                    <a:pt x="564" y="1000"/>
                  </a:lnTo>
                  <a:lnTo>
                    <a:pt x="695" y="992"/>
                  </a:lnTo>
                  <a:lnTo>
                    <a:pt x="826" y="979"/>
                  </a:lnTo>
                  <a:lnTo>
                    <a:pt x="956" y="961"/>
                  </a:lnTo>
                  <a:lnTo>
                    <a:pt x="1061" y="941"/>
                  </a:lnTo>
                  <a:lnTo>
                    <a:pt x="1166" y="915"/>
                  </a:lnTo>
                  <a:lnTo>
                    <a:pt x="1245" y="890"/>
                  </a:lnTo>
                  <a:lnTo>
                    <a:pt x="1325" y="861"/>
                  </a:lnTo>
                  <a:lnTo>
                    <a:pt x="1403" y="832"/>
                  </a:lnTo>
                  <a:lnTo>
                    <a:pt x="1375" y="887"/>
                  </a:lnTo>
                  <a:lnTo>
                    <a:pt x="1343" y="938"/>
                  </a:lnTo>
                  <a:lnTo>
                    <a:pt x="1307" y="985"/>
                  </a:lnTo>
                  <a:lnTo>
                    <a:pt x="1267" y="1033"/>
                  </a:lnTo>
                  <a:lnTo>
                    <a:pt x="1209" y="1087"/>
                  </a:lnTo>
                  <a:lnTo>
                    <a:pt x="1147" y="1139"/>
                  </a:lnTo>
                  <a:lnTo>
                    <a:pt x="1082" y="1185"/>
                  </a:lnTo>
                  <a:lnTo>
                    <a:pt x="1013" y="1226"/>
                  </a:lnTo>
                  <a:lnTo>
                    <a:pt x="941" y="1263"/>
                  </a:lnTo>
                  <a:lnTo>
                    <a:pt x="866" y="1295"/>
                  </a:lnTo>
                  <a:lnTo>
                    <a:pt x="790" y="1322"/>
                  </a:lnTo>
                  <a:lnTo>
                    <a:pt x="712" y="1345"/>
                  </a:lnTo>
                  <a:lnTo>
                    <a:pt x="633" y="1364"/>
                  </a:lnTo>
                  <a:lnTo>
                    <a:pt x="553" y="1378"/>
                  </a:lnTo>
                  <a:lnTo>
                    <a:pt x="474" y="1390"/>
                  </a:lnTo>
                  <a:lnTo>
                    <a:pt x="395" y="1397"/>
                  </a:lnTo>
                  <a:lnTo>
                    <a:pt x="291" y="1400"/>
                  </a:lnTo>
                  <a:lnTo>
                    <a:pt x="187" y="1397"/>
                  </a:lnTo>
                  <a:lnTo>
                    <a:pt x="148" y="1391"/>
                  </a:lnTo>
                  <a:lnTo>
                    <a:pt x="114" y="1378"/>
                  </a:lnTo>
                  <a:lnTo>
                    <a:pt x="82" y="1360"/>
                  </a:lnTo>
                  <a:lnTo>
                    <a:pt x="55" y="1335"/>
                  </a:lnTo>
                  <a:lnTo>
                    <a:pt x="32" y="1305"/>
                  </a:lnTo>
                  <a:lnTo>
                    <a:pt x="14" y="1270"/>
                  </a:lnTo>
                  <a:lnTo>
                    <a:pt x="6" y="1237"/>
                  </a:lnTo>
                  <a:lnTo>
                    <a:pt x="1" y="1204"/>
                  </a:lnTo>
                  <a:lnTo>
                    <a:pt x="0" y="1168"/>
                  </a:lnTo>
                  <a:lnTo>
                    <a:pt x="0" y="1134"/>
                  </a:lnTo>
                  <a:lnTo>
                    <a:pt x="0" y="1100"/>
                  </a:lnTo>
                  <a:lnTo>
                    <a:pt x="4" y="1002"/>
                  </a:lnTo>
                  <a:lnTo>
                    <a:pt x="14" y="906"/>
                  </a:lnTo>
                  <a:lnTo>
                    <a:pt x="29" y="811"/>
                  </a:lnTo>
                  <a:lnTo>
                    <a:pt x="50" y="714"/>
                  </a:lnTo>
                  <a:lnTo>
                    <a:pt x="78" y="619"/>
                  </a:lnTo>
                  <a:lnTo>
                    <a:pt x="111" y="526"/>
                  </a:lnTo>
                  <a:lnTo>
                    <a:pt x="153" y="435"/>
                  </a:lnTo>
                  <a:lnTo>
                    <a:pt x="199" y="348"/>
                  </a:lnTo>
                  <a:lnTo>
                    <a:pt x="233" y="294"/>
                  </a:lnTo>
                  <a:lnTo>
                    <a:pt x="272" y="242"/>
                  </a:lnTo>
                  <a:lnTo>
                    <a:pt x="313" y="191"/>
                  </a:lnTo>
                  <a:lnTo>
                    <a:pt x="357" y="145"/>
                  </a:lnTo>
                  <a:lnTo>
                    <a:pt x="405" y="102"/>
                  </a:lnTo>
                  <a:lnTo>
                    <a:pt x="457" y="62"/>
                  </a:lnTo>
                  <a:lnTo>
                    <a:pt x="512" y="29"/>
                  </a:lnTo>
                  <a:lnTo>
                    <a:pt x="569" y="0"/>
                  </a:lnTo>
                  <a:close/>
                </a:path>
              </a:pathLst>
            </a:custGeom>
            <a:solidFill>
              <a:schemeClr val="bg1"/>
            </a:solidFill>
            <a:ln w="0">
              <a:noFill/>
              <a:prstDash val="solid"/>
              <a:round/>
              <a:headEnd/>
              <a:tailEnd/>
            </a:ln>
          </p:spPr>
          <p:txBody>
            <a:bodyPr wrap="square" lIns="91440" tIns="45720" rIns="91440" bIns="45720" anchor="ctr">
              <a:noAutofit/>
            </a:bodyPr>
            <a:lstStyle/>
            <a:p>
              <a:pPr algn="ctr"/>
              <a:endParaRPr>
                <a:cs typeface="+mn-ea"/>
                <a:sym typeface="+mn-lt"/>
              </a:endParaRPr>
            </a:p>
          </p:txBody>
        </p:sp>
        <p:sp>
          <p:nvSpPr>
            <p:cNvPr id="29" name="任意多边形: 形状 28">
              <a:extLst>
                <a:ext uri="{FF2B5EF4-FFF2-40B4-BE49-F238E27FC236}">
                  <a16:creationId xmlns:a16="http://schemas.microsoft.com/office/drawing/2014/main" id="{98773431-066F-42E8-25A5-0E72B7AC7461}"/>
                </a:ext>
              </a:extLst>
            </p:cNvPr>
            <p:cNvSpPr/>
            <p:nvPr/>
          </p:nvSpPr>
          <p:spPr bwMode="auto">
            <a:xfrm>
              <a:off x="9227906" y="3099157"/>
              <a:ext cx="21591" cy="10196"/>
            </a:xfrm>
            <a:custGeom>
              <a:avLst/>
              <a:gdLst>
                <a:gd name="T0" fmla="*/ 170 w 178"/>
                <a:gd name="T1" fmla="*/ 0 h 87"/>
                <a:gd name="T2" fmla="*/ 176 w 178"/>
                <a:gd name="T3" fmla="*/ 6 h 87"/>
                <a:gd name="T4" fmla="*/ 178 w 178"/>
                <a:gd name="T5" fmla="*/ 16 h 87"/>
                <a:gd name="T6" fmla="*/ 176 w 178"/>
                <a:gd name="T7" fmla="*/ 28 h 87"/>
                <a:gd name="T8" fmla="*/ 171 w 178"/>
                <a:gd name="T9" fmla="*/ 40 h 87"/>
                <a:gd name="T10" fmla="*/ 165 w 178"/>
                <a:gd name="T11" fmla="*/ 53 h 87"/>
                <a:gd name="T12" fmla="*/ 156 w 178"/>
                <a:gd name="T13" fmla="*/ 66 h 87"/>
                <a:gd name="T14" fmla="*/ 147 w 178"/>
                <a:gd name="T15" fmla="*/ 76 h 87"/>
                <a:gd name="T16" fmla="*/ 136 w 178"/>
                <a:gd name="T17" fmla="*/ 84 h 87"/>
                <a:gd name="T18" fmla="*/ 126 w 178"/>
                <a:gd name="T19" fmla="*/ 87 h 87"/>
                <a:gd name="T20" fmla="*/ 0 w 178"/>
                <a:gd name="T21" fmla="*/ 19 h 87"/>
                <a:gd name="T22" fmla="*/ 170 w 178"/>
                <a:gd name="T23" fmla="*/ 0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8" h="87">
                  <a:moveTo>
                    <a:pt x="170" y="0"/>
                  </a:moveTo>
                  <a:lnTo>
                    <a:pt x="176" y="6"/>
                  </a:lnTo>
                  <a:lnTo>
                    <a:pt x="178" y="16"/>
                  </a:lnTo>
                  <a:lnTo>
                    <a:pt x="176" y="28"/>
                  </a:lnTo>
                  <a:lnTo>
                    <a:pt x="171" y="40"/>
                  </a:lnTo>
                  <a:lnTo>
                    <a:pt x="165" y="53"/>
                  </a:lnTo>
                  <a:lnTo>
                    <a:pt x="156" y="66"/>
                  </a:lnTo>
                  <a:lnTo>
                    <a:pt x="147" y="76"/>
                  </a:lnTo>
                  <a:lnTo>
                    <a:pt x="136" y="84"/>
                  </a:lnTo>
                  <a:lnTo>
                    <a:pt x="126" y="87"/>
                  </a:lnTo>
                  <a:lnTo>
                    <a:pt x="0" y="19"/>
                  </a:lnTo>
                  <a:lnTo>
                    <a:pt x="170" y="0"/>
                  </a:lnTo>
                  <a:close/>
                </a:path>
              </a:pathLst>
            </a:custGeom>
            <a:solidFill>
              <a:schemeClr val="bg1"/>
            </a:solidFill>
            <a:ln w="0">
              <a:noFill/>
              <a:prstDash val="solid"/>
              <a:round/>
              <a:headEnd/>
              <a:tailEnd/>
            </a:ln>
          </p:spPr>
          <p:txBody>
            <a:bodyPr wrap="square" lIns="91440" tIns="45720" rIns="91440" bIns="45720" anchor="ctr">
              <a:noAutofit/>
            </a:bodyPr>
            <a:lstStyle/>
            <a:p>
              <a:pPr algn="ctr"/>
              <a:endParaRPr>
                <a:cs typeface="+mn-ea"/>
                <a:sym typeface="+mn-lt"/>
              </a:endParaRPr>
            </a:p>
          </p:txBody>
        </p:sp>
        <p:sp>
          <p:nvSpPr>
            <p:cNvPr id="30" name="任意多边形: 形状 29">
              <a:extLst>
                <a:ext uri="{FF2B5EF4-FFF2-40B4-BE49-F238E27FC236}">
                  <a16:creationId xmlns:a16="http://schemas.microsoft.com/office/drawing/2014/main" id="{772769C3-C23E-0E4D-D1A9-3F0C31E98ED3}"/>
                </a:ext>
              </a:extLst>
            </p:cNvPr>
            <p:cNvSpPr/>
            <p:nvPr/>
          </p:nvSpPr>
          <p:spPr bwMode="auto">
            <a:xfrm>
              <a:off x="9230905" y="3082363"/>
              <a:ext cx="25790" cy="17992"/>
            </a:xfrm>
            <a:custGeom>
              <a:avLst/>
              <a:gdLst>
                <a:gd name="T0" fmla="*/ 163 w 214"/>
                <a:gd name="T1" fmla="*/ 0 h 147"/>
                <a:gd name="T2" fmla="*/ 174 w 214"/>
                <a:gd name="T3" fmla="*/ 0 h 147"/>
                <a:gd name="T4" fmla="*/ 184 w 214"/>
                <a:gd name="T5" fmla="*/ 6 h 147"/>
                <a:gd name="T6" fmla="*/ 193 w 214"/>
                <a:gd name="T7" fmla="*/ 15 h 147"/>
                <a:gd name="T8" fmla="*/ 200 w 214"/>
                <a:gd name="T9" fmla="*/ 26 h 147"/>
                <a:gd name="T10" fmla="*/ 207 w 214"/>
                <a:gd name="T11" fmla="*/ 41 h 147"/>
                <a:gd name="T12" fmla="*/ 211 w 214"/>
                <a:gd name="T13" fmla="*/ 56 h 147"/>
                <a:gd name="T14" fmla="*/ 214 w 214"/>
                <a:gd name="T15" fmla="*/ 70 h 147"/>
                <a:gd name="T16" fmla="*/ 212 w 214"/>
                <a:gd name="T17" fmla="*/ 85 h 147"/>
                <a:gd name="T18" fmla="*/ 209 w 214"/>
                <a:gd name="T19" fmla="*/ 97 h 147"/>
                <a:gd name="T20" fmla="*/ 202 w 214"/>
                <a:gd name="T21" fmla="*/ 107 h 147"/>
                <a:gd name="T22" fmla="*/ 0 w 214"/>
                <a:gd name="T23" fmla="*/ 147 h 147"/>
                <a:gd name="T24" fmla="*/ 163 w 214"/>
                <a:gd name="T25" fmla="*/ 0 h 1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14" h="147">
                  <a:moveTo>
                    <a:pt x="163" y="0"/>
                  </a:moveTo>
                  <a:lnTo>
                    <a:pt x="174" y="0"/>
                  </a:lnTo>
                  <a:lnTo>
                    <a:pt x="184" y="6"/>
                  </a:lnTo>
                  <a:lnTo>
                    <a:pt x="193" y="15"/>
                  </a:lnTo>
                  <a:lnTo>
                    <a:pt x="200" y="26"/>
                  </a:lnTo>
                  <a:lnTo>
                    <a:pt x="207" y="41"/>
                  </a:lnTo>
                  <a:lnTo>
                    <a:pt x="211" y="56"/>
                  </a:lnTo>
                  <a:lnTo>
                    <a:pt x="214" y="70"/>
                  </a:lnTo>
                  <a:lnTo>
                    <a:pt x="212" y="85"/>
                  </a:lnTo>
                  <a:lnTo>
                    <a:pt x="209" y="97"/>
                  </a:lnTo>
                  <a:lnTo>
                    <a:pt x="202" y="107"/>
                  </a:lnTo>
                  <a:lnTo>
                    <a:pt x="0" y="147"/>
                  </a:lnTo>
                  <a:lnTo>
                    <a:pt x="163" y="0"/>
                  </a:lnTo>
                  <a:close/>
                </a:path>
              </a:pathLst>
            </a:custGeom>
            <a:solidFill>
              <a:schemeClr val="bg1"/>
            </a:solidFill>
            <a:ln w="0">
              <a:noFill/>
              <a:prstDash val="solid"/>
              <a:round/>
              <a:headEnd/>
              <a:tailEnd/>
            </a:ln>
          </p:spPr>
          <p:txBody>
            <a:bodyPr wrap="square" lIns="91440" tIns="45720" rIns="91440" bIns="45720" anchor="ctr">
              <a:noAutofit/>
            </a:bodyPr>
            <a:lstStyle/>
            <a:p>
              <a:pPr algn="ctr"/>
              <a:endParaRPr>
                <a:cs typeface="+mn-ea"/>
                <a:sym typeface="+mn-lt"/>
              </a:endParaRPr>
            </a:p>
          </p:txBody>
        </p:sp>
        <p:sp>
          <p:nvSpPr>
            <p:cNvPr id="31" name="任意多边形: 形状 30">
              <a:extLst>
                <a:ext uri="{FF2B5EF4-FFF2-40B4-BE49-F238E27FC236}">
                  <a16:creationId xmlns:a16="http://schemas.microsoft.com/office/drawing/2014/main" id="{A626A93D-C2A7-0270-3F66-17CC3CF273B7}"/>
                </a:ext>
              </a:extLst>
            </p:cNvPr>
            <p:cNvSpPr/>
            <p:nvPr/>
          </p:nvSpPr>
          <p:spPr bwMode="auto">
            <a:xfrm>
              <a:off x="9232705" y="3066170"/>
              <a:ext cx="20991" cy="31188"/>
            </a:xfrm>
            <a:custGeom>
              <a:avLst/>
              <a:gdLst>
                <a:gd name="T0" fmla="*/ 66 w 173"/>
                <a:gd name="T1" fmla="*/ 0 h 258"/>
                <a:gd name="T2" fmla="*/ 85 w 173"/>
                <a:gd name="T3" fmla="*/ 3 h 258"/>
                <a:gd name="T4" fmla="*/ 104 w 173"/>
                <a:gd name="T5" fmla="*/ 8 h 258"/>
                <a:gd name="T6" fmla="*/ 121 w 173"/>
                <a:gd name="T7" fmla="*/ 15 h 258"/>
                <a:gd name="T8" fmla="*/ 139 w 173"/>
                <a:gd name="T9" fmla="*/ 24 h 258"/>
                <a:gd name="T10" fmla="*/ 153 w 173"/>
                <a:gd name="T11" fmla="*/ 35 h 258"/>
                <a:gd name="T12" fmla="*/ 165 w 173"/>
                <a:gd name="T13" fmla="*/ 46 h 258"/>
                <a:gd name="T14" fmla="*/ 171 w 173"/>
                <a:gd name="T15" fmla="*/ 58 h 258"/>
                <a:gd name="T16" fmla="*/ 173 w 173"/>
                <a:gd name="T17" fmla="*/ 70 h 258"/>
                <a:gd name="T18" fmla="*/ 0 w 173"/>
                <a:gd name="T19" fmla="*/ 258 h 258"/>
                <a:gd name="T20" fmla="*/ 25 w 173"/>
                <a:gd name="T21" fmla="*/ 11 h 258"/>
                <a:gd name="T22" fmla="*/ 36 w 173"/>
                <a:gd name="T23" fmla="*/ 4 h 258"/>
                <a:gd name="T24" fmla="*/ 49 w 173"/>
                <a:gd name="T25" fmla="*/ 1 h 258"/>
                <a:gd name="T26" fmla="*/ 66 w 173"/>
                <a:gd name="T27" fmla="*/ 0 h 2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73" h="258">
                  <a:moveTo>
                    <a:pt x="66" y="0"/>
                  </a:moveTo>
                  <a:lnTo>
                    <a:pt x="85" y="3"/>
                  </a:lnTo>
                  <a:lnTo>
                    <a:pt x="104" y="8"/>
                  </a:lnTo>
                  <a:lnTo>
                    <a:pt x="121" y="15"/>
                  </a:lnTo>
                  <a:lnTo>
                    <a:pt x="139" y="24"/>
                  </a:lnTo>
                  <a:lnTo>
                    <a:pt x="153" y="35"/>
                  </a:lnTo>
                  <a:lnTo>
                    <a:pt x="165" y="46"/>
                  </a:lnTo>
                  <a:lnTo>
                    <a:pt x="171" y="58"/>
                  </a:lnTo>
                  <a:lnTo>
                    <a:pt x="173" y="70"/>
                  </a:lnTo>
                  <a:lnTo>
                    <a:pt x="0" y="258"/>
                  </a:lnTo>
                  <a:lnTo>
                    <a:pt x="25" y="11"/>
                  </a:lnTo>
                  <a:lnTo>
                    <a:pt x="36" y="4"/>
                  </a:lnTo>
                  <a:lnTo>
                    <a:pt x="49" y="1"/>
                  </a:lnTo>
                  <a:lnTo>
                    <a:pt x="66" y="0"/>
                  </a:lnTo>
                  <a:close/>
                </a:path>
              </a:pathLst>
            </a:custGeom>
            <a:solidFill>
              <a:schemeClr val="bg1"/>
            </a:solidFill>
            <a:ln w="0">
              <a:noFill/>
              <a:prstDash val="solid"/>
              <a:round/>
              <a:headEnd/>
              <a:tailEnd/>
            </a:ln>
          </p:spPr>
          <p:txBody>
            <a:bodyPr wrap="square" lIns="91440" tIns="45720" rIns="91440" bIns="45720" anchor="ctr">
              <a:noAutofit/>
            </a:bodyPr>
            <a:lstStyle/>
            <a:p>
              <a:pPr algn="ctr"/>
              <a:endParaRPr>
                <a:cs typeface="+mn-ea"/>
                <a:sym typeface="+mn-lt"/>
              </a:endParaRPr>
            </a:p>
          </p:txBody>
        </p:sp>
        <p:sp>
          <p:nvSpPr>
            <p:cNvPr id="32" name="任意多边形: 形状 31">
              <a:extLst>
                <a:ext uri="{FF2B5EF4-FFF2-40B4-BE49-F238E27FC236}">
                  <a16:creationId xmlns:a16="http://schemas.microsoft.com/office/drawing/2014/main" id="{7E0BD50E-32E1-4208-145C-0CEB74FA8198}"/>
                </a:ext>
              </a:extLst>
            </p:cNvPr>
            <p:cNvSpPr/>
            <p:nvPr/>
          </p:nvSpPr>
          <p:spPr bwMode="auto">
            <a:xfrm>
              <a:off x="9205715" y="3056573"/>
              <a:ext cx="26390" cy="36586"/>
            </a:xfrm>
            <a:custGeom>
              <a:avLst/>
              <a:gdLst>
                <a:gd name="T0" fmla="*/ 170 w 219"/>
                <a:gd name="T1" fmla="*/ 0 h 305"/>
                <a:gd name="T2" fmla="*/ 189 w 219"/>
                <a:gd name="T3" fmla="*/ 2 h 305"/>
                <a:gd name="T4" fmla="*/ 204 w 219"/>
                <a:gd name="T5" fmla="*/ 6 h 305"/>
                <a:gd name="T6" fmla="*/ 216 w 219"/>
                <a:gd name="T7" fmla="*/ 14 h 305"/>
                <a:gd name="T8" fmla="*/ 219 w 219"/>
                <a:gd name="T9" fmla="*/ 305 h 305"/>
                <a:gd name="T10" fmla="*/ 0 w 219"/>
                <a:gd name="T11" fmla="*/ 80 h 305"/>
                <a:gd name="T12" fmla="*/ 3 w 219"/>
                <a:gd name="T13" fmla="*/ 68 h 305"/>
                <a:gd name="T14" fmla="*/ 11 w 219"/>
                <a:gd name="T15" fmla="*/ 55 h 305"/>
                <a:gd name="T16" fmla="*/ 24 w 219"/>
                <a:gd name="T17" fmla="*/ 44 h 305"/>
                <a:gd name="T18" fmla="*/ 41 w 219"/>
                <a:gd name="T19" fmla="*/ 33 h 305"/>
                <a:gd name="T20" fmla="*/ 61 w 219"/>
                <a:gd name="T21" fmla="*/ 25 h 305"/>
                <a:gd name="T22" fmla="*/ 82 w 219"/>
                <a:gd name="T23" fmla="*/ 16 h 305"/>
                <a:gd name="T24" fmla="*/ 104 w 219"/>
                <a:gd name="T25" fmla="*/ 9 h 305"/>
                <a:gd name="T26" fmla="*/ 127 w 219"/>
                <a:gd name="T27" fmla="*/ 4 h 305"/>
                <a:gd name="T28" fmla="*/ 149 w 219"/>
                <a:gd name="T29" fmla="*/ 0 h 305"/>
                <a:gd name="T30" fmla="*/ 170 w 219"/>
                <a:gd name="T31" fmla="*/ 0 h 3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19" h="305">
                  <a:moveTo>
                    <a:pt x="170" y="0"/>
                  </a:moveTo>
                  <a:lnTo>
                    <a:pt x="189" y="2"/>
                  </a:lnTo>
                  <a:lnTo>
                    <a:pt x="204" y="6"/>
                  </a:lnTo>
                  <a:lnTo>
                    <a:pt x="216" y="14"/>
                  </a:lnTo>
                  <a:lnTo>
                    <a:pt x="219" y="305"/>
                  </a:lnTo>
                  <a:lnTo>
                    <a:pt x="0" y="80"/>
                  </a:lnTo>
                  <a:lnTo>
                    <a:pt x="3" y="68"/>
                  </a:lnTo>
                  <a:lnTo>
                    <a:pt x="11" y="55"/>
                  </a:lnTo>
                  <a:lnTo>
                    <a:pt x="24" y="44"/>
                  </a:lnTo>
                  <a:lnTo>
                    <a:pt x="41" y="33"/>
                  </a:lnTo>
                  <a:lnTo>
                    <a:pt x="61" y="25"/>
                  </a:lnTo>
                  <a:lnTo>
                    <a:pt x="82" y="16"/>
                  </a:lnTo>
                  <a:lnTo>
                    <a:pt x="104" y="9"/>
                  </a:lnTo>
                  <a:lnTo>
                    <a:pt x="127" y="4"/>
                  </a:lnTo>
                  <a:lnTo>
                    <a:pt x="149" y="0"/>
                  </a:lnTo>
                  <a:lnTo>
                    <a:pt x="170" y="0"/>
                  </a:lnTo>
                  <a:close/>
                </a:path>
              </a:pathLst>
            </a:custGeom>
            <a:solidFill>
              <a:schemeClr val="bg1"/>
            </a:solidFill>
            <a:ln w="0">
              <a:noFill/>
              <a:prstDash val="solid"/>
              <a:round/>
              <a:headEnd/>
              <a:tailEnd/>
            </a:ln>
          </p:spPr>
          <p:txBody>
            <a:bodyPr wrap="square" lIns="91440" tIns="45720" rIns="91440" bIns="45720" anchor="ctr">
              <a:noAutofit/>
            </a:bodyPr>
            <a:lstStyle/>
            <a:p>
              <a:pPr algn="ctr"/>
              <a:endParaRPr>
                <a:cs typeface="+mn-ea"/>
                <a:sym typeface="+mn-lt"/>
              </a:endParaRPr>
            </a:p>
          </p:txBody>
        </p:sp>
        <p:sp>
          <p:nvSpPr>
            <p:cNvPr id="33" name="任意多边形: 形状 32">
              <a:extLst>
                <a:ext uri="{FF2B5EF4-FFF2-40B4-BE49-F238E27FC236}">
                  <a16:creationId xmlns:a16="http://schemas.microsoft.com/office/drawing/2014/main" id="{FC26AC92-6E74-3817-4EB0-B4146D50F849}"/>
                </a:ext>
              </a:extLst>
            </p:cNvPr>
            <p:cNvSpPr/>
            <p:nvPr/>
          </p:nvSpPr>
          <p:spPr bwMode="auto">
            <a:xfrm>
              <a:off x="9170929" y="3061972"/>
              <a:ext cx="56377" cy="28788"/>
            </a:xfrm>
            <a:custGeom>
              <a:avLst/>
              <a:gdLst>
                <a:gd name="T0" fmla="*/ 175 w 468"/>
                <a:gd name="T1" fmla="*/ 0 h 239"/>
                <a:gd name="T2" fmla="*/ 468 w 468"/>
                <a:gd name="T3" fmla="*/ 239 h 239"/>
                <a:gd name="T4" fmla="*/ 11 w 468"/>
                <a:gd name="T5" fmla="*/ 220 h 239"/>
                <a:gd name="T6" fmla="*/ 3 w 468"/>
                <a:gd name="T7" fmla="*/ 209 h 239"/>
                <a:gd name="T8" fmla="*/ 0 w 468"/>
                <a:gd name="T9" fmla="*/ 196 h 239"/>
                <a:gd name="T10" fmla="*/ 1 w 468"/>
                <a:gd name="T11" fmla="*/ 181 h 239"/>
                <a:gd name="T12" fmla="*/ 5 w 468"/>
                <a:gd name="T13" fmla="*/ 163 h 239"/>
                <a:gd name="T14" fmla="*/ 12 w 468"/>
                <a:gd name="T15" fmla="*/ 143 h 239"/>
                <a:gd name="T16" fmla="*/ 23 w 468"/>
                <a:gd name="T17" fmla="*/ 124 h 239"/>
                <a:gd name="T18" fmla="*/ 36 w 468"/>
                <a:gd name="T19" fmla="*/ 103 h 239"/>
                <a:gd name="T20" fmla="*/ 50 w 468"/>
                <a:gd name="T21" fmla="*/ 83 h 239"/>
                <a:gd name="T22" fmla="*/ 67 w 468"/>
                <a:gd name="T23" fmla="*/ 64 h 239"/>
                <a:gd name="T24" fmla="*/ 85 w 468"/>
                <a:gd name="T25" fmla="*/ 47 h 239"/>
                <a:gd name="T26" fmla="*/ 103 w 468"/>
                <a:gd name="T27" fmla="*/ 30 h 239"/>
                <a:gd name="T28" fmla="*/ 121 w 468"/>
                <a:gd name="T29" fmla="*/ 18 h 239"/>
                <a:gd name="T30" fmla="*/ 140 w 468"/>
                <a:gd name="T31" fmla="*/ 8 h 239"/>
                <a:gd name="T32" fmla="*/ 158 w 468"/>
                <a:gd name="T33" fmla="*/ 1 h 239"/>
                <a:gd name="T34" fmla="*/ 175 w 468"/>
                <a:gd name="T35" fmla="*/ 0 h 2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468" h="239">
                  <a:moveTo>
                    <a:pt x="175" y="0"/>
                  </a:moveTo>
                  <a:lnTo>
                    <a:pt x="468" y="239"/>
                  </a:lnTo>
                  <a:lnTo>
                    <a:pt x="11" y="220"/>
                  </a:lnTo>
                  <a:lnTo>
                    <a:pt x="3" y="209"/>
                  </a:lnTo>
                  <a:lnTo>
                    <a:pt x="0" y="196"/>
                  </a:lnTo>
                  <a:lnTo>
                    <a:pt x="1" y="181"/>
                  </a:lnTo>
                  <a:lnTo>
                    <a:pt x="5" y="163"/>
                  </a:lnTo>
                  <a:lnTo>
                    <a:pt x="12" y="143"/>
                  </a:lnTo>
                  <a:lnTo>
                    <a:pt x="23" y="124"/>
                  </a:lnTo>
                  <a:lnTo>
                    <a:pt x="36" y="103"/>
                  </a:lnTo>
                  <a:lnTo>
                    <a:pt x="50" y="83"/>
                  </a:lnTo>
                  <a:lnTo>
                    <a:pt x="67" y="64"/>
                  </a:lnTo>
                  <a:lnTo>
                    <a:pt x="85" y="47"/>
                  </a:lnTo>
                  <a:lnTo>
                    <a:pt x="103" y="30"/>
                  </a:lnTo>
                  <a:lnTo>
                    <a:pt x="121" y="18"/>
                  </a:lnTo>
                  <a:lnTo>
                    <a:pt x="140" y="8"/>
                  </a:lnTo>
                  <a:lnTo>
                    <a:pt x="158" y="1"/>
                  </a:lnTo>
                  <a:lnTo>
                    <a:pt x="175" y="0"/>
                  </a:lnTo>
                  <a:close/>
                </a:path>
              </a:pathLst>
            </a:custGeom>
            <a:solidFill>
              <a:schemeClr val="bg1"/>
            </a:solidFill>
            <a:ln w="0">
              <a:noFill/>
              <a:prstDash val="solid"/>
              <a:round/>
              <a:headEnd/>
              <a:tailEnd/>
            </a:ln>
          </p:spPr>
          <p:txBody>
            <a:bodyPr wrap="square" lIns="91440" tIns="45720" rIns="91440" bIns="45720" anchor="ctr">
              <a:noAutofit/>
            </a:bodyPr>
            <a:lstStyle/>
            <a:p>
              <a:pPr algn="ctr"/>
              <a:endParaRPr dirty="0">
                <a:cs typeface="+mn-ea"/>
                <a:sym typeface="+mn-lt"/>
              </a:endParaRPr>
            </a:p>
          </p:txBody>
        </p:sp>
        <p:sp>
          <p:nvSpPr>
            <p:cNvPr id="34" name="任意多边形: 形状 33">
              <a:extLst>
                <a:ext uri="{FF2B5EF4-FFF2-40B4-BE49-F238E27FC236}">
                  <a16:creationId xmlns:a16="http://schemas.microsoft.com/office/drawing/2014/main" id="{EAB8E76F-94A3-0F92-C39E-1F2962E6BD63}"/>
                </a:ext>
              </a:extLst>
            </p:cNvPr>
            <p:cNvSpPr/>
            <p:nvPr/>
          </p:nvSpPr>
          <p:spPr bwMode="auto">
            <a:xfrm>
              <a:off x="9147539" y="3091960"/>
              <a:ext cx="71971" cy="40184"/>
            </a:xfrm>
            <a:custGeom>
              <a:avLst/>
              <a:gdLst>
                <a:gd name="T0" fmla="*/ 598 w 598"/>
                <a:gd name="T1" fmla="*/ 0 h 336"/>
                <a:gd name="T2" fmla="*/ 95 w 598"/>
                <a:gd name="T3" fmla="*/ 336 h 336"/>
                <a:gd name="T4" fmla="*/ 77 w 598"/>
                <a:gd name="T5" fmla="*/ 333 h 336"/>
                <a:gd name="T6" fmla="*/ 59 w 598"/>
                <a:gd name="T7" fmla="*/ 325 h 336"/>
                <a:gd name="T8" fmla="*/ 45 w 598"/>
                <a:gd name="T9" fmla="*/ 311 h 336"/>
                <a:gd name="T10" fmla="*/ 32 w 598"/>
                <a:gd name="T11" fmla="*/ 293 h 336"/>
                <a:gd name="T12" fmla="*/ 21 w 598"/>
                <a:gd name="T13" fmla="*/ 271 h 336"/>
                <a:gd name="T14" fmla="*/ 12 w 598"/>
                <a:gd name="T15" fmla="*/ 247 h 336"/>
                <a:gd name="T16" fmla="*/ 5 w 598"/>
                <a:gd name="T17" fmla="*/ 219 h 336"/>
                <a:gd name="T18" fmla="*/ 1 w 598"/>
                <a:gd name="T19" fmla="*/ 192 h 336"/>
                <a:gd name="T20" fmla="*/ 0 w 598"/>
                <a:gd name="T21" fmla="*/ 163 h 336"/>
                <a:gd name="T22" fmla="*/ 0 w 598"/>
                <a:gd name="T23" fmla="*/ 134 h 336"/>
                <a:gd name="T24" fmla="*/ 4 w 598"/>
                <a:gd name="T25" fmla="*/ 107 h 336"/>
                <a:gd name="T26" fmla="*/ 11 w 598"/>
                <a:gd name="T27" fmla="*/ 83 h 336"/>
                <a:gd name="T28" fmla="*/ 21 w 598"/>
                <a:gd name="T29" fmla="*/ 60 h 336"/>
                <a:gd name="T30" fmla="*/ 34 w 598"/>
                <a:gd name="T31" fmla="*/ 41 h 336"/>
                <a:gd name="T32" fmla="*/ 49 w 598"/>
                <a:gd name="T33" fmla="*/ 27 h 336"/>
                <a:gd name="T34" fmla="*/ 598 w 598"/>
                <a:gd name="T35" fmla="*/ 0 h 3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598" h="336">
                  <a:moveTo>
                    <a:pt x="598" y="0"/>
                  </a:moveTo>
                  <a:lnTo>
                    <a:pt x="95" y="336"/>
                  </a:lnTo>
                  <a:lnTo>
                    <a:pt x="77" y="333"/>
                  </a:lnTo>
                  <a:lnTo>
                    <a:pt x="59" y="325"/>
                  </a:lnTo>
                  <a:lnTo>
                    <a:pt x="45" y="311"/>
                  </a:lnTo>
                  <a:lnTo>
                    <a:pt x="32" y="293"/>
                  </a:lnTo>
                  <a:lnTo>
                    <a:pt x="21" y="271"/>
                  </a:lnTo>
                  <a:lnTo>
                    <a:pt x="12" y="247"/>
                  </a:lnTo>
                  <a:lnTo>
                    <a:pt x="5" y="219"/>
                  </a:lnTo>
                  <a:lnTo>
                    <a:pt x="1" y="192"/>
                  </a:lnTo>
                  <a:lnTo>
                    <a:pt x="0" y="163"/>
                  </a:lnTo>
                  <a:lnTo>
                    <a:pt x="0" y="134"/>
                  </a:lnTo>
                  <a:lnTo>
                    <a:pt x="4" y="107"/>
                  </a:lnTo>
                  <a:lnTo>
                    <a:pt x="11" y="83"/>
                  </a:lnTo>
                  <a:lnTo>
                    <a:pt x="21" y="60"/>
                  </a:lnTo>
                  <a:lnTo>
                    <a:pt x="34" y="41"/>
                  </a:lnTo>
                  <a:lnTo>
                    <a:pt x="49" y="27"/>
                  </a:lnTo>
                  <a:lnTo>
                    <a:pt x="598" y="0"/>
                  </a:lnTo>
                  <a:close/>
                </a:path>
              </a:pathLst>
            </a:custGeom>
            <a:solidFill>
              <a:schemeClr val="bg1"/>
            </a:solidFill>
            <a:ln w="0">
              <a:noFill/>
              <a:prstDash val="solid"/>
              <a:round/>
              <a:headEnd/>
              <a:tailEnd/>
            </a:ln>
          </p:spPr>
          <p:txBody>
            <a:bodyPr wrap="square" lIns="91440" tIns="45720" rIns="91440" bIns="45720" anchor="ctr">
              <a:noAutofit/>
            </a:bodyPr>
            <a:lstStyle/>
            <a:p>
              <a:pPr algn="ctr"/>
              <a:endParaRPr>
                <a:cs typeface="+mn-ea"/>
                <a:sym typeface="+mn-lt"/>
              </a:endParaRPr>
            </a:p>
          </p:txBody>
        </p:sp>
        <p:sp>
          <p:nvSpPr>
            <p:cNvPr id="35" name="任意多边形: 形状 34">
              <a:extLst>
                <a:ext uri="{FF2B5EF4-FFF2-40B4-BE49-F238E27FC236}">
                  <a16:creationId xmlns:a16="http://schemas.microsoft.com/office/drawing/2014/main" id="{21E4159B-7D79-AC1B-809B-657016499ACA}"/>
                </a:ext>
              </a:extLst>
            </p:cNvPr>
            <p:cNvSpPr/>
            <p:nvPr/>
          </p:nvSpPr>
          <p:spPr bwMode="auto">
            <a:xfrm>
              <a:off x="9145739" y="3099157"/>
              <a:ext cx="66572" cy="82167"/>
            </a:xfrm>
            <a:custGeom>
              <a:avLst/>
              <a:gdLst>
                <a:gd name="T0" fmla="*/ 557 w 557"/>
                <a:gd name="T1" fmla="*/ 0 h 684"/>
                <a:gd name="T2" fmla="*/ 359 w 557"/>
                <a:gd name="T3" fmla="*/ 665 h 684"/>
                <a:gd name="T4" fmla="*/ 341 w 557"/>
                <a:gd name="T5" fmla="*/ 676 h 684"/>
                <a:gd name="T6" fmla="*/ 319 w 557"/>
                <a:gd name="T7" fmla="*/ 683 h 684"/>
                <a:gd name="T8" fmla="*/ 296 w 557"/>
                <a:gd name="T9" fmla="*/ 684 h 684"/>
                <a:gd name="T10" fmla="*/ 270 w 557"/>
                <a:gd name="T11" fmla="*/ 683 h 684"/>
                <a:gd name="T12" fmla="*/ 242 w 557"/>
                <a:gd name="T13" fmla="*/ 677 h 684"/>
                <a:gd name="T14" fmla="*/ 215 w 557"/>
                <a:gd name="T15" fmla="*/ 670 h 684"/>
                <a:gd name="T16" fmla="*/ 186 w 557"/>
                <a:gd name="T17" fmla="*/ 657 h 684"/>
                <a:gd name="T18" fmla="*/ 158 w 557"/>
                <a:gd name="T19" fmla="*/ 644 h 684"/>
                <a:gd name="T20" fmla="*/ 131 w 557"/>
                <a:gd name="T21" fmla="*/ 629 h 684"/>
                <a:gd name="T22" fmla="*/ 104 w 557"/>
                <a:gd name="T23" fmla="*/ 610 h 684"/>
                <a:gd name="T24" fmla="*/ 80 w 557"/>
                <a:gd name="T25" fmla="*/ 591 h 684"/>
                <a:gd name="T26" fmla="*/ 57 w 557"/>
                <a:gd name="T27" fmla="*/ 572 h 684"/>
                <a:gd name="T28" fmla="*/ 39 w 557"/>
                <a:gd name="T29" fmla="*/ 550 h 684"/>
                <a:gd name="T30" fmla="*/ 22 w 557"/>
                <a:gd name="T31" fmla="*/ 529 h 684"/>
                <a:gd name="T32" fmla="*/ 10 w 557"/>
                <a:gd name="T33" fmla="*/ 507 h 684"/>
                <a:gd name="T34" fmla="*/ 2 w 557"/>
                <a:gd name="T35" fmla="*/ 485 h 684"/>
                <a:gd name="T36" fmla="*/ 0 w 557"/>
                <a:gd name="T37" fmla="*/ 464 h 684"/>
                <a:gd name="T38" fmla="*/ 3 w 557"/>
                <a:gd name="T39" fmla="*/ 444 h 684"/>
                <a:gd name="T40" fmla="*/ 557 w 557"/>
                <a:gd name="T41" fmla="*/ 0 h 6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57" h="684">
                  <a:moveTo>
                    <a:pt x="557" y="0"/>
                  </a:moveTo>
                  <a:lnTo>
                    <a:pt x="359" y="665"/>
                  </a:lnTo>
                  <a:lnTo>
                    <a:pt x="341" y="676"/>
                  </a:lnTo>
                  <a:lnTo>
                    <a:pt x="319" y="683"/>
                  </a:lnTo>
                  <a:lnTo>
                    <a:pt x="296" y="684"/>
                  </a:lnTo>
                  <a:lnTo>
                    <a:pt x="270" y="683"/>
                  </a:lnTo>
                  <a:lnTo>
                    <a:pt x="242" y="677"/>
                  </a:lnTo>
                  <a:lnTo>
                    <a:pt x="215" y="670"/>
                  </a:lnTo>
                  <a:lnTo>
                    <a:pt x="186" y="657"/>
                  </a:lnTo>
                  <a:lnTo>
                    <a:pt x="158" y="644"/>
                  </a:lnTo>
                  <a:lnTo>
                    <a:pt x="131" y="629"/>
                  </a:lnTo>
                  <a:lnTo>
                    <a:pt x="104" y="610"/>
                  </a:lnTo>
                  <a:lnTo>
                    <a:pt x="80" y="591"/>
                  </a:lnTo>
                  <a:lnTo>
                    <a:pt x="57" y="572"/>
                  </a:lnTo>
                  <a:lnTo>
                    <a:pt x="39" y="550"/>
                  </a:lnTo>
                  <a:lnTo>
                    <a:pt x="22" y="529"/>
                  </a:lnTo>
                  <a:lnTo>
                    <a:pt x="10" y="507"/>
                  </a:lnTo>
                  <a:lnTo>
                    <a:pt x="2" y="485"/>
                  </a:lnTo>
                  <a:lnTo>
                    <a:pt x="0" y="464"/>
                  </a:lnTo>
                  <a:lnTo>
                    <a:pt x="3" y="444"/>
                  </a:lnTo>
                  <a:lnTo>
                    <a:pt x="557" y="0"/>
                  </a:lnTo>
                  <a:close/>
                </a:path>
              </a:pathLst>
            </a:custGeom>
            <a:solidFill>
              <a:schemeClr val="bg1"/>
            </a:solidFill>
            <a:ln w="0">
              <a:noFill/>
              <a:prstDash val="solid"/>
              <a:round/>
              <a:headEnd/>
              <a:tailEnd/>
            </a:ln>
          </p:spPr>
          <p:txBody>
            <a:bodyPr wrap="square" lIns="91440" tIns="45720" rIns="91440" bIns="45720" anchor="ctr">
              <a:noAutofit/>
            </a:bodyPr>
            <a:lstStyle/>
            <a:p>
              <a:pPr algn="ctr"/>
              <a:endParaRPr dirty="0">
                <a:cs typeface="+mn-ea"/>
                <a:sym typeface="+mn-lt"/>
              </a:endParaRPr>
            </a:p>
          </p:txBody>
        </p:sp>
        <p:sp>
          <p:nvSpPr>
            <p:cNvPr id="36" name="任意多边形: 形状 35">
              <a:extLst>
                <a:ext uri="{FF2B5EF4-FFF2-40B4-BE49-F238E27FC236}">
                  <a16:creationId xmlns:a16="http://schemas.microsoft.com/office/drawing/2014/main" id="{E9908A9A-825B-4ECB-D63B-63C3D0CC598E}"/>
                </a:ext>
              </a:extLst>
            </p:cNvPr>
            <p:cNvSpPr/>
            <p:nvPr/>
          </p:nvSpPr>
          <p:spPr bwMode="auto">
            <a:xfrm>
              <a:off x="9194919" y="3110552"/>
              <a:ext cx="71971" cy="103158"/>
            </a:xfrm>
            <a:custGeom>
              <a:avLst/>
              <a:gdLst>
                <a:gd name="T0" fmla="*/ 145 w 598"/>
                <a:gd name="T1" fmla="*/ 0 h 859"/>
                <a:gd name="T2" fmla="*/ 598 w 598"/>
                <a:gd name="T3" fmla="*/ 706 h 859"/>
                <a:gd name="T4" fmla="*/ 591 w 598"/>
                <a:gd name="T5" fmla="*/ 726 h 859"/>
                <a:gd name="T6" fmla="*/ 578 w 598"/>
                <a:gd name="T7" fmla="*/ 745 h 859"/>
                <a:gd name="T8" fmla="*/ 560 w 598"/>
                <a:gd name="T9" fmla="*/ 763 h 859"/>
                <a:gd name="T10" fmla="*/ 538 w 598"/>
                <a:gd name="T11" fmla="*/ 779 h 859"/>
                <a:gd name="T12" fmla="*/ 511 w 598"/>
                <a:gd name="T13" fmla="*/ 794 h 859"/>
                <a:gd name="T14" fmla="*/ 482 w 598"/>
                <a:gd name="T15" fmla="*/ 808 h 859"/>
                <a:gd name="T16" fmla="*/ 449 w 598"/>
                <a:gd name="T17" fmla="*/ 820 h 859"/>
                <a:gd name="T18" fmla="*/ 414 w 598"/>
                <a:gd name="T19" fmla="*/ 831 h 859"/>
                <a:gd name="T20" fmla="*/ 376 w 598"/>
                <a:gd name="T21" fmla="*/ 841 h 859"/>
                <a:gd name="T22" fmla="*/ 339 w 598"/>
                <a:gd name="T23" fmla="*/ 848 h 859"/>
                <a:gd name="T24" fmla="*/ 300 w 598"/>
                <a:gd name="T25" fmla="*/ 854 h 859"/>
                <a:gd name="T26" fmla="*/ 261 w 598"/>
                <a:gd name="T27" fmla="*/ 858 h 859"/>
                <a:gd name="T28" fmla="*/ 222 w 598"/>
                <a:gd name="T29" fmla="*/ 859 h 859"/>
                <a:gd name="T30" fmla="*/ 185 w 598"/>
                <a:gd name="T31" fmla="*/ 859 h 859"/>
                <a:gd name="T32" fmla="*/ 149 w 598"/>
                <a:gd name="T33" fmla="*/ 858 h 859"/>
                <a:gd name="T34" fmla="*/ 115 w 598"/>
                <a:gd name="T35" fmla="*/ 854 h 859"/>
                <a:gd name="T36" fmla="*/ 85 w 598"/>
                <a:gd name="T37" fmla="*/ 847 h 859"/>
                <a:gd name="T38" fmla="*/ 57 w 598"/>
                <a:gd name="T39" fmla="*/ 837 h 859"/>
                <a:gd name="T40" fmla="*/ 33 w 598"/>
                <a:gd name="T41" fmla="*/ 826 h 859"/>
                <a:gd name="T42" fmla="*/ 14 w 598"/>
                <a:gd name="T43" fmla="*/ 812 h 859"/>
                <a:gd name="T44" fmla="*/ 0 w 598"/>
                <a:gd name="T45" fmla="*/ 796 h 859"/>
                <a:gd name="T46" fmla="*/ 145 w 598"/>
                <a:gd name="T47" fmla="*/ 0 h 8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598" h="859">
                  <a:moveTo>
                    <a:pt x="145" y="0"/>
                  </a:moveTo>
                  <a:lnTo>
                    <a:pt x="598" y="706"/>
                  </a:lnTo>
                  <a:lnTo>
                    <a:pt x="591" y="726"/>
                  </a:lnTo>
                  <a:lnTo>
                    <a:pt x="578" y="745"/>
                  </a:lnTo>
                  <a:lnTo>
                    <a:pt x="560" y="763"/>
                  </a:lnTo>
                  <a:lnTo>
                    <a:pt x="538" y="779"/>
                  </a:lnTo>
                  <a:lnTo>
                    <a:pt x="511" y="794"/>
                  </a:lnTo>
                  <a:lnTo>
                    <a:pt x="482" y="808"/>
                  </a:lnTo>
                  <a:lnTo>
                    <a:pt x="449" y="820"/>
                  </a:lnTo>
                  <a:lnTo>
                    <a:pt x="414" y="831"/>
                  </a:lnTo>
                  <a:lnTo>
                    <a:pt x="376" y="841"/>
                  </a:lnTo>
                  <a:lnTo>
                    <a:pt x="339" y="848"/>
                  </a:lnTo>
                  <a:lnTo>
                    <a:pt x="300" y="854"/>
                  </a:lnTo>
                  <a:lnTo>
                    <a:pt x="261" y="858"/>
                  </a:lnTo>
                  <a:lnTo>
                    <a:pt x="222" y="859"/>
                  </a:lnTo>
                  <a:lnTo>
                    <a:pt x="185" y="859"/>
                  </a:lnTo>
                  <a:lnTo>
                    <a:pt x="149" y="858"/>
                  </a:lnTo>
                  <a:lnTo>
                    <a:pt x="115" y="854"/>
                  </a:lnTo>
                  <a:lnTo>
                    <a:pt x="85" y="847"/>
                  </a:lnTo>
                  <a:lnTo>
                    <a:pt x="57" y="837"/>
                  </a:lnTo>
                  <a:lnTo>
                    <a:pt x="33" y="826"/>
                  </a:lnTo>
                  <a:lnTo>
                    <a:pt x="14" y="812"/>
                  </a:lnTo>
                  <a:lnTo>
                    <a:pt x="0" y="796"/>
                  </a:lnTo>
                  <a:lnTo>
                    <a:pt x="145" y="0"/>
                  </a:lnTo>
                  <a:close/>
                </a:path>
              </a:pathLst>
            </a:custGeom>
            <a:solidFill>
              <a:schemeClr val="bg1"/>
            </a:solidFill>
            <a:ln w="0">
              <a:noFill/>
              <a:prstDash val="solid"/>
              <a:round/>
              <a:headEnd/>
              <a:tailEnd/>
            </a:ln>
          </p:spPr>
          <p:txBody>
            <a:bodyPr wrap="square" lIns="91440" tIns="45720" rIns="91440" bIns="45720" anchor="ctr">
              <a:noAutofit/>
            </a:bodyPr>
            <a:lstStyle/>
            <a:p>
              <a:pPr algn="ctr"/>
              <a:endParaRPr>
                <a:cs typeface="+mn-ea"/>
                <a:sym typeface="+mn-lt"/>
              </a:endParaRPr>
            </a:p>
          </p:txBody>
        </p:sp>
        <p:sp>
          <p:nvSpPr>
            <p:cNvPr id="37" name="任意多边形: 形状 36">
              <a:extLst>
                <a:ext uri="{FF2B5EF4-FFF2-40B4-BE49-F238E27FC236}">
                  <a16:creationId xmlns:a16="http://schemas.microsoft.com/office/drawing/2014/main" id="{7856D2FE-E5C4-3785-8031-EF876FC278C0}"/>
                </a:ext>
              </a:extLst>
            </p:cNvPr>
            <p:cNvSpPr/>
            <p:nvPr/>
          </p:nvSpPr>
          <p:spPr bwMode="auto">
            <a:xfrm>
              <a:off x="9223707" y="3120148"/>
              <a:ext cx="143940" cy="92962"/>
            </a:xfrm>
            <a:custGeom>
              <a:avLst/>
              <a:gdLst>
                <a:gd name="T0" fmla="*/ 0 w 1200"/>
                <a:gd name="T1" fmla="*/ 0 h 776"/>
                <a:gd name="T2" fmla="*/ 1183 w 1200"/>
                <a:gd name="T3" fmla="*/ 239 h 776"/>
                <a:gd name="T4" fmla="*/ 1194 w 1200"/>
                <a:gd name="T5" fmla="*/ 257 h 776"/>
                <a:gd name="T6" fmla="*/ 1199 w 1200"/>
                <a:gd name="T7" fmla="*/ 278 h 776"/>
                <a:gd name="T8" fmla="*/ 1200 w 1200"/>
                <a:gd name="T9" fmla="*/ 301 h 776"/>
                <a:gd name="T10" fmla="*/ 1197 w 1200"/>
                <a:gd name="T11" fmla="*/ 325 h 776"/>
                <a:gd name="T12" fmla="*/ 1189 w 1200"/>
                <a:gd name="T13" fmla="*/ 351 h 776"/>
                <a:gd name="T14" fmla="*/ 1178 w 1200"/>
                <a:gd name="T15" fmla="*/ 380 h 776"/>
                <a:gd name="T16" fmla="*/ 1164 w 1200"/>
                <a:gd name="T17" fmla="*/ 409 h 776"/>
                <a:gd name="T18" fmla="*/ 1145 w 1200"/>
                <a:gd name="T19" fmla="*/ 438 h 776"/>
                <a:gd name="T20" fmla="*/ 1124 w 1200"/>
                <a:gd name="T21" fmla="*/ 469 h 776"/>
                <a:gd name="T22" fmla="*/ 1101 w 1200"/>
                <a:gd name="T23" fmla="*/ 499 h 776"/>
                <a:gd name="T24" fmla="*/ 1074 w 1200"/>
                <a:gd name="T25" fmla="*/ 530 h 776"/>
                <a:gd name="T26" fmla="*/ 1046 w 1200"/>
                <a:gd name="T27" fmla="*/ 559 h 776"/>
                <a:gd name="T28" fmla="*/ 1017 w 1200"/>
                <a:gd name="T29" fmla="*/ 589 h 776"/>
                <a:gd name="T30" fmla="*/ 986 w 1200"/>
                <a:gd name="T31" fmla="*/ 616 h 776"/>
                <a:gd name="T32" fmla="*/ 953 w 1200"/>
                <a:gd name="T33" fmla="*/ 644 h 776"/>
                <a:gd name="T34" fmla="*/ 920 w 1200"/>
                <a:gd name="T35" fmla="*/ 669 h 776"/>
                <a:gd name="T36" fmla="*/ 887 w 1200"/>
                <a:gd name="T37" fmla="*/ 692 h 776"/>
                <a:gd name="T38" fmla="*/ 854 w 1200"/>
                <a:gd name="T39" fmla="*/ 713 h 776"/>
                <a:gd name="T40" fmla="*/ 819 w 1200"/>
                <a:gd name="T41" fmla="*/ 732 h 776"/>
                <a:gd name="T42" fmla="*/ 786 w 1200"/>
                <a:gd name="T43" fmla="*/ 747 h 776"/>
                <a:gd name="T44" fmla="*/ 754 w 1200"/>
                <a:gd name="T45" fmla="*/ 761 h 776"/>
                <a:gd name="T46" fmla="*/ 723 w 1200"/>
                <a:gd name="T47" fmla="*/ 769 h 776"/>
                <a:gd name="T48" fmla="*/ 693 w 1200"/>
                <a:gd name="T49" fmla="*/ 775 h 776"/>
                <a:gd name="T50" fmla="*/ 664 w 1200"/>
                <a:gd name="T51" fmla="*/ 776 h 776"/>
                <a:gd name="T52" fmla="*/ 639 w 1200"/>
                <a:gd name="T53" fmla="*/ 774 h 776"/>
                <a:gd name="T54" fmla="*/ 0 w 1200"/>
                <a:gd name="T55" fmla="*/ 0 h 7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1200" h="776">
                  <a:moveTo>
                    <a:pt x="0" y="0"/>
                  </a:moveTo>
                  <a:lnTo>
                    <a:pt x="1183" y="239"/>
                  </a:lnTo>
                  <a:lnTo>
                    <a:pt x="1194" y="257"/>
                  </a:lnTo>
                  <a:lnTo>
                    <a:pt x="1199" y="278"/>
                  </a:lnTo>
                  <a:lnTo>
                    <a:pt x="1200" y="301"/>
                  </a:lnTo>
                  <a:lnTo>
                    <a:pt x="1197" y="325"/>
                  </a:lnTo>
                  <a:lnTo>
                    <a:pt x="1189" y="351"/>
                  </a:lnTo>
                  <a:lnTo>
                    <a:pt x="1178" y="380"/>
                  </a:lnTo>
                  <a:lnTo>
                    <a:pt x="1164" y="409"/>
                  </a:lnTo>
                  <a:lnTo>
                    <a:pt x="1145" y="438"/>
                  </a:lnTo>
                  <a:lnTo>
                    <a:pt x="1124" y="469"/>
                  </a:lnTo>
                  <a:lnTo>
                    <a:pt x="1101" y="499"/>
                  </a:lnTo>
                  <a:lnTo>
                    <a:pt x="1074" y="530"/>
                  </a:lnTo>
                  <a:lnTo>
                    <a:pt x="1046" y="559"/>
                  </a:lnTo>
                  <a:lnTo>
                    <a:pt x="1017" y="589"/>
                  </a:lnTo>
                  <a:lnTo>
                    <a:pt x="986" y="616"/>
                  </a:lnTo>
                  <a:lnTo>
                    <a:pt x="953" y="644"/>
                  </a:lnTo>
                  <a:lnTo>
                    <a:pt x="920" y="669"/>
                  </a:lnTo>
                  <a:lnTo>
                    <a:pt x="887" y="692"/>
                  </a:lnTo>
                  <a:lnTo>
                    <a:pt x="854" y="713"/>
                  </a:lnTo>
                  <a:lnTo>
                    <a:pt x="819" y="732"/>
                  </a:lnTo>
                  <a:lnTo>
                    <a:pt x="786" y="747"/>
                  </a:lnTo>
                  <a:lnTo>
                    <a:pt x="754" y="761"/>
                  </a:lnTo>
                  <a:lnTo>
                    <a:pt x="723" y="769"/>
                  </a:lnTo>
                  <a:lnTo>
                    <a:pt x="693" y="775"/>
                  </a:lnTo>
                  <a:lnTo>
                    <a:pt x="664" y="776"/>
                  </a:lnTo>
                  <a:lnTo>
                    <a:pt x="639" y="774"/>
                  </a:lnTo>
                  <a:lnTo>
                    <a:pt x="0" y="0"/>
                  </a:lnTo>
                  <a:close/>
                </a:path>
              </a:pathLst>
            </a:custGeom>
            <a:solidFill>
              <a:schemeClr val="bg1"/>
            </a:solidFill>
            <a:ln w="0">
              <a:noFill/>
              <a:prstDash val="solid"/>
              <a:round/>
              <a:headEnd/>
              <a:tailEnd/>
            </a:ln>
          </p:spPr>
          <p:txBody>
            <a:bodyPr wrap="square" lIns="91440" tIns="45720" rIns="91440" bIns="45720" anchor="ctr">
              <a:noAutofit/>
            </a:bodyPr>
            <a:lstStyle/>
            <a:p>
              <a:pPr algn="ctr"/>
              <a:endParaRPr>
                <a:cs typeface="+mn-ea"/>
                <a:sym typeface="+mn-lt"/>
              </a:endParaRPr>
            </a:p>
          </p:txBody>
        </p:sp>
        <p:sp>
          <p:nvSpPr>
            <p:cNvPr id="38" name="任意多边形: 形状 37">
              <a:extLst>
                <a:ext uri="{FF2B5EF4-FFF2-40B4-BE49-F238E27FC236}">
                  <a16:creationId xmlns:a16="http://schemas.microsoft.com/office/drawing/2014/main" id="{A9031DD6-50FD-93D6-5A0D-D358821DA247}"/>
                </a:ext>
              </a:extLst>
            </p:cNvPr>
            <p:cNvSpPr/>
            <p:nvPr/>
          </p:nvSpPr>
          <p:spPr bwMode="auto">
            <a:xfrm>
              <a:off x="9244699" y="3033783"/>
              <a:ext cx="199719" cy="103758"/>
            </a:xfrm>
            <a:custGeom>
              <a:avLst/>
              <a:gdLst>
                <a:gd name="T0" fmla="*/ 1491 w 1666"/>
                <a:gd name="T1" fmla="*/ 0 h 863"/>
                <a:gd name="T2" fmla="*/ 1519 w 1666"/>
                <a:gd name="T3" fmla="*/ 6 h 863"/>
                <a:gd name="T4" fmla="*/ 1545 w 1666"/>
                <a:gd name="T5" fmla="*/ 18 h 863"/>
                <a:gd name="T6" fmla="*/ 1568 w 1666"/>
                <a:gd name="T7" fmla="*/ 34 h 863"/>
                <a:gd name="T8" fmla="*/ 1588 w 1666"/>
                <a:gd name="T9" fmla="*/ 56 h 863"/>
                <a:gd name="T10" fmla="*/ 1607 w 1666"/>
                <a:gd name="T11" fmla="*/ 83 h 863"/>
                <a:gd name="T12" fmla="*/ 1623 w 1666"/>
                <a:gd name="T13" fmla="*/ 112 h 863"/>
                <a:gd name="T14" fmla="*/ 1636 w 1666"/>
                <a:gd name="T15" fmla="*/ 145 h 863"/>
                <a:gd name="T16" fmla="*/ 1647 w 1666"/>
                <a:gd name="T17" fmla="*/ 182 h 863"/>
                <a:gd name="T18" fmla="*/ 1655 w 1666"/>
                <a:gd name="T19" fmla="*/ 221 h 863"/>
                <a:gd name="T20" fmla="*/ 1660 w 1666"/>
                <a:gd name="T21" fmla="*/ 262 h 863"/>
                <a:gd name="T22" fmla="*/ 1665 w 1666"/>
                <a:gd name="T23" fmla="*/ 305 h 863"/>
                <a:gd name="T24" fmla="*/ 1666 w 1666"/>
                <a:gd name="T25" fmla="*/ 349 h 863"/>
                <a:gd name="T26" fmla="*/ 1665 w 1666"/>
                <a:gd name="T27" fmla="*/ 394 h 863"/>
                <a:gd name="T28" fmla="*/ 1660 w 1666"/>
                <a:gd name="T29" fmla="*/ 440 h 863"/>
                <a:gd name="T30" fmla="*/ 1655 w 1666"/>
                <a:gd name="T31" fmla="*/ 485 h 863"/>
                <a:gd name="T32" fmla="*/ 1647 w 1666"/>
                <a:gd name="T33" fmla="*/ 530 h 863"/>
                <a:gd name="T34" fmla="*/ 1637 w 1666"/>
                <a:gd name="T35" fmla="*/ 574 h 863"/>
                <a:gd name="T36" fmla="*/ 1624 w 1666"/>
                <a:gd name="T37" fmla="*/ 617 h 863"/>
                <a:gd name="T38" fmla="*/ 1609 w 1666"/>
                <a:gd name="T39" fmla="*/ 659 h 863"/>
                <a:gd name="T40" fmla="*/ 1593 w 1666"/>
                <a:gd name="T41" fmla="*/ 698 h 863"/>
                <a:gd name="T42" fmla="*/ 1573 w 1666"/>
                <a:gd name="T43" fmla="*/ 734 h 863"/>
                <a:gd name="T44" fmla="*/ 1552 w 1666"/>
                <a:gd name="T45" fmla="*/ 768 h 863"/>
                <a:gd name="T46" fmla="*/ 1529 w 1666"/>
                <a:gd name="T47" fmla="*/ 798 h 863"/>
                <a:gd name="T48" fmla="*/ 1503 w 1666"/>
                <a:gd name="T49" fmla="*/ 824 h 863"/>
                <a:gd name="T50" fmla="*/ 1475 w 1666"/>
                <a:gd name="T51" fmla="*/ 846 h 863"/>
                <a:gd name="T52" fmla="*/ 1447 w 1666"/>
                <a:gd name="T53" fmla="*/ 863 h 863"/>
                <a:gd name="T54" fmla="*/ 0 w 1666"/>
                <a:gd name="T55" fmla="*/ 712 h 863"/>
                <a:gd name="T56" fmla="*/ 1491 w 1666"/>
                <a:gd name="T57" fmla="*/ 0 h 8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666" h="863">
                  <a:moveTo>
                    <a:pt x="1491" y="0"/>
                  </a:moveTo>
                  <a:lnTo>
                    <a:pt x="1519" y="6"/>
                  </a:lnTo>
                  <a:lnTo>
                    <a:pt x="1545" y="18"/>
                  </a:lnTo>
                  <a:lnTo>
                    <a:pt x="1568" y="34"/>
                  </a:lnTo>
                  <a:lnTo>
                    <a:pt x="1588" y="56"/>
                  </a:lnTo>
                  <a:lnTo>
                    <a:pt x="1607" y="83"/>
                  </a:lnTo>
                  <a:lnTo>
                    <a:pt x="1623" y="112"/>
                  </a:lnTo>
                  <a:lnTo>
                    <a:pt x="1636" y="145"/>
                  </a:lnTo>
                  <a:lnTo>
                    <a:pt x="1647" y="182"/>
                  </a:lnTo>
                  <a:lnTo>
                    <a:pt x="1655" y="221"/>
                  </a:lnTo>
                  <a:lnTo>
                    <a:pt x="1660" y="262"/>
                  </a:lnTo>
                  <a:lnTo>
                    <a:pt x="1665" y="305"/>
                  </a:lnTo>
                  <a:lnTo>
                    <a:pt x="1666" y="349"/>
                  </a:lnTo>
                  <a:lnTo>
                    <a:pt x="1665" y="394"/>
                  </a:lnTo>
                  <a:lnTo>
                    <a:pt x="1660" y="440"/>
                  </a:lnTo>
                  <a:lnTo>
                    <a:pt x="1655" y="485"/>
                  </a:lnTo>
                  <a:lnTo>
                    <a:pt x="1647" y="530"/>
                  </a:lnTo>
                  <a:lnTo>
                    <a:pt x="1637" y="574"/>
                  </a:lnTo>
                  <a:lnTo>
                    <a:pt x="1624" y="617"/>
                  </a:lnTo>
                  <a:lnTo>
                    <a:pt x="1609" y="659"/>
                  </a:lnTo>
                  <a:lnTo>
                    <a:pt x="1593" y="698"/>
                  </a:lnTo>
                  <a:lnTo>
                    <a:pt x="1573" y="734"/>
                  </a:lnTo>
                  <a:lnTo>
                    <a:pt x="1552" y="768"/>
                  </a:lnTo>
                  <a:lnTo>
                    <a:pt x="1529" y="798"/>
                  </a:lnTo>
                  <a:lnTo>
                    <a:pt x="1503" y="824"/>
                  </a:lnTo>
                  <a:lnTo>
                    <a:pt x="1475" y="846"/>
                  </a:lnTo>
                  <a:lnTo>
                    <a:pt x="1447" y="863"/>
                  </a:lnTo>
                  <a:lnTo>
                    <a:pt x="0" y="712"/>
                  </a:lnTo>
                  <a:lnTo>
                    <a:pt x="1491" y="0"/>
                  </a:lnTo>
                  <a:close/>
                </a:path>
              </a:pathLst>
            </a:custGeom>
            <a:solidFill>
              <a:schemeClr val="bg1"/>
            </a:solidFill>
            <a:ln w="0">
              <a:noFill/>
              <a:prstDash val="solid"/>
              <a:round/>
              <a:headEnd/>
              <a:tailEnd/>
            </a:ln>
          </p:spPr>
          <p:txBody>
            <a:bodyPr wrap="square" lIns="91440" tIns="45720" rIns="91440" bIns="45720" anchor="ctr">
              <a:noAutofit/>
            </a:bodyPr>
            <a:lstStyle/>
            <a:p>
              <a:pPr algn="ctr"/>
              <a:endParaRPr dirty="0">
                <a:cs typeface="+mn-ea"/>
                <a:sym typeface="+mn-lt"/>
              </a:endParaRPr>
            </a:p>
          </p:txBody>
        </p:sp>
        <p:sp>
          <p:nvSpPr>
            <p:cNvPr id="39" name="任意多边形: 形状 38">
              <a:extLst>
                <a:ext uri="{FF2B5EF4-FFF2-40B4-BE49-F238E27FC236}">
                  <a16:creationId xmlns:a16="http://schemas.microsoft.com/office/drawing/2014/main" id="{38D853F8-FA3E-9C66-8C08-30D156F5E4EE}"/>
                </a:ext>
              </a:extLst>
            </p:cNvPr>
            <p:cNvSpPr/>
            <p:nvPr/>
          </p:nvSpPr>
          <p:spPr bwMode="auto">
            <a:xfrm>
              <a:off x="9266890" y="2890442"/>
              <a:ext cx="204516" cy="211714"/>
            </a:xfrm>
            <a:custGeom>
              <a:avLst/>
              <a:gdLst>
                <a:gd name="T0" fmla="*/ 1013 w 1707"/>
                <a:gd name="T1" fmla="*/ 0 h 1769"/>
                <a:gd name="T2" fmla="*/ 1053 w 1707"/>
                <a:gd name="T3" fmla="*/ 5 h 1769"/>
                <a:gd name="T4" fmla="*/ 1094 w 1707"/>
                <a:gd name="T5" fmla="*/ 13 h 1769"/>
                <a:gd name="T6" fmla="*/ 1136 w 1707"/>
                <a:gd name="T7" fmla="*/ 27 h 1769"/>
                <a:gd name="T8" fmla="*/ 1178 w 1707"/>
                <a:gd name="T9" fmla="*/ 43 h 1769"/>
                <a:gd name="T10" fmla="*/ 1222 w 1707"/>
                <a:gd name="T11" fmla="*/ 63 h 1769"/>
                <a:gd name="T12" fmla="*/ 1264 w 1707"/>
                <a:gd name="T13" fmla="*/ 86 h 1769"/>
                <a:gd name="T14" fmla="*/ 1307 w 1707"/>
                <a:gd name="T15" fmla="*/ 112 h 1769"/>
                <a:gd name="T16" fmla="*/ 1348 w 1707"/>
                <a:gd name="T17" fmla="*/ 142 h 1769"/>
                <a:gd name="T18" fmla="*/ 1389 w 1707"/>
                <a:gd name="T19" fmla="*/ 173 h 1769"/>
                <a:gd name="T20" fmla="*/ 1429 w 1707"/>
                <a:gd name="T21" fmla="*/ 207 h 1769"/>
                <a:gd name="T22" fmla="*/ 1467 w 1707"/>
                <a:gd name="T23" fmla="*/ 242 h 1769"/>
                <a:gd name="T24" fmla="*/ 1504 w 1707"/>
                <a:gd name="T25" fmla="*/ 280 h 1769"/>
                <a:gd name="T26" fmla="*/ 1538 w 1707"/>
                <a:gd name="T27" fmla="*/ 317 h 1769"/>
                <a:gd name="T28" fmla="*/ 1570 w 1707"/>
                <a:gd name="T29" fmla="*/ 357 h 1769"/>
                <a:gd name="T30" fmla="*/ 1599 w 1707"/>
                <a:gd name="T31" fmla="*/ 397 h 1769"/>
                <a:gd name="T32" fmla="*/ 1626 w 1707"/>
                <a:gd name="T33" fmla="*/ 438 h 1769"/>
                <a:gd name="T34" fmla="*/ 1649 w 1707"/>
                <a:gd name="T35" fmla="*/ 479 h 1769"/>
                <a:gd name="T36" fmla="*/ 1669 w 1707"/>
                <a:gd name="T37" fmla="*/ 519 h 1769"/>
                <a:gd name="T38" fmla="*/ 1684 w 1707"/>
                <a:gd name="T39" fmla="*/ 560 h 1769"/>
                <a:gd name="T40" fmla="*/ 1697 w 1707"/>
                <a:gd name="T41" fmla="*/ 600 h 1769"/>
                <a:gd name="T42" fmla="*/ 1703 w 1707"/>
                <a:gd name="T43" fmla="*/ 639 h 1769"/>
                <a:gd name="T44" fmla="*/ 1707 w 1707"/>
                <a:gd name="T45" fmla="*/ 677 h 1769"/>
                <a:gd name="T46" fmla="*/ 1704 w 1707"/>
                <a:gd name="T47" fmla="*/ 714 h 1769"/>
                <a:gd name="T48" fmla="*/ 1697 w 1707"/>
                <a:gd name="T49" fmla="*/ 749 h 1769"/>
                <a:gd name="T50" fmla="*/ 1683 w 1707"/>
                <a:gd name="T51" fmla="*/ 782 h 1769"/>
                <a:gd name="T52" fmla="*/ 0 w 1707"/>
                <a:gd name="T53" fmla="*/ 1769 h 1769"/>
                <a:gd name="T54" fmla="*/ 872 w 1707"/>
                <a:gd name="T55" fmla="*/ 30 h 1769"/>
                <a:gd name="T56" fmla="*/ 904 w 1707"/>
                <a:gd name="T57" fmla="*/ 15 h 1769"/>
                <a:gd name="T58" fmla="*/ 938 w 1707"/>
                <a:gd name="T59" fmla="*/ 5 h 1769"/>
                <a:gd name="T60" fmla="*/ 976 w 1707"/>
                <a:gd name="T61" fmla="*/ 0 h 1769"/>
                <a:gd name="T62" fmla="*/ 1013 w 1707"/>
                <a:gd name="T63" fmla="*/ 0 h 17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707" h="1769">
                  <a:moveTo>
                    <a:pt x="1013" y="0"/>
                  </a:moveTo>
                  <a:lnTo>
                    <a:pt x="1053" y="5"/>
                  </a:lnTo>
                  <a:lnTo>
                    <a:pt x="1094" y="13"/>
                  </a:lnTo>
                  <a:lnTo>
                    <a:pt x="1136" y="27"/>
                  </a:lnTo>
                  <a:lnTo>
                    <a:pt x="1178" y="43"/>
                  </a:lnTo>
                  <a:lnTo>
                    <a:pt x="1222" y="63"/>
                  </a:lnTo>
                  <a:lnTo>
                    <a:pt x="1264" y="86"/>
                  </a:lnTo>
                  <a:lnTo>
                    <a:pt x="1307" y="112"/>
                  </a:lnTo>
                  <a:lnTo>
                    <a:pt x="1348" y="142"/>
                  </a:lnTo>
                  <a:lnTo>
                    <a:pt x="1389" y="173"/>
                  </a:lnTo>
                  <a:lnTo>
                    <a:pt x="1429" y="207"/>
                  </a:lnTo>
                  <a:lnTo>
                    <a:pt x="1467" y="242"/>
                  </a:lnTo>
                  <a:lnTo>
                    <a:pt x="1504" y="280"/>
                  </a:lnTo>
                  <a:lnTo>
                    <a:pt x="1538" y="317"/>
                  </a:lnTo>
                  <a:lnTo>
                    <a:pt x="1570" y="357"/>
                  </a:lnTo>
                  <a:lnTo>
                    <a:pt x="1599" y="397"/>
                  </a:lnTo>
                  <a:lnTo>
                    <a:pt x="1626" y="438"/>
                  </a:lnTo>
                  <a:lnTo>
                    <a:pt x="1649" y="479"/>
                  </a:lnTo>
                  <a:lnTo>
                    <a:pt x="1669" y="519"/>
                  </a:lnTo>
                  <a:lnTo>
                    <a:pt x="1684" y="560"/>
                  </a:lnTo>
                  <a:lnTo>
                    <a:pt x="1697" y="600"/>
                  </a:lnTo>
                  <a:lnTo>
                    <a:pt x="1703" y="639"/>
                  </a:lnTo>
                  <a:lnTo>
                    <a:pt x="1707" y="677"/>
                  </a:lnTo>
                  <a:lnTo>
                    <a:pt x="1704" y="714"/>
                  </a:lnTo>
                  <a:lnTo>
                    <a:pt x="1697" y="749"/>
                  </a:lnTo>
                  <a:lnTo>
                    <a:pt x="1683" y="782"/>
                  </a:lnTo>
                  <a:lnTo>
                    <a:pt x="0" y="1769"/>
                  </a:lnTo>
                  <a:lnTo>
                    <a:pt x="872" y="30"/>
                  </a:lnTo>
                  <a:lnTo>
                    <a:pt x="904" y="15"/>
                  </a:lnTo>
                  <a:lnTo>
                    <a:pt x="938" y="5"/>
                  </a:lnTo>
                  <a:lnTo>
                    <a:pt x="976" y="0"/>
                  </a:lnTo>
                  <a:lnTo>
                    <a:pt x="1013" y="0"/>
                  </a:lnTo>
                  <a:close/>
                </a:path>
              </a:pathLst>
            </a:custGeom>
            <a:solidFill>
              <a:schemeClr val="bg1"/>
            </a:solidFill>
            <a:ln w="0">
              <a:noFill/>
              <a:prstDash val="solid"/>
              <a:round/>
              <a:headEnd/>
              <a:tailEnd/>
            </a:ln>
          </p:spPr>
          <p:txBody>
            <a:bodyPr wrap="square" lIns="91440" tIns="45720" rIns="91440" bIns="45720" anchor="ctr">
              <a:noAutofit/>
            </a:bodyPr>
            <a:lstStyle/>
            <a:p>
              <a:pPr algn="ctr"/>
              <a:endParaRPr dirty="0">
                <a:cs typeface="+mn-ea"/>
                <a:sym typeface="+mn-lt"/>
              </a:endParaRPr>
            </a:p>
          </p:txBody>
        </p:sp>
        <p:sp>
          <p:nvSpPr>
            <p:cNvPr id="40" name="任意多边形: 形状 39">
              <a:extLst>
                <a:ext uri="{FF2B5EF4-FFF2-40B4-BE49-F238E27FC236}">
                  <a16:creationId xmlns:a16="http://schemas.microsoft.com/office/drawing/2014/main" id="{E2535D56-F4B0-90AF-5468-EE2D61DAB47D}"/>
                </a:ext>
              </a:extLst>
            </p:cNvPr>
            <p:cNvSpPr/>
            <p:nvPr/>
          </p:nvSpPr>
          <p:spPr bwMode="auto">
            <a:xfrm>
              <a:off x="9176327" y="2783685"/>
              <a:ext cx="193121" cy="287883"/>
            </a:xfrm>
            <a:custGeom>
              <a:avLst/>
              <a:gdLst>
                <a:gd name="T0" fmla="*/ 771 w 1608"/>
                <a:gd name="T1" fmla="*/ 0 h 2398"/>
                <a:gd name="T2" fmla="*/ 837 w 1608"/>
                <a:gd name="T3" fmla="*/ 0 h 2398"/>
                <a:gd name="T4" fmla="*/ 904 w 1608"/>
                <a:gd name="T5" fmla="*/ 2 h 2398"/>
                <a:gd name="T6" fmla="*/ 969 w 1608"/>
                <a:gd name="T7" fmla="*/ 5 h 2398"/>
                <a:gd name="T8" fmla="*/ 1034 w 1608"/>
                <a:gd name="T9" fmla="*/ 12 h 2398"/>
                <a:gd name="T10" fmla="*/ 1097 w 1608"/>
                <a:gd name="T11" fmla="*/ 20 h 2398"/>
                <a:gd name="T12" fmla="*/ 1159 w 1608"/>
                <a:gd name="T13" fmla="*/ 30 h 2398"/>
                <a:gd name="T14" fmla="*/ 1218 w 1608"/>
                <a:gd name="T15" fmla="*/ 42 h 2398"/>
                <a:gd name="T16" fmla="*/ 1276 w 1608"/>
                <a:gd name="T17" fmla="*/ 58 h 2398"/>
                <a:gd name="T18" fmla="*/ 1329 w 1608"/>
                <a:gd name="T19" fmla="*/ 74 h 2398"/>
                <a:gd name="T20" fmla="*/ 1380 w 1608"/>
                <a:gd name="T21" fmla="*/ 93 h 2398"/>
                <a:gd name="T22" fmla="*/ 1427 w 1608"/>
                <a:gd name="T23" fmla="*/ 114 h 2398"/>
                <a:gd name="T24" fmla="*/ 1469 w 1608"/>
                <a:gd name="T25" fmla="*/ 136 h 2398"/>
                <a:gd name="T26" fmla="*/ 1508 w 1608"/>
                <a:gd name="T27" fmla="*/ 161 h 2398"/>
                <a:gd name="T28" fmla="*/ 1541 w 1608"/>
                <a:gd name="T29" fmla="*/ 188 h 2398"/>
                <a:gd name="T30" fmla="*/ 1569 w 1608"/>
                <a:gd name="T31" fmla="*/ 217 h 2398"/>
                <a:gd name="T32" fmla="*/ 1591 w 1608"/>
                <a:gd name="T33" fmla="*/ 248 h 2398"/>
                <a:gd name="T34" fmla="*/ 1608 w 1608"/>
                <a:gd name="T35" fmla="*/ 281 h 2398"/>
                <a:gd name="T36" fmla="*/ 806 w 1608"/>
                <a:gd name="T37" fmla="*/ 2398 h 2398"/>
                <a:gd name="T38" fmla="*/ 0 w 1608"/>
                <a:gd name="T39" fmla="*/ 281 h 2398"/>
                <a:gd name="T40" fmla="*/ 15 w 1608"/>
                <a:gd name="T41" fmla="*/ 248 h 2398"/>
                <a:gd name="T42" fmla="*/ 37 w 1608"/>
                <a:gd name="T43" fmla="*/ 217 h 2398"/>
                <a:gd name="T44" fmla="*/ 66 w 1608"/>
                <a:gd name="T45" fmla="*/ 188 h 2398"/>
                <a:gd name="T46" fmla="*/ 100 w 1608"/>
                <a:gd name="T47" fmla="*/ 161 h 2398"/>
                <a:gd name="T48" fmla="*/ 137 w 1608"/>
                <a:gd name="T49" fmla="*/ 136 h 2398"/>
                <a:gd name="T50" fmla="*/ 180 w 1608"/>
                <a:gd name="T51" fmla="*/ 114 h 2398"/>
                <a:gd name="T52" fmla="*/ 227 w 1608"/>
                <a:gd name="T53" fmla="*/ 93 h 2398"/>
                <a:gd name="T54" fmla="*/ 278 w 1608"/>
                <a:gd name="T55" fmla="*/ 74 h 2398"/>
                <a:gd name="T56" fmla="*/ 332 w 1608"/>
                <a:gd name="T57" fmla="*/ 58 h 2398"/>
                <a:gd name="T58" fmla="*/ 389 w 1608"/>
                <a:gd name="T59" fmla="*/ 42 h 2398"/>
                <a:gd name="T60" fmla="*/ 448 w 1608"/>
                <a:gd name="T61" fmla="*/ 30 h 2398"/>
                <a:gd name="T62" fmla="*/ 510 w 1608"/>
                <a:gd name="T63" fmla="*/ 20 h 2398"/>
                <a:gd name="T64" fmla="*/ 574 w 1608"/>
                <a:gd name="T65" fmla="*/ 12 h 2398"/>
                <a:gd name="T66" fmla="*/ 638 w 1608"/>
                <a:gd name="T67" fmla="*/ 5 h 2398"/>
                <a:gd name="T68" fmla="*/ 704 w 1608"/>
                <a:gd name="T69" fmla="*/ 2 h 2398"/>
                <a:gd name="T70" fmla="*/ 771 w 1608"/>
                <a:gd name="T71" fmla="*/ 0 h 23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608" h="2398">
                  <a:moveTo>
                    <a:pt x="771" y="0"/>
                  </a:moveTo>
                  <a:lnTo>
                    <a:pt x="837" y="0"/>
                  </a:lnTo>
                  <a:lnTo>
                    <a:pt x="904" y="2"/>
                  </a:lnTo>
                  <a:lnTo>
                    <a:pt x="969" y="5"/>
                  </a:lnTo>
                  <a:lnTo>
                    <a:pt x="1034" y="12"/>
                  </a:lnTo>
                  <a:lnTo>
                    <a:pt x="1097" y="20"/>
                  </a:lnTo>
                  <a:lnTo>
                    <a:pt x="1159" y="30"/>
                  </a:lnTo>
                  <a:lnTo>
                    <a:pt x="1218" y="42"/>
                  </a:lnTo>
                  <a:lnTo>
                    <a:pt x="1276" y="58"/>
                  </a:lnTo>
                  <a:lnTo>
                    <a:pt x="1329" y="74"/>
                  </a:lnTo>
                  <a:lnTo>
                    <a:pt x="1380" y="93"/>
                  </a:lnTo>
                  <a:lnTo>
                    <a:pt x="1427" y="114"/>
                  </a:lnTo>
                  <a:lnTo>
                    <a:pt x="1469" y="136"/>
                  </a:lnTo>
                  <a:lnTo>
                    <a:pt x="1508" y="161"/>
                  </a:lnTo>
                  <a:lnTo>
                    <a:pt x="1541" y="188"/>
                  </a:lnTo>
                  <a:lnTo>
                    <a:pt x="1569" y="217"/>
                  </a:lnTo>
                  <a:lnTo>
                    <a:pt x="1591" y="248"/>
                  </a:lnTo>
                  <a:lnTo>
                    <a:pt x="1608" y="281"/>
                  </a:lnTo>
                  <a:lnTo>
                    <a:pt x="806" y="2398"/>
                  </a:lnTo>
                  <a:lnTo>
                    <a:pt x="0" y="281"/>
                  </a:lnTo>
                  <a:lnTo>
                    <a:pt x="15" y="248"/>
                  </a:lnTo>
                  <a:lnTo>
                    <a:pt x="37" y="217"/>
                  </a:lnTo>
                  <a:lnTo>
                    <a:pt x="66" y="188"/>
                  </a:lnTo>
                  <a:lnTo>
                    <a:pt x="100" y="161"/>
                  </a:lnTo>
                  <a:lnTo>
                    <a:pt x="137" y="136"/>
                  </a:lnTo>
                  <a:lnTo>
                    <a:pt x="180" y="114"/>
                  </a:lnTo>
                  <a:lnTo>
                    <a:pt x="227" y="93"/>
                  </a:lnTo>
                  <a:lnTo>
                    <a:pt x="278" y="74"/>
                  </a:lnTo>
                  <a:lnTo>
                    <a:pt x="332" y="58"/>
                  </a:lnTo>
                  <a:lnTo>
                    <a:pt x="389" y="42"/>
                  </a:lnTo>
                  <a:lnTo>
                    <a:pt x="448" y="30"/>
                  </a:lnTo>
                  <a:lnTo>
                    <a:pt x="510" y="20"/>
                  </a:lnTo>
                  <a:lnTo>
                    <a:pt x="574" y="12"/>
                  </a:lnTo>
                  <a:lnTo>
                    <a:pt x="638" y="5"/>
                  </a:lnTo>
                  <a:lnTo>
                    <a:pt x="704" y="2"/>
                  </a:lnTo>
                  <a:lnTo>
                    <a:pt x="771" y="0"/>
                  </a:lnTo>
                  <a:close/>
                </a:path>
              </a:pathLst>
            </a:custGeom>
            <a:solidFill>
              <a:schemeClr val="bg1"/>
            </a:solidFill>
            <a:ln w="0">
              <a:noFill/>
              <a:prstDash val="solid"/>
              <a:round/>
              <a:headEnd/>
              <a:tailEnd/>
            </a:ln>
          </p:spPr>
          <p:txBody>
            <a:bodyPr wrap="square" lIns="91440" tIns="45720" rIns="91440" bIns="45720" anchor="ctr">
              <a:noAutofit/>
            </a:bodyPr>
            <a:lstStyle/>
            <a:p>
              <a:pPr algn="ctr"/>
              <a:endParaRPr dirty="0">
                <a:cs typeface="+mn-ea"/>
                <a:sym typeface="+mn-lt"/>
              </a:endParaRPr>
            </a:p>
          </p:txBody>
        </p:sp>
      </p:grpSp>
      <p:sp>
        <p:nvSpPr>
          <p:cNvPr id="9" name="矩形: 圆角 8">
            <a:extLst>
              <a:ext uri="{FF2B5EF4-FFF2-40B4-BE49-F238E27FC236}">
                <a16:creationId xmlns:a16="http://schemas.microsoft.com/office/drawing/2014/main" id="{61F56A9E-5130-68E7-0227-F67AAC3AF081}"/>
              </a:ext>
            </a:extLst>
          </p:cNvPr>
          <p:cNvSpPr/>
          <p:nvPr/>
        </p:nvSpPr>
        <p:spPr>
          <a:xfrm>
            <a:off x="6201480" y="2537208"/>
            <a:ext cx="4818237" cy="1497833"/>
          </a:xfrm>
          <a:prstGeom prst="roundRect">
            <a:avLst>
              <a:gd name="adj" fmla="val 12253"/>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Autofit/>
          </a:bodyPr>
          <a:lstStyle/>
          <a:p>
            <a:r>
              <a:rPr lang="zh-CN" altLang="en-US" sz="2000" dirty="0">
                <a:solidFill>
                  <a:schemeClr val="tx1"/>
                </a:solidFill>
                <a:cs typeface="+mn-ea"/>
                <a:sym typeface="+mn-lt"/>
              </a:rPr>
              <a:t>在我的信息这一模块中除了有我们的基本信息外还提供了预算设置中心等模块功能，但其他功能还未完善，还需后续开发完善</a:t>
            </a:r>
          </a:p>
        </p:txBody>
      </p:sp>
      <p:pic>
        <p:nvPicPr>
          <p:cNvPr id="12" name="图片 11">
            <a:extLst>
              <a:ext uri="{FF2B5EF4-FFF2-40B4-BE49-F238E27FC236}">
                <a16:creationId xmlns:a16="http://schemas.microsoft.com/office/drawing/2014/main" id="{EED50AA4-EB83-214F-222C-D25BB7779538}"/>
              </a:ext>
            </a:extLst>
          </p:cNvPr>
          <p:cNvPicPr>
            <a:picLocks noChangeAspect="1"/>
          </p:cNvPicPr>
          <p:nvPr/>
        </p:nvPicPr>
        <p:blipFill>
          <a:blip r:embed="rId2"/>
          <a:stretch>
            <a:fillRect/>
          </a:stretch>
        </p:blipFill>
        <p:spPr>
          <a:xfrm>
            <a:off x="3320272" y="1750217"/>
            <a:ext cx="2392149" cy="3071813"/>
          </a:xfrm>
          <a:prstGeom prst="rect">
            <a:avLst/>
          </a:prstGeom>
        </p:spPr>
      </p:pic>
      <p:pic>
        <p:nvPicPr>
          <p:cNvPr id="15" name="图片 14">
            <a:extLst>
              <a:ext uri="{FF2B5EF4-FFF2-40B4-BE49-F238E27FC236}">
                <a16:creationId xmlns:a16="http://schemas.microsoft.com/office/drawing/2014/main" id="{86AF73EE-0FAB-57E9-D147-E0C224BFF07D}"/>
              </a:ext>
            </a:extLst>
          </p:cNvPr>
          <p:cNvPicPr>
            <a:picLocks noChangeAspect="1"/>
          </p:cNvPicPr>
          <p:nvPr/>
        </p:nvPicPr>
        <p:blipFill>
          <a:blip r:embed="rId3"/>
          <a:stretch>
            <a:fillRect/>
          </a:stretch>
        </p:blipFill>
        <p:spPr>
          <a:xfrm>
            <a:off x="252335" y="1950242"/>
            <a:ext cx="2790003" cy="1969209"/>
          </a:xfrm>
          <a:prstGeom prst="rect">
            <a:avLst/>
          </a:prstGeom>
        </p:spPr>
      </p:pic>
    </p:spTree>
    <p:extLst>
      <p:ext uri="{BB962C8B-B14F-4D97-AF65-F5344CB8AC3E}">
        <p14:creationId xmlns:p14="http://schemas.microsoft.com/office/powerpoint/2010/main" val="128328934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文本框 8">
            <a:extLst>
              <a:ext uri="{FF2B5EF4-FFF2-40B4-BE49-F238E27FC236}">
                <a16:creationId xmlns:a16="http://schemas.microsoft.com/office/drawing/2014/main" id="{04F69230-F3A6-4586-9371-A858F4763E9F}"/>
              </a:ext>
            </a:extLst>
          </p:cNvPr>
          <p:cNvSpPr txBox="1"/>
          <p:nvPr/>
        </p:nvSpPr>
        <p:spPr>
          <a:xfrm>
            <a:off x="3931024" y="3049707"/>
            <a:ext cx="1029774" cy="895350"/>
          </a:xfrm>
          <a:prstGeom prst="rect">
            <a:avLst/>
          </a:prstGeom>
          <a:noFill/>
          <a:ln w="117475">
            <a:noFill/>
          </a:ln>
        </p:spPr>
        <p:txBody>
          <a:bodyPr wrap="none" rtlCol="0">
            <a:prstTxWarp prst="textPlain">
              <a:avLst/>
            </a:prstTxWarp>
            <a:spAutoFit/>
          </a:bodyPr>
          <a:lstStyle/>
          <a:p>
            <a:pPr algn="ctr"/>
            <a:r>
              <a:rPr lang="en-US" altLang="zh-CN" spc="100" dirty="0">
                <a:cs typeface="+mn-ea"/>
                <a:sym typeface="+mn-lt"/>
              </a:rPr>
              <a:t>/03</a:t>
            </a:r>
            <a:endParaRPr lang="zh-CN" altLang="en-US" spc="100" dirty="0">
              <a:cs typeface="+mn-ea"/>
              <a:sym typeface="+mn-lt"/>
            </a:endParaRPr>
          </a:p>
        </p:txBody>
      </p:sp>
      <p:sp>
        <p:nvSpPr>
          <p:cNvPr id="8" name="标题 4">
            <a:extLst>
              <a:ext uri="{FF2B5EF4-FFF2-40B4-BE49-F238E27FC236}">
                <a16:creationId xmlns:a16="http://schemas.microsoft.com/office/drawing/2014/main" id="{8E78E95C-0218-341A-8759-6241B280F453}"/>
              </a:ext>
            </a:extLst>
          </p:cNvPr>
          <p:cNvSpPr>
            <a:spLocks noGrp="1"/>
          </p:cNvSpPr>
          <p:nvPr>
            <p:ph type="title"/>
          </p:nvPr>
        </p:nvSpPr>
        <p:spPr>
          <a:xfrm>
            <a:off x="5253635" y="2981325"/>
            <a:ext cx="5419185" cy="895350"/>
          </a:xfrm>
        </p:spPr>
        <p:txBody>
          <a:bodyPr>
            <a:normAutofit/>
          </a:bodyPr>
          <a:lstStyle/>
          <a:p>
            <a:r>
              <a:rPr lang="zh-CN" altLang="en-US" sz="4400" dirty="0">
                <a:latin typeface="+mn-lt"/>
                <a:ea typeface="+mn-ea"/>
                <a:cs typeface="+mn-ea"/>
                <a:sym typeface="+mn-lt"/>
              </a:rPr>
              <a:t>开发成果</a:t>
            </a:r>
            <a:endParaRPr lang="en-US" altLang="zh-CN" sz="4400" dirty="0">
              <a:latin typeface="+mn-lt"/>
              <a:ea typeface="+mn-ea"/>
              <a:cs typeface="+mn-ea"/>
              <a:sym typeface="+mn-lt"/>
            </a:endParaRPr>
          </a:p>
        </p:txBody>
      </p:sp>
    </p:spTree>
    <p:extLst>
      <p:ext uri="{BB962C8B-B14F-4D97-AF65-F5344CB8AC3E}">
        <p14:creationId xmlns:p14="http://schemas.microsoft.com/office/powerpoint/2010/main" val="94773513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pattFill prst="pct10">
          <a:fgClr>
            <a:schemeClr val="accent1"/>
          </a:fgClr>
          <a:bgClr>
            <a:schemeClr val="bg1"/>
          </a:bgClr>
        </a:pattFill>
        <a:effectLst/>
      </p:bgPr>
    </p:bg>
    <p:spTree>
      <p:nvGrpSpPr>
        <p:cNvPr id="1" name="">
          <a:extLst>
            <a:ext uri="{FF2B5EF4-FFF2-40B4-BE49-F238E27FC236}">
              <a16:creationId xmlns:a16="http://schemas.microsoft.com/office/drawing/2014/main" id="{A1788B57-FAAD-13B8-F61B-9FCC0028F0AF}"/>
            </a:ext>
          </a:extLst>
        </p:cNvPr>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8CDA601B-A083-6E0D-5D6B-08E61187C783}"/>
              </a:ext>
            </a:extLst>
          </p:cNvPr>
          <p:cNvSpPr>
            <a:spLocks noGrp="1"/>
          </p:cNvSpPr>
          <p:nvPr>
            <p:ph type="sldNum" sz="quarter" idx="12"/>
          </p:nvPr>
        </p:nvSpPr>
        <p:spPr/>
        <p:txBody>
          <a:bodyPr/>
          <a:lstStyle/>
          <a:p>
            <a:fld id="{5DD3DB80-B894-403A-B48E-6FDC1A72010E}" type="slidenum">
              <a:rPr lang="zh-CN" altLang="en-US" smtClean="0">
                <a:cs typeface="+mn-ea"/>
                <a:sym typeface="+mn-lt"/>
              </a:rPr>
              <a:pPr/>
              <a:t>17</a:t>
            </a:fld>
            <a:endParaRPr lang="zh-CN" altLang="en-US">
              <a:cs typeface="+mn-ea"/>
              <a:sym typeface="+mn-lt"/>
            </a:endParaRPr>
          </a:p>
        </p:txBody>
      </p:sp>
      <p:grpSp>
        <p:nvGrpSpPr>
          <p:cNvPr id="5" name="组合 4"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title="iSlide™ 版权声明  COPYRIGHT NOTICE">
            <a:extLst>
              <a:ext uri="{FF2B5EF4-FFF2-40B4-BE49-F238E27FC236}">
                <a16:creationId xmlns:a16="http://schemas.microsoft.com/office/drawing/2014/main" id="{D2E2D85C-676F-D66E-821D-7C18873C7A2F}"/>
              </a:ext>
            </a:extLst>
          </p:cNvPr>
          <p:cNvGrpSpPr>
            <a:grpSpLocks noChangeAspect="1"/>
          </p:cNvGrpSpPr>
          <p:nvPr/>
        </p:nvGrpSpPr>
        <p:grpSpPr>
          <a:xfrm>
            <a:off x="2138539" y="764241"/>
            <a:ext cx="7254491" cy="3490888"/>
            <a:chOff x="2694687" y="1468904"/>
            <a:chExt cx="6776719" cy="3117978"/>
          </a:xfrm>
        </p:grpSpPr>
        <p:sp>
          <p:nvSpPr>
            <p:cNvPr id="6" name="矩形: 圆角 5">
              <a:extLst>
                <a:ext uri="{FF2B5EF4-FFF2-40B4-BE49-F238E27FC236}">
                  <a16:creationId xmlns:a16="http://schemas.microsoft.com/office/drawing/2014/main" id="{D2D8C932-7B89-D69A-3BD0-43AEA08A26EA}"/>
                </a:ext>
              </a:extLst>
            </p:cNvPr>
            <p:cNvSpPr/>
            <p:nvPr/>
          </p:nvSpPr>
          <p:spPr>
            <a:xfrm>
              <a:off x="4802780" y="1468904"/>
              <a:ext cx="2650971" cy="505968"/>
            </a:xfrm>
            <a:prstGeom prst="roundRect">
              <a:avLst>
                <a:gd name="adj" fmla="val 5000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Autofit/>
            </a:bodyPr>
            <a:lstStyle/>
            <a:p>
              <a:pPr algn="ctr"/>
              <a:r>
                <a:rPr lang="zh-CN" altLang="en-US" sz="1600" b="1" dirty="0">
                  <a:solidFill>
                    <a:schemeClr val="bg1"/>
                  </a:solidFill>
                  <a:cs typeface="+mn-ea"/>
                  <a:sym typeface="+mn-lt"/>
                </a:rPr>
                <a:t>开发成果</a:t>
              </a:r>
            </a:p>
          </p:txBody>
        </p:sp>
        <p:sp>
          <p:nvSpPr>
            <p:cNvPr id="14" name="矩形: 圆角 13">
              <a:extLst>
                <a:ext uri="{FF2B5EF4-FFF2-40B4-BE49-F238E27FC236}">
                  <a16:creationId xmlns:a16="http://schemas.microsoft.com/office/drawing/2014/main" id="{D10050C2-6DF7-CABA-89C1-57CB1242EC4F}"/>
                </a:ext>
              </a:extLst>
            </p:cNvPr>
            <p:cNvSpPr/>
            <p:nvPr/>
          </p:nvSpPr>
          <p:spPr>
            <a:xfrm>
              <a:off x="5609431" y="4189410"/>
              <a:ext cx="2070725" cy="397472"/>
            </a:xfrm>
            <a:prstGeom prst="roundRect">
              <a:avLst>
                <a:gd name="adj" fmla="val 8562"/>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Autofit/>
            </a:bodyPr>
            <a:lstStyle/>
            <a:p>
              <a:pPr algn="ctr"/>
              <a:endParaRPr lang="zh-CN" altLang="en-US" sz="1600" dirty="0">
                <a:solidFill>
                  <a:schemeClr val="tx1"/>
                </a:solidFill>
                <a:cs typeface="+mn-ea"/>
                <a:sym typeface="+mn-lt"/>
              </a:endParaRPr>
            </a:p>
          </p:txBody>
        </p:sp>
        <p:sp>
          <p:nvSpPr>
            <p:cNvPr id="21" name="任意多边形: 形状 20">
              <a:extLst>
                <a:ext uri="{FF2B5EF4-FFF2-40B4-BE49-F238E27FC236}">
                  <a16:creationId xmlns:a16="http://schemas.microsoft.com/office/drawing/2014/main" id="{35A5757D-690D-5E53-5C32-406FF1EC2E93}"/>
                </a:ext>
              </a:extLst>
            </p:cNvPr>
            <p:cNvSpPr/>
            <p:nvPr/>
          </p:nvSpPr>
          <p:spPr bwMode="auto">
            <a:xfrm>
              <a:off x="2756563" y="2876558"/>
              <a:ext cx="94192" cy="94191"/>
            </a:xfrm>
            <a:custGeom>
              <a:avLst/>
              <a:gdLst>
                <a:gd name="T0" fmla="*/ 185 w 787"/>
                <a:gd name="T1" fmla="*/ 0 h 787"/>
                <a:gd name="T2" fmla="*/ 198 w 787"/>
                <a:gd name="T3" fmla="*/ 4 h 787"/>
                <a:gd name="T4" fmla="*/ 209 w 787"/>
                <a:gd name="T5" fmla="*/ 12 h 787"/>
                <a:gd name="T6" fmla="*/ 394 w 787"/>
                <a:gd name="T7" fmla="*/ 196 h 787"/>
                <a:gd name="T8" fmla="*/ 578 w 787"/>
                <a:gd name="T9" fmla="*/ 12 h 787"/>
                <a:gd name="T10" fmla="*/ 589 w 787"/>
                <a:gd name="T11" fmla="*/ 4 h 787"/>
                <a:gd name="T12" fmla="*/ 602 w 787"/>
                <a:gd name="T13" fmla="*/ 0 h 787"/>
                <a:gd name="T14" fmla="*/ 615 w 787"/>
                <a:gd name="T15" fmla="*/ 0 h 787"/>
                <a:gd name="T16" fmla="*/ 627 w 787"/>
                <a:gd name="T17" fmla="*/ 4 h 787"/>
                <a:gd name="T18" fmla="*/ 638 w 787"/>
                <a:gd name="T19" fmla="*/ 12 h 787"/>
                <a:gd name="T20" fmla="*/ 775 w 787"/>
                <a:gd name="T21" fmla="*/ 149 h 787"/>
                <a:gd name="T22" fmla="*/ 784 w 787"/>
                <a:gd name="T23" fmla="*/ 160 h 787"/>
                <a:gd name="T24" fmla="*/ 787 w 787"/>
                <a:gd name="T25" fmla="*/ 172 h 787"/>
                <a:gd name="T26" fmla="*/ 787 w 787"/>
                <a:gd name="T27" fmla="*/ 185 h 787"/>
                <a:gd name="T28" fmla="*/ 784 w 787"/>
                <a:gd name="T29" fmla="*/ 199 h 787"/>
                <a:gd name="T30" fmla="*/ 775 w 787"/>
                <a:gd name="T31" fmla="*/ 209 h 787"/>
                <a:gd name="T32" fmla="*/ 591 w 787"/>
                <a:gd name="T33" fmla="*/ 394 h 787"/>
                <a:gd name="T34" fmla="*/ 775 w 787"/>
                <a:gd name="T35" fmla="*/ 578 h 787"/>
                <a:gd name="T36" fmla="*/ 784 w 787"/>
                <a:gd name="T37" fmla="*/ 589 h 787"/>
                <a:gd name="T38" fmla="*/ 787 w 787"/>
                <a:gd name="T39" fmla="*/ 602 h 787"/>
                <a:gd name="T40" fmla="*/ 787 w 787"/>
                <a:gd name="T41" fmla="*/ 615 h 787"/>
                <a:gd name="T42" fmla="*/ 784 w 787"/>
                <a:gd name="T43" fmla="*/ 627 h 787"/>
                <a:gd name="T44" fmla="*/ 775 w 787"/>
                <a:gd name="T45" fmla="*/ 638 h 787"/>
                <a:gd name="T46" fmla="*/ 638 w 787"/>
                <a:gd name="T47" fmla="*/ 775 h 787"/>
                <a:gd name="T48" fmla="*/ 627 w 787"/>
                <a:gd name="T49" fmla="*/ 783 h 787"/>
                <a:gd name="T50" fmla="*/ 615 w 787"/>
                <a:gd name="T51" fmla="*/ 787 h 787"/>
                <a:gd name="T52" fmla="*/ 602 w 787"/>
                <a:gd name="T53" fmla="*/ 787 h 787"/>
                <a:gd name="T54" fmla="*/ 589 w 787"/>
                <a:gd name="T55" fmla="*/ 783 h 787"/>
                <a:gd name="T56" fmla="*/ 578 w 787"/>
                <a:gd name="T57" fmla="*/ 775 h 787"/>
                <a:gd name="T58" fmla="*/ 394 w 787"/>
                <a:gd name="T59" fmla="*/ 591 h 787"/>
                <a:gd name="T60" fmla="*/ 209 w 787"/>
                <a:gd name="T61" fmla="*/ 775 h 787"/>
                <a:gd name="T62" fmla="*/ 198 w 787"/>
                <a:gd name="T63" fmla="*/ 783 h 787"/>
                <a:gd name="T64" fmla="*/ 185 w 787"/>
                <a:gd name="T65" fmla="*/ 787 h 787"/>
                <a:gd name="T66" fmla="*/ 173 w 787"/>
                <a:gd name="T67" fmla="*/ 787 h 787"/>
                <a:gd name="T68" fmla="*/ 160 w 787"/>
                <a:gd name="T69" fmla="*/ 783 h 787"/>
                <a:gd name="T70" fmla="*/ 149 w 787"/>
                <a:gd name="T71" fmla="*/ 775 h 787"/>
                <a:gd name="T72" fmla="*/ 12 w 787"/>
                <a:gd name="T73" fmla="*/ 638 h 787"/>
                <a:gd name="T74" fmla="*/ 4 w 787"/>
                <a:gd name="T75" fmla="*/ 627 h 787"/>
                <a:gd name="T76" fmla="*/ 0 w 787"/>
                <a:gd name="T77" fmla="*/ 615 h 787"/>
                <a:gd name="T78" fmla="*/ 0 w 787"/>
                <a:gd name="T79" fmla="*/ 602 h 787"/>
                <a:gd name="T80" fmla="*/ 4 w 787"/>
                <a:gd name="T81" fmla="*/ 589 h 787"/>
                <a:gd name="T82" fmla="*/ 12 w 787"/>
                <a:gd name="T83" fmla="*/ 578 h 787"/>
                <a:gd name="T84" fmla="*/ 196 w 787"/>
                <a:gd name="T85" fmla="*/ 394 h 787"/>
                <a:gd name="T86" fmla="*/ 12 w 787"/>
                <a:gd name="T87" fmla="*/ 209 h 787"/>
                <a:gd name="T88" fmla="*/ 4 w 787"/>
                <a:gd name="T89" fmla="*/ 199 h 787"/>
                <a:gd name="T90" fmla="*/ 0 w 787"/>
                <a:gd name="T91" fmla="*/ 185 h 787"/>
                <a:gd name="T92" fmla="*/ 0 w 787"/>
                <a:gd name="T93" fmla="*/ 172 h 787"/>
                <a:gd name="T94" fmla="*/ 4 w 787"/>
                <a:gd name="T95" fmla="*/ 160 h 787"/>
                <a:gd name="T96" fmla="*/ 12 w 787"/>
                <a:gd name="T97" fmla="*/ 149 h 787"/>
                <a:gd name="T98" fmla="*/ 149 w 787"/>
                <a:gd name="T99" fmla="*/ 12 h 787"/>
                <a:gd name="T100" fmla="*/ 160 w 787"/>
                <a:gd name="T101" fmla="*/ 4 h 787"/>
                <a:gd name="T102" fmla="*/ 173 w 787"/>
                <a:gd name="T103" fmla="*/ 0 h 787"/>
                <a:gd name="T104" fmla="*/ 185 w 787"/>
                <a:gd name="T105" fmla="*/ 0 h 7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787" h="787">
                  <a:moveTo>
                    <a:pt x="185" y="0"/>
                  </a:moveTo>
                  <a:lnTo>
                    <a:pt x="198" y="4"/>
                  </a:lnTo>
                  <a:lnTo>
                    <a:pt x="209" y="12"/>
                  </a:lnTo>
                  <a:lnTo>
                    <a:pt x="394" y="196"/>
                  </a:lnTo>
                  <a:lnTo>
                    <a:pt x="578" y="12"/>
                  </a:lnTo>
                  <a:lnTo>
                    <a:pt x="589" y="4"/>
                  </a:lnTo>
                  <a:lnTo>
                    <a:pt x="602" y="0"/>
                  </a:lnTo>
                  <a:lnTo>
                    <a:pt x="615" y="0"/>
                  </a:lnTo>
                  <a:lnTo>
                    <a:pt x="627" y="4"/>
                  </a:lnTo>
                  <a:lnTo>
                    <a:pt x="638" y="12"/>
                  </a:lnTo>
                  <a:lnTo>
                    <a:pt x="775" y="149"/>
                  </a:lnTo>
                  <a:lnTo>
                    <a:pt x="784" y="160"/>
                  </a:lnTo>
                  <a:lnTo>
                    <a:pt x="787" y="172"/>
                  </a:lnTo>
                  <a:lnTo>
                    <a:pt x="787" y="185"/>
                  </a:lnTo>
                  <a:lnTo>
                    <a:pt x="784" y="199"/>
                  </a:lnTo>
                  <a:lnTo>
                    <a:pt x="775" y="209"/>
                  </a:lnTo>
                  <a:lnTo>
                    <a:pt x="591" y="394"/>
                  </a:lnTo>
                  <a:lnTo>
                    <a:pt x="775" y="578"/>
                  </a:lnTo>
                  <a:lnTo>
                    <a:pt x="784" y="589"/>
                  </a:lnTo>
                  <a:lnTo>
                    <a:pt x="787" y="602"/>
                  </a:lnTo>
                  <a:lnTo>
                    <a:pt x="787" y="615"/>
                  </a:lnTo>
                  <a:lnTo>
                    <a:pt x="784" y="627"/>
                  </a:lnTo>
                  <a:lnTo>
                    <a:pt x="775" y="638"/>
                  </a:lnTo>
                  <a:lnTo>
                    <a:pt x="638" y="775"/>
                  </a:lnTo>
                  <a:lnTo>
                    <a:pt x="627" y="783"/>
                  </a:lnTo>
                  <a:lnTo>
                    <a:pt x="615" y="787"/>
                  </a:lnTo>
                  <a:lnTo>
                    <a:pt x="602" y="787"/>
                  </a:lnTo>
                  <a:lnTo>
                    <a:pt x="589" y="783"/>
                  </a:lnTo>
                  <a:lnTo>
                    <a:pt x="578" y="775"/>
                  </a:lnTo>
                  <a:lnTo>
                    <a:pt x="394" y="591"/>
                  </a:lnTo>
                  <a:lnTo>
                    <a:pt x="209" y="775"/>
                  </a:lnTo>
                  <a:lnTo>
                    <a:pt x="198" y="783"/>
                  </a:lnTo>
                  <a:lnTo>
                    <a:pt x="185" y="787"/>
                  </a:lnTo>
                  <a:lnTo>
                    <a:pt x="173" y="787"/>
                  </a:lnTo>
                  <a:lnTo>
                    <a:pt x="160" y="783"/>
                  </a:lnTo>
                  <a:lnTo>
                    <a:pt x="149" y="775"/>
                  </a:lnTo>
                  <a:lnTo>
                    <a:pt x="12" y="638"/>
                  </a:lnTo>
                  <a:lnTo>
                    <a:pt x="4" y="627"/>
                  </a:lnTo>
                  <a:lnTo>
                    <a:pt x="0" y="615"/>
                  </a:lnTo>
                  <a:lnTo>
                    <a:pt x="0" y="602"/>
                  </a:lnTo>
                  <a:lnTo>
                    <a:pt x="4" y="589"/>
                  </a:lnTo>
                  <a:lnTo>
                    <a:pt x="12" y="578"/>
                  </a:lnTo>
                  <a:lnTo>
                    <a:pt x="196" y="394"/>
                  </a:lnTo>
                  <a:lnTo>
                    <a:pt x="12" y="209"/>
                  </a:lnTo>
                  <a:lnTo>
                    <a:pt x="4" y="199"/>
                  </a:lnTo>
                  <a:lnTo>
                    <a:pt x="0" y="185"/>
                  </a:lnTo>
                  <a:lnTo>
                    <a:pt x="0" y="172"/>
                  </a:lnTo>
                  <a:lnTo>
                    <a:pt x="4" y="160"/>
                  </a:lnTo>
                  <a:lnTo>
                    <a:pt x="12" y="149"/>
                  </a:lnTo>
                  <a:lnTo>
                    <a:pt x="149" y="12"/>
                  </a:lnTo>
                  <a:lnTo>
                    <a:pt x="160" y="4"/>
                  </a:lnTo>
                  <a:lnTo>
                    <a:pt x="173" y="0"/>
                  </a:lnTo>
                  <a:lnTo>
                    <a:pt x="185" y="0"/>
                  </a:lnTo>
                  <a:close/>
                </a:path>
              </a:pathLst>
            </a:custGeom>
            <a:solidFill>
              <a:schemeClr val="bg1"/>
            </a:solidFill>
            <a:ln w="0">
              <a:noFill/>
              <a:prstDash val="solid"/>
              <a:round/>
              <a:headEnd/>
              <a:tailEnd/>
            </a:ln>
          </p:spPr>
          <p:txBody>
            <a:bodyPr wrap="square" lIns="91440" tIns="45720" rIns="91440" bIns="45720" anchor="ctr">
              <a:noAutofit/>
            </a:bodyPr>
            <a:lstStyle/>
            <a:p>
              <a:pPr algn="ctr"/>
              <a:endParaRPr>
                <a:cs typeface="+mn-ea"/>
                <a:sym typeface="+mn-lt"/>
              </a:endParaRPr>
            </a:p>
          </p:txBody>
        </p:sp>
        <p:sp>
          <p:nvSpPr>
            <p:cNvPr id="24" name="任意多边形: 形状 23">
              <a:extLst>
                <a:ext uri="{FF2B5EF4-FFF2-40B4-BE49-F238E27FC236}">
                  <a16:creationId xmlns:a16="http://schemas.microsoft.com/office/drawing/2014/main" id="{B1AD47EE-9E28-009A-50D0-BC09A267F8B6}"/>
                </a:ext>
              </a:extLst>
            </p:cNvPr>
            <p:cNvSpPr/>
            <p:nvPr/>
          </p:nvSpPr>
          <p:spPr bwMode="auto">
            <a:xfrm>
              <a:off x="2995215" y="2810732"/>
              <a:ext cx="108194" cy="108075"/>
            </a:xfrm>
            <a:custGeom>
              <a:avLst/>
              <a:gdLst>
                <a:gd name="T0" fmla="*/ 452 w 904"/>
                <a:gd name="T1" fmla="*/ 0 h 903"/>
                <a:gd name="T2" fmla="*/ 505 w 904"/>
                <a:gd name="T3" fmla="*/ 4 h 903"/>
                <a:gd name="T4" fmla="*/ 555 w 904"/>
                <a:gd name="T5" fmla="*/ 12 h 903"/>
                <a:gd name="T6" fmla="*/ 604 w 904"/>
                <a:gd name="T7" fmla="*/ 27 h 903"/>
                <a:gd name="T8" fmla="*/ 651 w 904"/>
                <a:gd name="T9" fmla="*/ 46 h 903"/>
                <a:gd name="T10" fmla="*/ 694 w 904"/>
                <a:gd name="T11" fmla="*/ 71 h 903"/>
                <a:gd name="T12" fmla="*/ 735 w 904"/>
                <a:gd name="T13" fmla="*/ 100 h 903"/>
                <a:gd name="T14" fmla="*/ 771 w 904"/>
                <a:gd name="T15" fmla="*/ 133 h 903"/>
                <a:gd name="T16" fmla="*/ 804 w 904"/>
                <a:gd name="T17" fmla="*/ 169 h 903"/>
                <a:gd name="T18" fmla="*/ 833 w 904"/>
                <a:gd name="T19" fmla="*/ 210 h 903"/>
                <a:gd name="T20" fmla="*/ 858 w 904"/>
                <a:gd name="T21" fmla="*/ 253 h 903"/>
                <a:gd name="T22" fmla="*/ 878 w 904"/>
                <a:gd name="T23" fmla="*/ 300 h 903"/>
                <a:gd name="T24" fmla="*/ 892 w 904"/>
                <a:gd name="T25" fmla="*/ 348 h 903"/>
                <a:gd name="T26" fmla="*/ 900 w 904"/>
                <a:gd name="T27" fmla="*/ 400 h 903"/>
                <a:gd name="T28" fmla="*/ 904 w 904"/>
                <a:gd name="T29" fmla="*/ 452 h 903"/>
                <a:gd name="T30" fmla="*/ 900 w 904"/>
                <a:gd name="T31" fmla="*/ 505 h 903"/>
                <a:gd name="T32" fmla="*/ 892 w 904"/>
                <a:gd name="T33" fmla="*/ 556 h 903"/>
                <a:gd name="T34" fmla="*/ 878 w 904"/>
                <a:gd name="T35" fmla="*/ 605 h 903"/>
                <a:gd name="T36" fmla="*/ 858 w 904"/>
                <a:gd name="T37" fmla="*/ 650 h 903"/>
                <a:gd name="T38" fmla="*/ 833 w 904"/>
                <a:gd name="T39" fmla="*/ 694 h 903"/>
                <a:gd name="T40" fmla="*/ 804 w 904"/>
                <a:gd name="T41" fmla="*/ 734 h 903"/>
                <a:gd name="T42" fmla="*/ 771 w 904"/>
                <a:gd name="T43" fmla="*/ 771 h 903"/>
                <a:gd name="T44" fmla="*/ 735 w 904"/>
                <a:gd name="T45" fmla="*/ 804 h 903"/>
                <a:gd name="T46" fmla="*/ 694 w 904"/>
                <a:gd name="T47" fmla="*/ 834 h 903"/>
                <a:gd name="T48" fmla="*/ 651 w 904"/>
                <a:gd name="T49" fmla="*/ 858 h 903"/>
                <a:gd name="T50" fmla="*/ 604 w 904"/>
                <a:gd name="T51" fmla="*/ 877 h 903"/>
                <a:gd name="T52" fmla="*/ 555 w 904"/>
                <a:gd name="T53" fmla="*/ 893 h 903"/>
                <a:gd name="T54" fmla="*/ 505 w 904"/>
                <a:gd name="T55" fmla="*/ 901 h 903"/>
                <a:gd name="T56" fmla="*/ 452 w 904"/>
                <a:gd name="T57" fmla="*/ 903 h 903"/>
                <a:gd name="T58" fmla="*/ 399 w 904"/>
                <a:gd name="T59" fmla="*/ 901 h 903"/>
                <a:gd name="T60" fmla="*/ 349 w 904"/>
                <a:gd name="T61" fmla="*/ 893 h 903"/>
                <a:gd name="T62" fmla="*/ 300 w 904"/>
                <a:gd name="T63" fmla="*/ 877 h 903"/>
                <a:gd name="T64" fmla="*/ 253 w 904"/>
                <a:gd name="T65" fmla="*/ 858 h 903"/>
                <a:gd name="T66" fmla="*/ 210 w 904"/>
                <a:gd name="T67" fmla="*/ 834 h 903"/>
                <a:gd name="T68" fmla="*/ 170 w 904"/>
                <a:gd name="T69" fmla="*/ 804 h 903"/>
                <a:gd name="T70" fmla="*/ 133 w 904"/>
                <a:gd name="T71" fmla="*/ 771 h 903"/>
                <a:gd name="T72" fmla="*/ 99 w 904"/>
                <a:gd name="T73" fmla="*/ 734 h 903"/>
                <a:gd name="T74" fmla="*/ 70 w 904"/>
                <a:gd name="T75" fmla="*/ 694 h 903"/>
                <a:gd name="T76" fmla="*/ 47 w 904"/>
                <a:gd name="T77" fmla="*/ 650 h 903"/>
                <a:gd name="T78" fmla="*/ 27 w 904"/>
                <a:gd name="T79" fmla="*/ 605 h 903"/>
                <a:gd name="T80" fmla="*/ 12 w 904"/>
                <a:gd name="T81" fmla="*/ 556 h 903"/>
                <a:gd name="T82" fmla="*/ 3 w 904"/>
                <a:gd name="T83" fmla="*/ 505 h 903"/>
                <a:gd name="T84" fmla="*/ 0 w 904"/>
                <a:gd name="T85" fmla="*/ 452 h 903"/>
                <a:gd name="T86" fmla="*/ 3 w 904"/>
                <a:gd name="T87" fmla="*/ 400 h 903"/>
                <a:gd name="T88" fmla="*/ 12 w 904"/>
                <a:gd name="T89" fmla="*/ 348 h 903"/>
                <a:gd name="T90" fmla="*/ 27 w 904"/>
                <a:gd name="T91" fmla="*/ 300 h 903"/>
                <a:gd name="T92" fmla="*/ 47 w 904"/>
                <a:gd name="T93" fmla="*/ 253 h 903"/>
                <a:gd name="T94" fmla="*/ 70 w 904"/>
                <a:gd name="T95" fmla="*/ 210 h 903"/>
                <a:gd name="T96" fmla="*/ 99 w 904"/>
                <a:gd name="T97" fmla="*/ 169 h 903"/>
                <a:gd name="T98" fmla="*/ 133 w 904"/>
                <a:gd name="T99" fmla="*/ 133 h 903"/>
                <a:gd name="T100" fmla="*/ 170 w 904"/>
                <a:gd name="T101" fmla="*/ 100 h 903"/>
                <a:gd name="T102" fmla="*/ 210 w 904"/>
                <a:gd name="T103" fmla="*/ 71 h 903"/>
                <a:gd name="T104" fmla="*/ 253 w 904"/>
                <a:gd name="T105" fmla="*/ 46 h 903"/>
                <a:gd name="T106" fmla="*/ 300 w 904"/>
                <a:gd name="T107" fmla="*/ 27 h 903"/>
                <a:gd name="T108" fmla="*/ 349 w 904"/>
                <a:gd name="T109" fmla="*/ 12 h 903"/>
                <a:gd name="T110" fmla="*/ 399 w 904"/>
                <a:gd name="T111" fmla="*/ 4 h 903"/>
                <a:gd name="T112" fmla="*/ 452 w 904"/>
                <a:gd name="T113" fmla="*/ 0 h 9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904" h="903">
                  <a:moveTo>
                    <a:pt x="452" y="0"/>
                  </a:moveTo>
                  <a:lnTo>
                    <a:pt x="505" y="4"/>
                  </a:lnTo>
                  <a:lnTo>
                    <a:pt x="555" y="12"/>
                  </a:lnTo>
                  <a:lnTo>
                    <a:pt x="604" y="27"/>
                  </a:lnTo>
                  <a:lnTo>
                    <a:pt x="651" y="46"/>
                  </a:lnTo>
                  <a:lnTo>
                    <a:pt x="694" y="71"/>
                  </a:lnTo>
                  <a:lnTo>
                    <a:pt x="735" y="100"/>
                  </a:lnTo>
                  <a:lnTo>
                    <a:pt x="771" y="133"/>
                  </a:lnTo>
                  <a:lnTo>
                    <a:pt x="804" y="169"/>
                  </a:lnTo>
                  <a:lnTo>
                    <a:pt x="833" y="210"/>
                  </a:lnTo>
                  <a:lnTo>
                    <a:pt x="858" y="253"/>
                  </a:lnTo>
                  <a:lnTo>
                    <a:pt x="878" y="300"/>
                  </a:lnTo>
                  <a:lnTo>
                    <a:pt x="892" y="348"/>
                  </a:lnTo>
                  <a:lnTo>
                    <a:pt x="900" y="400"/>
                  </a:lnTo>
                  <a:lnTo>
                    <a:pt x="904" y="452"/>
                  </a:lnTo>
                  <a:lnTo>
                    <a:pt x="900" y="505"/>
                  </a:lnTo>
                  <a:lnTo>
                    <a:pt x="892" y="556"/>
                  </a:lnTo>
                  <a:lnTo>
                    <a:pt x="878" y="605"/>
                  </a:lnTo>
                  <a:lnTo>
                    <a:pt x="858" y="650"/>
                  </a:lnTo>
                  <a:lnTo>
                    <a:pt x="833" y="694"/>
                  </a:lnTo>
                  <a:lnTo>
                    <a:pt x="804" y="734"/>
                  </a:lnTo>
                  <a:lnTo>
                    <a:pt x="771" y="771"/>
                  </a:lnTo>
                  <a:lnTo>
                    <a:pt x="735" y="804"/>
                  </a:lnTo>
                  <a:lnTo>
                    <a:pt x="694" y="834"/>
                  </a:lnTo>
                  <a:lnTo>
                    <a:pt x="651" y="858"/>
                  </a:lnTo>
                  <a:lnTo>
                    <a:pt x="604" y="877"/>
                  </a:lnTo>
                  <a:lnTo>
                    <a:pt x="555" y="893"/>
                  </a:lnTo>
                  <a:lnTo>
                    <a:pt x="505" y="901"/>
                  </a:lnTo>
                  <a:lnTo>
                    <a:pt x="452" y="903"/>
                  </a:lnTo>
                  <a:lnTo>
                    <a:pt x="399" y="901"/>
                  </a:lnTo>
                  <a:lnTo>
                    <a:pt x="349" y="893"/>
                  </a:lnTo>
                  <a:lnTo>
                    <a:pt x="300" y="877"/>
                  </a:lnTo>
                  <a:lnTo>
                    <a:pt x="253" y="858"/>
                  </a:lnTo>
                  <a:lnTo>
                    <a:pt x="210" y="834"/>
                  </a:lnTo>
                  <a:lnTo>
                    <a:pt x="170" y="804"/>
                  </a:lnTo>
                  <a:lnTo>
                    <a:pt x="133" y="771"/>
                  </a:lnTo>
                  <a:lnTo>
                    <a:pt x="99" y="734"/>
                  </a:lnTo>
                  <a:lnTo>
                    <a:pt x="70" y="694"/>
                  </a:lnTo>
                  <a:lnTo>
                    <a:pt x="47" y="650"/>
                  </a:lnTo>
                  <a:lnTo>
                    <a:pt x="27" y="605"/>
                  </a:lnTo>
                  <a:lnTo>
                    <a:pt x="12" y="556"/>
                  </a:lnTo>
                  <a:lnTo>
                    <a:pt x="3" y="505"/>
                  </a:lnTo>
                  <a:lnTo>
                    <a:pt x="0" y="452"/>
                  </a:lnTo>
                  <a:lnTo>
                    <a:pt x="3" y="400"/>
                  </a:lnTo>
                  <a:lnTo>
                    <a:pt x="12" y="348"/>
                  </a:lnTo>
                  <a:lnTo>
                    <a:pt x="27" y="300"/>
                  </a:lnTo>
                  <a:lnTo>
                    <a:pt x="47" y="253"/>
                  </a:lnTo>
                  <a:lnTo>
                    <a:pt x="70" y="210"/>
                  </a:lnTo>
                  <a:lnTo>
                    <a:pt x="99" y="169"/>
                  </a:lnTo>
                  <a:lnTo>
                    <a:pt x="133" y="133"/>
                  </a:lnTo>
                  <a:lnTo>
                    <a:pt x="170" y="100"/>
                  </a:lnTo>
                  <a:lnTo>
                    <a:pt x="210" y="71"/>
                  </a:lnTo>
                  <a:lnTo>
                    <a:pt x="253" y="46"/>
                  </a:lnTo>
                  <a:lnTo>
                    <a:pt x="300" y="27"/>
                  </a:lnTo>
                  <a:lnTo>
                    <a:pt x="349" y="12"/>
                  </a:lnTo>
                  <a:lnTo>
                    <a:pt x="399" y="4"/>
                  </a:lnTo>
                  <a:lnTo>
                    <a:pt x="452" y="0"/>
                  </a:lnTo>
                  <a:close/>
                </a:path>
              </a:pathLst>
            </a:custGeom>
            <a:solidFill>
              <a:schemeClr val="bg1"/>
            </a:solidFill>
            <a:ln w="0">
              <a:noFill/>
              <a:prstDash val="solid"/>
              <a:round/>
              <a:headEnd/>
              <a:tailEnd/>
            </a:ln>
          </p:spPr>
          <p:txBody>
            <a:bodyPr wrap="square" lIns="91440" tIns="45720" rIns="91440" bIns="45720" anchor="ctr">
              <a:noAutofit/>
            </a:bodyPr>
            <a:lstStyle/>
            <a:p>
              <a:pPr algn="ctr"/>
              <a:endParaRPr>
                <a:cs typeface="+mn-ea"/>
                <a:sym typeface="+mn-lt"/>
              </a:endParaRPr>
            </a:p>
          </p:txBody>
        </p:sp>
        <p:sp>
          <p:nvSpPr>
            <p:cNvPr id="26" name="任意多边形: 形状 25">
              <a:extLst>
                <a:ext uri="{FF2B5EF4-FFF2-40B4-BE49-F238E27FC236}">
                  <a16:creationId xmlns:a16="http://schemas.microsoft.com/office/drawing/2014/main" id="{1A0409A3-325E-9133-CB39-A1CDB7AC58D2}"/>
                </a:ext>
              </a:extLst>
            </p:cNvPr>
            <p:cNvSpPr/>
            <p:nvPr/>
          </p:nvSpPr>
          <p:spPr bwMode="auto">
            <a:xfrm>
              <a:off x="2694687" y="2791582"/>
              <a:ext cx="106998" cy="331165"/>
            </a:xfrm>
            <a:custGeom>
              <a:avLst/>
              <a:gdLst>
                <a:gd name="T0" fmla="*/ 377 w 894"/>
                <a:gd name="T1" fmla="*/ 3 h 2767"/>
                <a:gd name="T2" fmla="*/ 384 w 894"/>
                <a:gd name="T3" fmla="*/ 22 h 2767"/>
                <a:gd name="T4" fmla="*/ 301 w 894"/>
                <a:gd name="T5" fmla="*/ 274 h 2767"/>
                <a:gd name="T6" fmla="*/ 210 w 894"/>
                <a:gd name="T7" fmla="*/ 518 h 2767"/>
                <a:gd name="T8" fmla="*/ 148 w 894"/>
                <a:gd name="T9" fmla="*/ 762 h 2767"/>
                <a:gd name="T10" fmla="*/ 118 w 894"/>
                <a:gd name="T11" fmla="*/ 1003 h 2767"/>
                <a:gd name="T12" fmla="*/ 118 w 894"/>
                <a:gd name="T13" fmla="*/ 1240 h 2767"/>
                <a:gd name="T14" fmla="*/ 145 w 894"/>
                <a:gd name="T15" fmla="*/ 1465 h 2767"/>
                <a:gd name="T16" fmla="*/ 202 w 894"/>
                <a:gd name="T17" fmla="*/ 1685 h 2767"/>
                <a:gd name="T18" fmla="*/ 285 w 894"/>
                <a:gd name="T19" fmla="*/ 1901 h 2767"/>
                <a:gd name="T20" fmla="*/ 371 w 894"/>
                <a:gd name="T21" fmla="*/ 2068 h 2767"/>
                <a:gd name="T22" fmla="*/ 441 w 894"/>
                <a:gd name="T23" fmla="*/ 2182 h 2767"/>
                <a:gd name="T24" fmla="*/ 514 w 894"/>
                <a:gd name="T25" fmla="*/ 2285 h 2767"/>
                <a:gd name="T26" fmla="*/ 585 w 894"/>
                <a:gd name="T27" fmla="*/ 2377 h 2767"/>
                <a:gd name="T28" fmla="*/ 653 w 894"/>
                <a:gd name="T29" fmla="*/ 2456 h 2767"/>
                <a:gd name="T30" fmla="*/ 717 w 894"/>
                <a:gd name="T31" fmla="*/ 2524 h 2767"/>
                <a:gd name="T32" fmla="*/ 772 w 894"/>
                <a:gd name="T33" fmla="*/ 2578 h 2767"/>
                <a:gd name="T34" fmla="*/ 818 w 894"/>
                <a:gd name="T35" fmla="*/ 2620 h 2767"/>
                <a:gd name="T36" fmla="*/ 851 w 894"/>
                <a:gd name="T37" fmla="*/ 2648 h 2767"/>
                <a:gd name="T38" fmla="*/ 869 w 894"/>
                <a:gd name="T39" fmla="*/ 2662 h 2767"/>
                <a:gd name="T40" fmla="*/ 882 w 894"/>
                <a:gd name="T41" fmla="*/ 2675 h 2767"/>
                <a:gd name="T42" fmla="*/ 893 w 894"/>
                <a:gd name="T43" fmla="*/ 2703 h 2767"/>
                <a:gd name="T44" fmla="*/ 890 w 894"/>
                <a:gd name="T45" fmla="*/ 2731 h 2767"/>
                <a:gd name="T46" fmla="*/ 869 w 894"/>
                <a:gd name="T47" fmla="*/ 2757 h 2767"/>
                <a:gd name="T48" fmla="*/ 838 w 894"/>
                <a:gd name="T49" fmla="*/ 2767 h 2767"/>
                <a:gd name="T50" fmla="*/ 803 w 894"/>
                <a:gd name="T51" fmla="*/ 2756 h 2767"/>
                <a:gd name="T52" fmla="*/ 791 w 894"/>
                <a:gd name="T53" fmla="*/ 2746 h 2767"/>
                <a:gd name="T54" fmla="*/ 761 w 894"/>
                <a:gd name="T55" fmla="*/ 2722 h 2767"/>
                <a:gd name="T56" fmla="*/ 719 w 894"/>
                <a:gd name="T57" fmla="*/ 2685 h 2767"/>
                <a:gd name="T58" fmla="*/ 665 w 894"/>
                <a:gd name="T59" fmla="*/ 2634 h 2767"/>
                <a:gd name="T60" fmla="*/ 603 w 894"/>
                <a:gd name="T61" fmla="*/ 2571 h 2767"/>
                <a:gd name="T62" fmla="*/ 534 w 894"/>
                <a:gd name="T63" fmla="*/ 2494 h 2767"/>
                <a:gd name="T64" fmla="*/ 460 w 894"/>
                <a:gd name="T65" fmla="*/ 2405 h 2767"/>
                <a:gd name="T66" fmla="*/ 385 w 894"/>
                <a:gd name="T67" fmla="*/ 2303 h 2767"/>
                <a:gd name="T68" fmla="*/ 311 w 894"/>
                <a:gd name="T69" fmla="*/ 2190 h 2767"/>
                <a:gd name="T70" fmla="*/ 238 w 894"/>
                <a:gd name="T71" fmla="*/ 2064 h 2767"/>
                <a:gd name="T72" fmla="*/ 146 w 894"/>
                <a:gd name="T73" fmla="*/ 1867 h 2767"/>
                <a:gd name="T74" fmla="*/ 76 w 894"/>
                <a:gd name="T75" fmla="*/ 1665 h 2767"/>
                <a:gd name="T76" fmla="*/ 28 w 894"/>
                <a:gd name="T77" fmla="*/ 1460 h 2767"/>
                <a:gd name="T78" fmla="*/ 3 w 894"/>
                <a:gd name="T79" fmla="*/ 1251 h 2767"/>
                <a:gd name="T80" fmla="*/ 2 w 894"/>
                <a:gd name="T81" fmla="*/ 1026 h 2767"/>
                <a:gd name="T82" fmla="*/ 26 w 894"/>
                <a:gd name="T83" fmla="*/ 798 h 2767"/>
                <a:gd name="T84" fmla="*/ 76 w 894"/>
                <a:gd name="T85" fmla="*/ 568 h 2767"/>
                <a:gd name="T86" fmla="*/ 152 w 894"/>
                <a:gd name="T87" fmla="*/ 338 h 2767"/>
                <a:gd name="T88" fmla="*/ 97 w 894"/>
                <a:gd name="T89" fmla="*/ 171 h 2767"/>
                <a:gd name="T90" fmla="*/ 361 w 894"/>
                <a:gd name="T91" fmla="*/ 0 h 27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894" h="2767">
                  <a:moveTo>
                    <a:pt x="370" y="0"/>
                  </a:moveTo>
                  <a:lnTo>
                    <a:pt x="377" y="3"/>
                  </a:lnTo>
                  <a:lnTo>
                    <a:pt x="382" y="11"/>
                  </a:lnTo>
                  <a:lnTo>
                    <a:pt x="384" y="22"/>
                  </a:lnTo>
                  <a:lnTo>
                    <a:pt x="402" y="324"/>
                  </a:lnTo>
                  <a:lnTo>
                    <a:pt x="301" y="274"/>
                  </a:lnTo>
                  <a:lnTo>
                    <a:pt x="252" y="396"/>
                  </a:lnTo>
                  <a:lnTo>
                    <a:pt x="210" y="518"/>
                  </a:lnTo>
                  <a:lnTo>
                    <a:pt x="176" y="640"/>
                  </a:lnTo>
                  <a:lnTo>
                    <a:pt x="148" y="762"/>
                  </a:lnTo>
                  <a:lnTo>
                    <a:pt x="130" y="882"/>
                  </a:lnTo>
                  <a:lnTo>
                    <a:pt x="118" y="1003"/>
                  </a:lnTo>
                  <a:lnTo>
                    <a:pt x="113" y="1122"/>
                  </a:lnTo>
                  <a:lnTo>
                    <a:pt x="118" y="1240"/>
                  </a:lnTo>
                  <a:lnTo>
                    <a:pt x="128" y="1354"/>
                  </a:lnTo>
                  <a:lnTo>
                    <a:pt x="145" y="1465"/>
                  </a:lnTo>
                  <a:lnTo>
                    <a:pt x="170" y="1576"/>
                  </a:lnTo>
                  <a:lnTo>
                    <a:pt x="202" y="1685"/>
                  </a:lnTo>
                  <a:lnTo>
                    <a:pt x="240" y="1793"/>
                  </a:lnTo>
                  <a:lnTo>
                    <a:pt x="285" y="1901"/>
                  </a:lnTo>
                  <a:lnTo>
                    <a:pt x="337" y="2006"/>
                  </a:lnTo>
                  <a:lnTo>
                    <a:pt x="371" y="2068"/>
                  </a:lnTo>
                  <a:lnTo>
                    <a:pt x="406" y="2126"/>
                  </a:lnTo>
                  <a:lnTo>
                    <a:pt x="441" y="2182"/>
                  </a:lnTo>
                  <a:lnTo>
                    <a:pt x="477" y="2235"/>
                  </a:lnTo>
                  <a:lnTo>
                    <a:pt x="514" y="2285"/>
                  </a:lnTo>
                  <a:lnTo>
                    <a:pt x="550" y="2333"/>
                  </a:lnTo>
                  <a:lnTo>
                    <a:pt x="585" y="2377"/>
                  </a:lnTo>
                  <a:lnTo>
                    <a:pt x="619" y="2418"/>
                  </a:lnTo>
                  <a:lnTo>
                    <a:pt x="653" y="2456"/>
                  </a:lnTo>
                  <a:lnTo>
                    <a:pt x="686" y="2491"/>
                  </a:lnTo>
                  <a:lnTo>
                    <a:pt x="717" y="2524"/>
                  </a:lnTo>
                  <a:lnTo>
                    <a:pt x="746" y="2552"/>
                  </a:lnTo>
                  <a:lnTo>
                    <a:pt x="772" y="2578"/>
                  </a:lnTo>
                  <a:lnTo>
                    <a:pt x="796" y="2600"/>
                  </a:lnTo>
                  <a:lnTo>
                    <a:pt x="818" y="2620"/>
                  </a:lnTo>
                  <a:lnTo>
                    <a:pt x="837" y="2635"/>
                  </a:lnTo>
                  <a:lnTo>
                    <a:pt x="851" y="2648"/>
                  </a:lnTo>
                  <a:lnTo>
                    <a:pt x="862" y="2657"/>
                  </a:lnTo>
                  <a:lnTo>
                    <a:pt x="869" y="2662"/>
                  </a:lnTo>
                  <a:lnTo>
                    <a:pt x="871" y="2664"/>
                  </a:lnTo>
                  <a:lnTo>
                    <a:pt x="882" y="2675"/>
                  </a:lnTo>
                  <a:lnTo>
                    <a:pt x="890" y="2688"/>
                  </a:lnTo>
                  <a:lnTo>
                    <a:pt x="893" y="2703"/>
                  </a:lnTo>
                  <a:lnTo>
                    <a:pt x="894" y="2717"/>
                  </a:lnTo>
                  <a:lnTo>
                    <a:pt x="890" y="2731"/>
                  </a:lnTo>
                  <a:lnTo>
                    <a:pt x="882" y="2744"/>
                  </a:lnTo>
                  <a:lnTo>
                    <a:pt x="869" y="2757"/>
                  </a:lnTo>
                  <a:lnTo>
                    <a:pt x="854" y="2765"/>
                  </a:lnTo>
                  <a:lnTo>
                    <a:pt x="838" y="2767"/>
                  </a:lnTo>
                  <a:lnTo>
                    <a:pt x="819" y="2765"/>
                  </a:lnTo>
                  <a:lnTo>
                    <a:pt x="803" y="2756"/>
                  </a:lnTo>
                  <a:lnTo>
                    <a:pt x="798" y="2753"/>
                  </a:lnTo>
                  <a:lnTo>
                    <a:pt x="791" y="2746"/>
                  </a:lnTo>
                  <a:lnTo>
                    <a:pt x="778" y="2735"/>
                  </a:lnTo>
                  <a:lnTo>
                    <a:pt x="761" y="2722"/>
                  </a:lnTo>
                  <a:lnTo>
                    <a:pt x="742" y="2705"/>
                  </a:lnTo>
                  <a:lnTo>
                    <a:pt x="719" y="2685"/>
                  </a:lnTo>
                  <a:lnTo>
                    <a:pt x="694" y="2661"/>
                  </a:lnTo>
                  <a:lnTo>
                    <a:pt x="665" y="2634"/>
                  </a:lnTo>
                  <a:lnTo>
                    <a:pt x="636" y="2604"/>
                  </a:lnTo>
                  <a:lnTo>
                    <a:pt x="603" y="2571"/>
                  </a:lnTo>
                  <a:lnTo>
                    <a:pt x="569" y="2535"/>
                  </a:lnTo>
                  <a:lnTo>
                    <a:pt x="534" y="2494"/>
                  </a:lnTo>
                  <a:lnTo>
                    <a:pt x="497" y="2452"/>
                  </a:lnTo>
                  <a:lnTo>
                    <a:pt x="460" y="2405"/>
                  </a:lnTo>
                  <a:lnTo>
                    <a:pt x="423" y="2356"/>
                  </a:lnTo>
                  <a:lnTo>
                    <a:pt x="385" y="2303"/>
                  </a:lnTo>
                  <a:lnTo>
                    <a:pt x="348" y="2248"/>
                  </a:lnTo>
                  <a:lnTo>
                    <a:pt x="311" y="2190"/>
                  </a:lnTo>
                  <a:lnTo>
                    <a:pt x="274" y="2128"/>
                  </a:lnTo>
                  <a:lnTo>
                    <a:pt x="238" y="2064"/>
                  </a:lnTo>
                  <a:lnTo>
                    <a:pt x="190" y="1966"/>
                  </a:lnTo>
                  <a:lnTo>
                    <a:pt x="146" y="1867"/>
                  </a:lnTo>
                  <a:lnTo>
                    <a:pt x="108" y="1767"/>
                  </a:lnTo>
                  <a:lnTo>
                    <a:pt x="76" y="1665"/>
                  </a:lnTo>
                  <a:lnTo>
                    <a:pt x="50" y="1563"/>
                  </a:lnTo>
                  <a:lnTo>
                    <a:pt x="28" y="1460"/>
                  </a:lnTo>
                  <a:lnTo>
                    <a:pt x="13" y="1356"/>
                  </a:lnTo>
                  <a:lnTo>
                    <a:pt x="3" y="1251"/>
                  </a:lnTo>
                  <a:lnTo>
                    <a:pt x="0" y="1139"/>
                  </a:lnTo>
                  <a:lnTo>
                    <a:pt x="2" y="1026"/>
                  </a:lnTo>
                  <a:lnTo>
                    <a:pt x="11" y="913"/>
                  </a:lnTo>
                  <a:lnTo>
                    <a:pt x="26" y="798"/>
                  </a:lnTo>
                  <a:lnTo>
                    <a:pt x="48" y="684"/>
                  </a:lnTo>
                  <a:lnTo>
                    <a:pt x="76" y="568"/>
                  </a:lnTo>
                  <a:lnTo>
                    <a:pt x="111" y="454"/>
                  </a:lnTo>
                  <a:lnTo>
                    <a:pt x="152" y="338"/>
                  </a:lnTo>
                  <a:lnTo>
                    <a:pt x="200" y="223"/>
                  </a:lnTo>
                  <a:lnTo>
                    <a:pt x="97" y="171"/>
                  </a:lnTo>
                  <a:lnTo>
                    <a:pt x="350" y="4"/>
                  </a:lnTo>
                  <a:lnTo>
                    <a:pt x="361" y="0"/>
                  </a:lnTo>
                  <a:lnTo>
                    <a:pt x="370" y="0"/>
                  </a:lnTo>
                  <a:close/>
                </a:path>
              </a:pathLst>
            </a:custGeom>
            <a:solidFill>
              <a:schemeClr val="bg1"/>
            </a:solidFill>
            <a:ln w="0">
              <a:noFill/>
              <a:prstDash val="solid"/>
              <a:round/>
              <a:headEnd/>
              <a:tailEnd/>
            </a:ln>
          </p:spPr>
          <p:txBody>
            <a:bodyPr wrap="square" lIns="91440" tIns="45720" rIns="91440" bIns="45720" anchor="ctr">
              <a:noAutofit/>
            </a:bodyPr>
            <a:lstStyle/>
            <a:p>
              <a:pPr algn="ctr"/>
              <a:endParaRPr>
                <a:cs typeface="+mn-ea"/>
                <a:sym typeface="+mn-lt"/>
              </a:endParaRPr>
            </a:p>
          </p:txBody>
        </p:sp>
        <p:sp>
          <p:nvSpPr>
            <p:cNvPr id="28" name="任意多边形: 形状 27">
              <a:extLst>
                <a:ext uri="{FF2B5EF4-FFF2-40B4-BE49-F238E27FC236}">
                  <a16:creationId xmlns:a16="http://schemas.microsoft.com/office/drawing/2014/main" id="{DA16E387-B071-3AD7-C2F0-2E31287EF5B9}"/>
                </a:ext>
              </a:extLst>
            </p:cNvPr>
            <p:cNvSpPr/>
            <p:nvPr/>
          </p:nvSpPr>
          <p:spPr bwMode="auto">
            <a:xfrm>
              <a:off x="5905769" y="3077297"/>
              <a:ext cx="127428" cy="127065"/>
            </a:xfrm>
            <a:custGeom>
              <a:avLst/>
              <a:gdLst>
                <a:gd name="T0" fmla="*/ 558 w 1403"/>
                <a:gd name="T1" fmla="*/ 29 h 1400"/>
                <a:gd name="T2" fmla="*/ 507 w 1403"/>
                <a:gd name="T3" fmla="*/ 166 h 1400"/>
                <a:gd name="T4" fmla="*/ 451 w 1403"/>
                <a:gd name="T5" fmla="*/ 387 h 1400"/>
                <a:gd name="T6" fmla="*/ 416 w 1403"/>
                <a:gd name="T7" fmla="*/ 632 h 1400"/>
                <a:gd name="T8" fmla="*/ 404 w 1403"/>
                <a:gd name="T9" fmla="*/ 879 h 1400"/>
                <a:gd name="T10" fmla="*/ 402 w 1403"/>
                <a:gd name="T11" fmla="*/ 941 h 1400"/>
                <a:gd name="T12" fmla="*/ 405 w 1403"/>
                <a:gd name="T13" fmla="*/ 979 h 1400"/>
                <a:gd name="T14" fmla="*/ 421 w 1403"/>
                <a:gd name="T15" fmla="*/ 997 h 1400"/>
                <a:gd name="T16" fmla="*/ 564 w 1403"/>
                <a:gd name="T17" fmla="*/ 1000 h 1400"/>
                <a:gd name="T18" fmla="*/ 826 w 1403"/>
                <a:gd name="T19" fmla="*/ 979 h 1400"/>
                <a:gd name="T20" fmla="*/ 1061 w 1403"/>
                <a:gd name="T21" fmla="*/ 941 h 1400"/>
                <a:gd name="T22" fmla="*/ 1245 w 1403"/>
                <a:gd name="T23" fmla="*/ 890 h 1400"/>
                <a:gd name="T24" fmla="*/ 1403 w 1403"/>
                <a:gd name="T25" fmla="*/ 832 h 1400"/>
                <a:gd name="T26" fmla="*/ 1343 w 1403"/>
                <a:gd name="T27" fmla="*/ 938 h 1400"/>
                <a:gd name="T28" fmla="*/ 1267 w 1403"/>
                <a:gd name="T29" fmla="*/ 1033 h 1400"/>
                <a:gd name="T30" fmla="*/ 1147 w 1403"/>
                <a:gd name="T31" fmla="*/ 1139 h 1400"/>
                <a:gd name="T32" fmla="*/ 1013 w 1403"/>
                <a:gd name="T33" fmla="*/ 1226 h 1400"/>
                <a:gd name="T34" fmla="*/ 866 w 1403"/>
                <a:gd name="T35" fmla="*/ 1295 h 1400"/>
                <a:gd name="T36" fmla="*/ 712 w 1403"/>
                <a:gd name="T37" fmla="*/ 1345 h 1400"/>
                <a:gd name="T38" fmla="*/ 553 w 1403"/>
                <a:gd name="T39" fmla="*/ 1378 h 1400"/>
                <a:gd name="T40" fmla="*/ 395 w 1403"/>
                <a:gd name="T41" fmla="*/ 1397 h 1400"/>
                <a:gd name="T42" fmla="*/ 187 w 1403"/>
                <a:gd name="T43" fmla="*/ 1397 h 1400"/>
                <a:gd name="T44" fmla="*/ 114 w 1403"/>
                <a:gd name="T45" fmla="*/ 1378 h 1400"/>
                <a:gd name="T46" fmla="*/ 55 w 1403"/>
                <a:gd name="T47" fmla="*/ 1335 h 1400"/>
                <a:gd name="T48" fmla="*/ 14 w 1403"/>
                <a:gd name="T49" fmla="*/ 1270 h 1400"/>
                <a:gd name="T50" fmla="*/ 1 w 1403"/>
                <a:gd name="T51" fmla="*/ 1204 h 1400"/>
                <a:gd name="T52" fmla="*/ 0 w 1403"/>
                <a:gd name="T53" fmla="*/ 1134 h 1400"/>
                <a:gd name="T54" fmla="*/ 4 w 1403"/>
                <a:gd name="T55" fmla="*/ 1002 h 1400"/>
                <a:gd name="T56" fmla="*/ 29 w 1403"/>
                <a:gd name="T57" fmla="*/ 811 h 1400"/>
                <a:gd name="T58" fmla="*/ 78 w 1403"/>
                <a:gd name="T59" fmla="*/ 619 h 1400"/>
                <a:gd name="T60" fmla="*/ 153 w 1403"/>
                <a:gd name="T61" fmla="*/ 435 h 1400"/>
                <a:gd name="T62" fmla="*/ 233 w 1403"/>
                <a:gd name="T63" fmla="*/ 294 h 1400"/>
                <a:gd name="T64" fmla="*/ 313 w 1403"/>
                <a:gd name="T65" fmla="*/ 191 h 1400"/>
                <a:gd name="T66" fmla="*/ 405 w 1403"/>
                <a:gd name="T67" fmla="*/ 102 h 1400"/>
                <a:gd name="T68" fmla="*/ 512 w 1403"/>
                <a:gd name="T69" fmla="*/ 29 h 14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403" h="1400">
                  <a:moveTo>
                    <a:pt x="569" y="0"/>
                  </a:moveTo>
                  <a:lnTo>
                    <a:pt x="558" y="29"/>
                  </a:lnTo>
                  <a:lnTo>
                    <a:pt x="546" y="58"/>
                  </a:lnTo>
                  <a:lnTo>
                    <a:pt x="507" y="166"/>
                  </a:lnTo>
                  <a:lnTo>
                    <a:pt x="477" y="276"/>
                  </a:lnTo>
                  <a:lnTo>
                    <a:pt x="451" y="387"/>
                  </a:lnTo>
                  <a:lnTo>
                    <a:pt x="432" y="501"/>
                  </a:lnTo>
                  <a:lnTo>
                    <a:pt x="416" y="632"/>
                  </a:lnTo>
                  <a:lnTo>
                    <a:pt x="408" y="763"/>
                  </a:lnTo>
                  <a:lnTo>
                    <a:pt x="404" y="879"/>
                  </a:lnTo>
                  <a:lnTo>
                    <a:pt x="402" y="907"/>
                  </a:lnTo>
                  <a:lnTo>
                    <a:pt x="402" y="941"/>
                  </a:lnTo>
                  <a:lnTo>
                    <a:pt x="402" y="969"/>
                  </a:lnTo>
                  <a:lnTo>
                    <a:pt x="405" y="979"/>
                  </a:lnTo>
                  <a:lnTo>
                    <a:pt x="411" y="989"/>
                  </a:lnTo>
                  <a:lnTo>
                    <a:pt x="421" y="997"/>
                  </a:lnTo>
                  <a:lnTo>
                    <a:pt x="432" y="1000"/>
                  </a:lnTo>
                  <a:lnTo>
                    <a:pt x="564" y="1000"/>
                  </a:lnTo>
                  <a:lnTo>
                    <a:pt x="695" y="992"/>
                  </a:lnTo>
                  <a:lnTo>
                    <a:pt x="826" y="979"/>
                  </a:lnTo>
                  <a:lnTo>
                    <a:pt x="956" y="961"/>
                  </a:lnTo>
                  <a:lnTo>
                    <a:pt x="1061" y="941"/>
                  </a:lnTo>
                  <a:lnTo>
                    <a:pt x="1166" y="915"/>
                  </a:lnTo>
                  <a:lnTo>
                    <a:pt x="1245" y="890"/>
                  </a:lnTo>
                  <a:lnTo>
                    <a:pt x="1325" y="861"/>
                  </a:lnTo>
                  <a:lnTo>
                    <a:pt x="1403" y="832"/>
                  </a:lnTo>
                  <a:lnTo>
                    <a:pt x="1375" y="887"/>
                  </a:lnTo>
                  <a:lnTo>
                    <a:pt x="1343" y="938"/>
                  </a:lnTo>
                  <a:lnTo>
                    <a:pt x="1307" y="985"/>
                  </a:lnTo>
                  <a:lnTo>
                    <a:pt x="1267" y="1033"/>
                  </a:lnTo>
                  <a:lnTo>
                    <a:pt x="1209" y="1087"/>
                  </a:lnTo>
                  <a:lnTo>
                    <a:pt x="1147" y="1139"/>
                  </a:lnTo>
                  <a:lnTo>
                    <a:pt x="1082" y="1185"/>
                  </a:lnTo>
                  <a:lnTo>
                    <a:pt x="1013" y="1226"/>
                  </a:lnTo>
                  <a:lnTo>
                    <a:pt x="941" y="1263"/>
                  </a:lnTo>
                  <a:lnTo>
                    <a:pt x="866" y="1295"/>
                  </a:lnTo>
                  <a:lnTo>
                    <a:pt x="790" y="1322"/>
                  </a:lnTo>
                  <a:lnTo>
                    <a:pt x="712" y="1345"/>
                  </a:lnTo>
                  <a:lnTo>
                    <a:pt x="633" y="1364"/>
                  </a:lnTo>
                  <a:lnTo>
                    <a:pt x="553" y="1378"/>
                  </a:lnTo>
                  <a:lnTo>
                    <a:pt x="474" y="1390"/>
                  </a:lnTo>
                  <a:lnTo>
                    <a:pt x="395" y="1397"/>
                  </a:lnTo>
                  <a:lnTo>
                    <a:pt x="291" y="1400"/>
                  </a:lnTo>
                  <a:lnTo>
                    <a:pt x="187" y="1397"/>
                  </a:lnTo>
                  <a:lnTo>
                    <a:pt x="148" y="1391"/>
                  </a:lnTo>
                  <a:lnTo>
                    <a:pt x="114" y="1378"/>
                  </a:lnTo>
                  <a:lnTo>
                    <a:pt x="82" y="1360"/>
                  </a:lnTo>
                  <a:lnTo>
                    <a:pt x="55" y="1335"/>
                  </a:lnTo>
                  <a:lnTo>
                    <a:pt x="32" y="1305"/>
                  </a:lnTo>
                  <a:lnTo>
                    <a:pt x="14" y="1270"/>
                  </a:lnTo>
                  <a:lnTo>
                    <a:pt x="6" y="1237"/>
                  </a:lnTo>
                  <a:lnTo>
                    <a:pt x="1" y="1204"/>
                  </a:lnTo>
                  <a:lnTo>
                    <a:pt x="0" y="1168"/>
                  </a:lnTo>
                  <a:lnTo>
                    <a:pt x="0" y="1134"/>
                  </a:lnTo>
                  <a:lnTo>
                    <a:pt x="0" y="1100"/>
                  </a:lnTo>
                  <a:lnTo>
                    <a:pt x="4" y="1002"/>
                  </a:lnTo>
                  <a:lnTo>
                    <a:pt x="14" y="906"/>
                  </a:lnTo>
                  <a:lnTo>
                    <a:pt x="29" y="811"/>
                  </a:lnTo>
                  <a:lnTo>
                    <a:pt x="50" y="714"/>
                  </a:lnTo>
                  <a:lnTo>
                    <a:pt x="78" y="619"/>
                  </a:lnTo>
                  <a:lnTo>
                    <a:pt x="111" y="526"/>
                  </a:lnTo>
                  <a:lnTo>
                    <a:pt x="153" y="435"/>
                  </a:lnTo>
                  <a:lnTo>
                    <a:pt x="199" y="348"/>
                  </a:lnTo>
                  <a:lnTo>
                    <a:pt x="233" y="294"/>
                  </a:lnTo>
                  <a:lnTo>
                    <a:pt x="272" y="242"/>
                  </a:lnTo>
                  <a:lnTo>
                    <a:pt x="313" y="191"/>
                  </a:lnTo>
                  <a:lnTo>
                    <a:pt x="357" y="145"/>
                  </a:lnTo>
                  <a:lnTo>
                    <a:pt x="405" y="102"/>
                  </a:lnTo>
                  <a:lnTo>
                    <a:pt x="457" y="62"/>
                  </a:lnTo>
                  <a:lnTo>
                    <a:pt x="512" y="29"/>
                  </a:lnTo>
                  <a:lnTo>
                    <a:pt x="569" y="0"/>
                  </a:lnTo>
                  <a:close/>
                </a:path>
              </a:pathLst>
            </a:custGeom>
            <a:solidFill>
              <a:schemeClr val="bg1"/>
            </a:solidFill>
            <a:ln w="0">
              <a:noFill/>
              <a:prstDash val="solid"/>
              <a:round/>
              <a:headEnd/>
              <a:tailEnd/>
            </a:ln>
          </p:spPr>
          <p:txBody>
            <a:bodyPr wrap="square" lIns="91440" tIns="45720" rIns="91440" bIns="45720" anchor="ctr">
              <a:noAutofit/>
            </a:bodyPr>
            <a:lstStyle/>
            <a:p>
              <a:pPr algn="ctr"/>
              <a:endParaRPr>
                <a:cs typeface="+mn-ea"/>
                <a:sym typeface="+mn-lt"/>
              </a:endParaRPr>
            </a:p>
          </p:txBody>
        </p:sp>
        <p:sp>
          <p:nvSpPr>
            <p:cNvPr id="29" name="任意多边形: 形状 28">
              <a:extLst>
                <a:ext uri="{FF2B5EF4-FFF2-40B4-BE49-F238E27FC236}">
                  <a16:creationId xmlns:a16="http://schemas.microsoft.com/office/drawing/2014/main" id="{6BDFD606-1C57-EBC3-673B-50D2F0F602D4}"/>
                </a:ext>
              </a:extLst>
            </p:cNvPr>
            <p:cNvSpPr/>
            <p:nvPr/>
          </p:nvSpPr>
          <p:spPr bwMode="auto">
            <a:xfrm>
              <a:off x="9227906" y="3099157"/>
              <a:ext cx="21591" cy="10196"/>
            </a:xfrm>
            <a:custGeom>
              <a:avLst/>
              <a:gdLst>
                <a:gd name="T0" fmla="*/ 170 w 178"/>
                <a:gd name="T1" fmla="*/ 0 h 87"/>
                <a:gd name="T2" fmla="*/ 176 w 178"/>
                <a:gd name="T3" fmla="*/ 6 h 87"/>
                <a:gd name="T4" fmla="*/ 178 w 178"/>
                <a:gd name="T5" fmla="*/ 16 h 87"/>
                <a:gd name="T6" fmla="*/ 176 w 178"/>
                <a:gd name="T7" fmla="*/ 28 h 87"/>
                <a:gd name="T8" fmla="*/ 171 w 178"/>
                <a:gd name="T9" fmla="*/ 40 h 87"/>
                <a:gd name="T10" fmla="*/ 165 w 178"/>
                <a:gd name="T11" fmla="*/ 53 h 87"/>
                <a:gd name="T12" fmla="*/ 156 w 178"/>
                <a:gd name="T13" fmla="*/ 66 h 87"/>
                <a:gd name="T14" fmla="*/ 147 w 178"/>
                <a:gd name="T15" fmla="*/ 76 h 87"/>
                <a:gd name="T16" fmla="*/ 136 w 178"/>
                <a:gd name="T17" fmla="*/ 84 h 87"/>
                <a:gd name="T18" fmla="*/ 126 w 178"/>
                <a:gd name="T19" fmla="*/ 87 h 87"/>
                <a:gd name="T20" fmla="*/ 0 w 178"/>
                <a:gd name="T21" fmla="*/ 19 h 87"/>
                <a:gd name="T22" fmla="*/ 170 w 178"/>
                <a:gd name="T23" fmla="*/ 0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8" h="87">
                  <a:moveTo>
                    <a:pt x="170" y="0"/>
                  </a:moveTo>
                  <a:lnTo>
                    <a:pt x="176" y="6"/>
                  </a:lnTo>
                  <a:lnTo>
                    <a:pt x="178" y="16"/>
                  </a:lnTo>
                  <a:lnTo>
                    <a:pt x="176" y="28"/>
                  </a:lnTo>
                  <a:lnTo>
                    <a:pt x="171" y="40"/>
                  </a:lnTo>
                  <a:lnTo>
                    <a:pt x="165" y="53"/>
                  </a:lnTo>
                  <a:lnTo>
                    <a:pt x="156" y="66"/>
                  </a:lnTo>
                  <a:lnTo>
                    <a:pt x="147" y="76"/>
                  </a:lnTo>
                  <a:lnTo>
                    <a:pt x="136" y="84"/>
                  </a:lnTo>
                  <a:lnTo>
                    <a:pt x="126" y="87"/>
                  </a:lnTo>
                  <a:lnTo>
                    <a:pt x="0" y="19"/>
                  </a:lnTo>
                  <a:lnTo>
                    <a:pt x="170" y="0"/>
                  </a:lnTo>
                  <a:close/>
                </a:path>
              </a:pathLst>
            </a:custGeom>
            <a:solidFill>
              <a:schemeClr val="bg1"/>
            </a:solidFill>
            <a:ln w="0">
              <a:noFill/>
              <a:prstDash val="solid"/>
              <a:round/>
              <a:headEnd/>
              <a:tailEnd/>
            </a:ln>
          </p:spPr>
          <p:txBody>
            <a:bodyPr wrap="square" lIns="91440" tIns="45720" rIns="91440" bIns="45720" anchor="ctr">
              <a:noAutofit/>
            </a:bodyPr>
            <a:lstStyle/>
            <a:p>
              <a:pPr algn="ctr"/>
              <a:endParaRPr>
                <a:cs typeface="+mn-ea"/>
                <a:sym typeface="+mn-lt"/>
              </a:endParaRPr>
            </a:p>
          </p:txBody>
        </p:sp>
        <p:sp>
          <p:nvSpPr>
            <p:cNvPr id="30" name="任意多边形: 形状 29">
              <a:extLst>
                <a:ext uri="{FF2B5EF4-FFF2-40B4-BE49-F238E27FC236}">
                  <a16:creationId xmlns:a16="http://schemas.microsoft.com/office/drawing/2014/main" id="{9603C2CE-1776-7B86-95B2-E5763E46F6CE}"/>
                </a:ext>
              </a:extLst>
            </p:cNvPr>
            <p:cNvSpPr/>
            <p:nvPr/>
          </p:nvSpPr>
          <p:spPr bwMode="auto">
            <a:xfrm>
              <a:off x="9230905" y="3082363"/>
              <a:ext cx="25790" cy="17992"/>
            </a:xfrm>
            <a:custGeom>
              <a:avLst/>
              <a:gdLst>
                <a:gd name="T0" fmla="*/ 163 w 214"/>
                <a:gd name="T1" fmla="*/ 0 h 147"/>
                <a:gd name="T2" fmla="*/ 174 w 214"/>
                <a:gd name="T3" fmla="*/ 0 h 147"/>
                <a:gd name="T4" fmla="*/ 184 w 214"/>
                <a:gd name="T5" fmla="*/ 6 h 147"/>
                <a:gd name="T6" fmla="*/ 193 w 214"/>
                <a:gd name="T7" fmla="*/ 15 h 147"/>
                <a:gd name="T8" fmla="*/ 200 w 214"/>
                <a:gd name="T9" fmla="*/ 26 h 147"/>
                <a:gd name="T10" fmla="*/ 207 w 214"/>
                <a:gd name="T11" fmla="*/ 41 h 147"/>
                <a:gd name="T12" fmla="*/ 211 w 214"/>
                <a:gd name="T13" fmla="*/ 56 h 147"/>
                <a:gd name="T14" fmla="*/ 214 w 214"/>
                <a:gd name="T15" fmla="*/ 70 h 147"/>
                <a:gd name="T16" fmla="*/ 212 w 214"/>
                <a:gd name="T17" fmla="*/ 85 h 147"/>
                <a:gd name="T18" fmla="*/ 209 w 214"/>
                <a:gd name="T19" fmla="*/ 97 h 147"/>
                <a:gd name="T20" fmla="*/ 202 w 214"/>
                <a:gd name="T21" fmla="*/ 107 h 147"/>
                <a:gd name="T22" fmla="*/ 0 w 214"/>
                <a:gd name="T23" fmla="*/ 147 h 147"/>
                <a:gd name="T24" fmla="*/ 163 w 214"/>
                <a:gd name="T25" fmla="*/ 0 h 1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14" h="147">
                  <a:moveTo>
                    <a:pt x="163" y="0"/>
                  </a:moveTo>
                  <a:lnTo>
                    <a:pt x="174" y="0"/>
                  </a:lnTo>
                  <a:lnTo>
                    <a:pt x="184" y="6"/>
                  </a:lnTo>
                  <a:lnTo>
                    <a:pt x="193" y="15"/>
                  </a:lnTo>
                  <a:lnTo>
                    <a:pt x="200" y="26"/>
                  </a:lnTo>
                  <a:lnTo>
                    <a:pt x="207" y="41"/>
                  </a:lnTo>
                  <a:lnTo>
                    <a:pt x="211" y="56"/>
                  </a:lnTo>
                  <a:lnTo>
                    <a:pt x="214" y="70"/>
                  </a:lnTo>
                  <a:lnTo>
                    <a:pt x="212" y="85"/>
                  </a:lnTo>
                  <a:lnTo>
                    <a:pt x="209" y="97"/>
                  </a:lnTo>
                  <a:lnTo>
                    <a:pt x="202" y="107"/>
                  </a:lnTo>
                  <a:lnTo>
                    <a:pt x="0" y="147"/>
                  </a:lnTo>
                  <a:lnTo>
                    <a:pt x="163" y="0"/>
                  </a:lnTo>
                  <a:close/>
                </a:path>
              </a:pathLst>
            </a:custGeom>
            <a:solidFill>
              <a:schemeClr val="bg1"/>
            </a:solidFill>
            <a:ln w="0">
              <a:noFill/>
              <a:prstDash val="solid"/>
              <a:round/>
              <a:headEnd/>
              <a:tailEnd/>
            </a:ln>
          </p:spPr>
          <p:txBody>
            <a:bodyPr wrap="square" lIns="91440" tIns="45720" rIns="91440" bIns="45720" anchor="ctr">
              <a:noAutofit/>
            </a:bodyPr>
            <a:lstStyle/>
            <a:p>
              <a:pPr algn="ctr"/>
              <a:endParaRPr>
                <a:cs typeface="+mn-ea"/>
                <a:sym typeface="+mn-lt"/>
              </a:endParaRPr>
            </a:p>
          </p:txBody>
        </p:sp>
        <p:sp>
          <p:nvSpPr>
            <p:cNvPr id="31" name="任意多边形: 形状 30">
              <a:extLst>
                <a:ext uri="{FF2B5EF4-FFF2-40B4-BE49-F238E27FC236}">
                  <a16:creationId xmlns:a16="http://schemas.microsoft.com/office/drawing/2014/main" id="{A4BACA33-D9F0-184E-1038-F224454D83E1}"/>
                </a:ext>
              </a:extLst>
            </p:cNvPr>
            <p:cNvSpPr/>
            <p:nvPr/>
          </p:nvSpPr>
          <p:spPr bwMode="auto">
            <a:xfrm>
              <a:off x="9232705" y="3066170"/>
              <a:ext cx="20991" cy="31188"/>
            </a:xfrm>
            <a:custGeom>
              <a:avLst/>
              <a:gdLst>
                <a:gd name="T0" fmla="*/ 66 w 173"/>
                <a:gd name="T1" fmla="*/ 0 h 258"/>
                <a:gd name="T2" fmla="*/ 85 w 173"/>
                <a:gd name="T3" fmla="*/ 3 h 258"/>
                <a:gd name="T4" fmla="*/ 104 w 173"/>
                <a:gd name="T5" fmla="*/ 8 h 258"/>
                <a:gd name="T6" fmla="*/ 121 w 173"/>
                <a:gd name="T7" fmla="*/ 15 h 258"/>
                <a:gd name="T8" fmla="*/ 139 w 173"/>
                <a:gd name="T9" fmla="*/ 24 h 258"/>
                <a:gd name="T10" fmla="*/ 153 w 173"/>
                <a:gd name="T11" fmla="*/ 35 h 258"/>
                <a:gd name="T12" fmla="*/ 165 w 173"/>
                <a:gd name="T13" fmla="*/ 46 h 258"/>
                <a:gd name="T14" fmla="*/ 171 w 173"/>
                <a:gd name="T15" fmla="*/ 58 h 258"/>
                <a:gd name="T16" fmla="*/ 173 w 173"/>
                <a:gd name="T17" fmla="*/ 70 h 258"/>
                <a:gd name="T18" fmla="*/ 0 w 173"/>
                <a:gd name="T19" fmla="*/ 258 h 258"/>
                <a:gd name="T20" fmla="*/ 25 w 173"/>
                <a:gd name="T21" fmla="*/ 11 h 258"/>
                <a:gd name="T22" fmla="*/ 36 w 173"/>
                <a:gd name="T23" fmla="*/ 4 h 258"/>
                <a:gd name="T24" fmla="*/ 49 w 173"/>
                <a:gd name="T25" fmla="*/ 1 h 258"/>
                <a:gd name="T26" fmla="*/ 66 w 173"/>
                <a:gd name="T27" fmla="*/ 0 h 2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73" h="258">
                  <a:moveTo>
                    <a:pt x="66" y="0"/>
                  </a:moveTo>
                  <a:lnTo>
                    <a:pt x="85" y="3"/>
                  </a:lnTo>
                  <a:lnTo>
                    <a:pt x="104" y="8"/>
                  </a:lnTo>
                  <a:lnTo>
                    <a:pt x="121" y="15"/>
                  </a:lnTo>
                  <a:lnTo>
                    <a:pt x="139" y="24"/>
                  </a:lnTo>
                  <a:lnTo>
                    <a:pt x="153" y="35"/>
                  </a:lnTo>
                  <a:lnTo>
                    <a:pt x="165" y="46"/>
                  </a:lnTo>
                  <a:lnTo>
                    <a:pt x="171" y="58"/>
                  </a:lnTo>
                  <a:lnTo>
                    <a:pt x="173" y="70"/>
                  </a:lnTo>
                  <a:lnTo>
                    <a:pt x="0" y="258"/>
                  </a:lnTo>
                  <a:lnTo>
                    <a:pt x="25" y="11"/>
                  </a:lnTo>
                  <a:lnTo>
                    <a:pt x="36" y="4"/>
                  </a:lnTo>
                  <a:lnTo>
                    <a:pt x="49" y="1"/>
                  </a:lnTo>
                  <a:lnTo>
                    <a:pt x="66" y="0"/>
                  </a:lnTo>
                  <a:close/>
                </a:path>
              </a:pathLst>
            </a:custGeom>
            <a:solidFill>
              <a:schemeClr val="bg1"/>
            </a:solidFill>
            <a:ln w="0">
              <a:noFill/>
              <a:prstDash val="solid"/>
              <a:round/>
              <a:headEnd/>
              <a:tailEnd/>
            </a:ln>
          </p:spPr>
          <p:txBody>
            <a:bodyPr wrap="square" lIns="91440" tIns="45720" rIns="91440" bIns="45720" anchor="ctr">
              <a:noAutofit/>
            </a:bodyPr>
            <a:lstStyle/>
            <a:p>
              <a:pPr algn="ctr"/>
              <a:endParaRPr>
                <a:cs typeface="+mn-ea"/>
                <a:sym typeface="+mn-lt"/>
              </a:endParaRPr>
            </a:p>
          </p:txBody>
        </p:sp>
        <p:sp>
          <p:nvSpPr>
            <p:cNvPr id="32" name="任意多边形: 形状 31">
              <a:extLst>
                <a:ext uri="{FF2B5EF4-FFF2-40B4-BE49-F238E27FC236}">
                  <a16:creationId xmlns:a16="http://schemas.microsoft.com/office/drawing/2014/main" id="{88A9874A-1BC8-ECC5-90F9-D97CFB275E08}"/>
                </a:ext>
              </a:extLst>
            </p:cNvPr>
            <p:cNvSpPr/>
            <p:nvPr/>
          </p:nvSpPr>
          <p:spPr bwMode="auto">
            <a:xfrm>
              <a:off x="9205715" y="3056573"/>
              <a:ext cx="26390" cy="36586"/>
            </a:xfrm>
            <a:custGeom>
              <a:avLst/>
              <a:gdLst>
                <a:gd name="T0" fmla="*/ 170 w 219"/>
                <a:gd name="T1" fmla="*/ 0 h 305"/>
                <a:gd name="T2" fmla="*/ 189 w 219"/>
                <a:gd name="T3" fmla="*/ 2 h 305"/>
                <a:gd name="T4" fmla="*/ 204 w 219"/>
                <a:gd name="T5" fmla="*/ 6 h 305"/>
                <a:gd name="T6" fmla="*/ 216 w 219"/>
                <a:gd name="T7" fmla="*/ 14 h 305"/>
                <a:gd name="T8" fmla="*/ 219 w 219"/>
                <a:gd name="T9" fmla="*/ 305 h 305"/>
                <a:gd name="T10" fmla="*/ 0 w 219"/>
                <a:gd name="T11" fmla="*/ 80 h 305"/>
                <a:gd name="T12" fmla="*/ 3 w 219"/>
                <a:gd name="T13" fmla="*/ 68 h 305"/>
                <a:gd name="T14" fmla="*/ 11 w 219"/>
                <a:gd name="T15" fmla="*/ 55 h 305"/>
                <a:gd name="T16" fmla="*/ 24 w 219"/>
                <a:gd name="T17" fmla="*/ 44 h 305"/>
                <a:gd name="T18" fmla="*/ 41 w 219"/>
                <a:gd name="T19" fmla="*/ 33 h 305"/>
                <a:gd name="T20" fmla="*/ 61 w 219"/>
                <a:gd name="T21" fmla="*/ 25 h 305"/>
                <a:gd name="T22" fmla="*/ 82 w 219"/>
                <a:gd name="T23" fmla="*/ 16 h 305"/>
                <a:gd name="T24" fmla="*/ 104 w 219"/>
                <a:gd name="T25" fmla="*/ 9 h 305"/>
                <a:gd name="T26" fmla="*/ 127 w 219"/>
                <a:gd name="T27" fmla="*/ 4 h 305"/>
                <a:gd name="T28" fmla="*/ 149 w 219"/>
                <a:gd name="T29" fmla="*/ 0 h 305"/>
                <a:gd name="T30" fmla="*/ 170 w 219"/>
                <a:gd name="T31" fmla="*/ 0 h 3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19" h="305">
                  <a:moveTo>
                    <a:pt x="170" y="0"/>
                  </a:moveTo>
                  <a:lnTo>
                    <a:pt x="189" y="2"/>
                  </a:lnTo>
                  <a:lnTo>
                    <a:pt x="204" y="6"/>
                  </a:lnTo>
                  <a:lnTo>
                    <a:pt x="216" y="14"/>
                  </a:lnTo>
                  <a:lnTo>
                    <a:pt x="219" y="305"/>
                  </a:lnTo>
                  <a:lnTo>
                    <a:pt x="0" y="80"/>
                  </a:lnTo>
                  <a:lnTo>
                    <a:pt x="3" y="68"/>
                  </a:lnTo>
                  <a:lnTo>
                    <a:pt x="11" y="55"/>
                  </a:lnTo>
                  <a:lnTo>
                    <a:pt x="24" y="44"/>
                  </a:lnTo>
                  <a:lnTo>
                    <a:pt x="41" y="33"/>
                  </a:lnTo>
                  <a:lnTo>
                    <a:pt x="61" y="25"/>
                  </a:lnTo>
                  <a:lnTo>
                    <a:pt x="82" y="16"/>
                  </a:lnTo>
                  <a:lnTo>
                    <a:pt x="104" y="9"/>
                  </a:lnTo>
                  <a:lnTo>
                    <a:pt x="127" y="4"/>
                  </a:lnTo>
                  <a:lnTo>
                    <a:pt x="149" y="0"/>
                  </a:lnTo>
                  <a:lnTo>
                    <a:pt x="170" y="0"/>
                  </a:lnTo>
                  <a:close/>
                </a:path>
              </a:pathLst>
            </a:custGeom>
            <a:solidFill>
              <a:schemeClr val="bg1"/>
            </a:solidFill>
            <a:ln w="0">
              <a:noFill/>
              <a:prstDash val="solid"/>
              <a:round/>
              <a:headEnd/>
              <a:tailEnd/>
            </a:ln>
          </p:spPr>
          <p:txBody>
            <a:bodyPr wrap="square" lIns="91440" tIns="45720" rIns="91440" bIns="45720" anchor="ctr">
              <a:noAutofit/>
            </a:bodyPr>
            <a:lstStyle/>
            <a:p>
              <a:pPr algn="ctr"/>
              <a:endParaRPr>
                <a:cs typeface="+mn-ea"/>
                <a:sym typeface="+mn-lt"/>
              </a:endParaRPr>
            </a:p>
          </p:txBody>
        </p:sp>
        <p:sp>
          <p:nvSpPr>
            <p:cNvPr id="33" name="任意多边形: 形状 32">
              <a:extLst>
                <a:ext uri="{FF2B5EF4-FFF2-40B4-BE49-F238E27FC236}">
                  <a16:creationId xmlns:a16="http://schemas.microsoft.com/office/drawing/2014/main" id="{05448BB7-9D4B-DB9A-04A6-927CA8625BFB}"/>
                </a:ext>
              </a:extLst>
            </p:cNvPr>
            <p:cNvSpPr/>
            <p:nvPr/>
          </p:nvSpPr>
          <p:spPr bwMode="auto">
            <a:xfrm>
              <a:off x="9170929" y="3061972"/>
              <a:ext cx="56377" cy="28788"/>
            </a:xfrm>
            <a:custGeom>
              <a:avLst/>
              <a:gdLst>
                <a:gd name="T0" fmla="*/ 175 w 468"/>
                <a:gd name="T1" fmla="*/ 0 h 239"/>
                <a:gd name="T2" fmla="*/ 468 w 468"/>
                <a:gd name="T3" fmla="*/ 239 h 239"/>
                <a:gd name="T4" fmla="*/ 11 w 468"/>
                <a:gd name="T5" fmla="*/ 220 h 239"/>
                <a:gd name="T6" fmla="*/ 3 w 468"/>
                <a:gd name="T7" fmla="*/ 209 h 239"/>
                <a:gd name="T8" fmla="*/ 0 w 468"/>
                <a:gd name="T9" fmla="*/ 196 h 239"/>
                <a:gd name="T10" fmla="*/ 1 w 468"/>
                <a:gd name="T11" fmla="*/ 181 h 239"/>
                <a:gd name="T12" fmla="*/ 5 w 468"/>
                <a:gd name="T13" fmla="*/ 163 h 239"/>
                <a:gd name="T14" fmla="*/ 12 w 468"/>
                <a:gd name="T15" fmla="*/ 143 h 239"/>
                <a:gd name="T16" fmla="*/ 23 w 468"/>
                <a:gd name="T17" fmla="*/ 124 h 239"/>
                <a:gd name="T18" fmla="*/ 36 w 468"/>
                <a:gd name="T19" fmla="*/ 103 h 239"/>
                <a:gd name="T20" fmla="*/ 50 w 468"/>
                <a:gd name="T21" fmla="*/ 83 h 239"/>
                <a:gd name="T22" fmla="*/ 67 w 468"/>
                <a:gd name="T23" fmla="*/ 64 h 239"/>
                <a:gd name="T24" fmla="*/ 85 w 468"/>
                <a:gd name="T25" fmla="*/ 47 h 239"/>
                <a:gd name="T26" fmla="*/ 103 w 468"/>
                <a:gd name="T27" fmla="*/ 30 h 239"/>
                <a:gd name="T28" fmla="*/ 121 w 468"/>
                <a:gd name="T29" fmla="*/ 18 h 239"/>
                <a:gd name="T30" fmla="*/ 140 w 468"/>
                <a:gd name="T31" fmla="*/ 8 h 239"/>
                <a:gd name="T32" fmla="*/ 158 w 468"/>
                <a:gd name="T33" fmla="*/ 1 h 239"/>
                <a:gd name="T34" fmla="*/ 175 w 468"/>
                <a:gd name="T35" fmla="*/ 0 h 2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468" h="239">
                  <a:moveTo>
                    <a:pt x="175" y="0"/>
                  </a:moveTo>
                  <a:lnTo>
                    <a:pt x="468" y="239"/>
                  </a:lnTo>
                  <a:lnTo>
                    <a:pt x="11" y="220"/>
                  </a:lnTo>
                  <a:lnTo>
                    <a:pt x="3" y="209"/>
                  </a:lnTo>
                  <a:lnTo>
                    <a:pt x="0" y="196"/>
                  </a:lnTo>
                  <a:lnTo>
                    <a:pt x="1" y="181"/>
                  </a:lnTo>
                  <a:lnTo>
                    <a:pt x="5" y="163"/>
                  </a:lnTo>
                  <a:lnTo>
                    <a:pt x="12" y="143"/>
                  </a:lnTo>
                  <a:lnTo>
                    <a:pt x="23" y="124"/>
                  </a:lnTo>
                  <a:lnTo>
                    <a:pt x="36" y="103"/>
                  </a:lnTo>
                  <a:lnTo>
                    <a:pt x="50" y="83"/>
                  </a:lnTo>
                  <a:lnTo>
                    <a:pt x="67" y="64"/>
                  </a:lnTo>
                  <a:lnTo>
                    <a:pt x="85" y="47"/>
                  </a:lnTo>
                  <a:lnTo>
                    <a:pt x="103" y="30"/>
                  </a:lnTo>
                  <a:lnTo>
                    <a:pt x="121" y="18"/>
                  </a:lnTo>
                  <a:lnTo>
                    <a:pt x="140" y="8"/>
                  </a:lnTo>
                  <a:lnTo>
                    <a:pt x="158" y="1"/>
                  </a:lnTo>
                  <a:lnTo>
                    <a:pt x="175" y="0"/>
                  </a:lnTo>
                  <a:close/>
                </a:path>
              </a:pathLst>
            </a:custGeom>
            <a:solidFill>
              <a:schemeClr val="bg1"/>
            </a:solidFill>
            <a:ln w="0">
              <a:noFill/>
              <a:prstDash val="solid"/>
              <a:round/>
              <a:headEnd/>
              <a:tailEnd/>
            </a:ln>
          </p:spPr>
          <p:txBody>
            <a:bodyPr wrap="square" lIns="91440" tIns="45720" rIns="91440" bIns="45720" anchor="ctr">
              <a:noAutofit/>
            </a:bodyPr>
            <a:lstStyle/>
            <a:p>
              <a:pPr algn="ctr"/>
              <a:endParaRPr dirty="0">
                <a:cs typeface="+mn-ea"/>
                <a:sym typeface="+mn-lt"/>
              </a:endParaRPr>
            </a:p>
          </p:txBody>
        </p:sp>
        <p:sp>
          <p:nvSpPr>
            <p:cNvPr id="34" name="任意多边形: 形状 33">
              <a:extLst>
                <a:ext uri="{FF2B5EF4-FFF2-40B4-BE49-F238E27FC236}">
                  <a16:creationId xmlns:a16="http://schemas.microsoft.com/office/drawing/2014/main" id="{38026E1B-A5D2-4705-293F-52EE409F0BF6}"/>
                </a:ext>
              </a:extLst>
            </p:cNvPr>
            <p:cNvSpPr/>
            <p:nvPr/>
          </p:nvSpPr>
          <p:spPr bwMode="auto">
            <a:xfrm>
              <a:off x="9147539" y="3091960"/>
              <a:ext cx="71971" cy="40184"/>
            </a:xfrm>
            <a:custGeom>
              <a:avLst/>
              <a:gdLst>
                <a:gd name="T0" fmla="*/ 598 w 598"/>
                <a:gd name="T1" fmla="*/ 0 h 336"/>
                <a:gd name="T2" fmla="*/ 95 w 598"/>
                <a:gd name="T3" fmla="*/ 336 h 336"/>
                <a:gd name="T4" fmla="*/ 77 w 598"/>
                <a:gd name="T5" fmla="*/ 333 h 336"/>
                <a:gd name="T6" fmla="*/ 59 w 598"/>
                <a:gd name="T7" fmla="*/ 325 h 336"/>
                <a:gd name="T8" fmla="*/ 45 w 598"/>
                <a:gd name="T9" fmla="*/ 311 h 336"/>
                <a:gd name="T10" fmla="*/ 32 w 598"/>
                <a:gd name="T11" fmla="*/ 293 h 336"/>
                <a:gd name="T12" fmla="*/ 21 w 598"/>
                <a:gd name="T13" fmla="*/ 271 h 336"/>
                <a:gd name="T14" fmla="*/ 12 w 598"/>
                <a:gd name="T15" fmla="*/ 247 h 336"/>
                <a:gd name="T16" fmla="*/ 5 w 598"/>
                <a:gd name="T17" fmla="*/ 219 h 336"/>
                <a:gd name="T18" fmla="*/ 1 w 598"/>
                <a:gd name="T19" fmla="*/ 192 h 336"/>
                <a:gd name="T20" fmla="*/ 0 w 598"/>
                <a:gd name="T21" fmla="*/ 163 h 336"/>
                <a:gd name="T22" fmla="*/ 0 w 598"/>
                <a:gd name="T23" fmla="*/ 134 h 336"/>
                <a:gd name="T24" fmla="*/ 4 w 598"/>
                <a:gd name="T25" fmla="*/ 107 h 336"/>
                <a:gd name="T26" fmla="*/ 11 w 598"/>
                <a:gd name="T27" fmla="*/ 83 h 336"/>
                <a:gd name="T28" fmla="*/ 21 w 598"/>
                <a:gd name="T29" fmla="*/ 60 h 336"/>
                <a:gd name="T30" fmla="*/ 34 w 598"/>
                <a:gd name="T31" fmla="*/ 41 h 336"/>
                <a:gd name="T32" fmla="*/ 49 w 598"/>
                <a:gd name="T33" fmla="*/ 27 h 336"/>
                <a:gd name="T34" fmla="*/ 598 w 598"/>
                <a:gd name="T35" fmla="*/ 0 h 3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598" h="336">
                  <a:moveTo>
                    <a:pt x="598" y="0"/>
                  </a:moveTo>
                  <a:lnTo>
                    <a:pt x="95" y="336"/>
                  </a:lnTo>
                  <a:lnTo>
                    <a:pt x="77" y="333"/>
                  </a:lnTo>
                  <a:lnTo>
                    <a:pt x="59" y="325"/>
                  </a:lnTo>
                  <a:lnTo>
                    <a:pt x="45" y="311"/>
                  </a:lnTo>
                  <a:lnTo>
                    <a:pt x="32" y="293"/>
                  </a:lnTo>
                  <a:lnTo>
                    <a:pt x="21" y="271"/>
                  </a:lnTo>
                  <a:lnTo>
                    <a:pt x="12" y="247"/>
                  </a:lnTo>
                  <a:lnTo>
                    <a:pt x="5" y="219"/>
                  </a:lnTo>
                  <a:lnTo>
                    <a:pt x="1" y="192"/>
                  </a:lnTo>
                  <a:lnTo>
                    <a:pt x="0" y="163"/>
                  </a:lnTo>
                  <a:lnTo>
                    <a:pt x="0" y="134"/>
                  </a:lnTo>
                  <a:lnTo>
                    <a:pt x="4" y="107"/>
                  </a:lnTo>
                  <a:lnTo>
                    <a:pt x="11" y="83"/>
                  </a:lnTo>
                  <a:lnTo>
                    <a:pt x="21" y="60"/>
                  </a:lnTo>
                  <a:lnTo>
                    <a:pt x="34" y="41"/>
                  </a:lnTo>
                  <a:lnTo>
                    <a:pt x="49" y="27"/>
                  </a:lnTo>
                  <a:lnTo>
                    <a:pt x="598" y="0"/>
                  </a:lnTo>
                  <a:close/>
                </a:path>
              </a:pathLst>
            </a:custGeom>
            <a:solidFill>
              <a:schemeClr val="bg1"/>
            </a:solidFill>
            <a:ln w="0">
              <a:noFill/>
              <a:prstDash val="solid"/>
              <a:round/>
              <a:headEnd/>
              <a:tailEnd/>
            </a:ln>
          </p:spPr>
          <p:txBody>
            <a:bodyPr wrap="square" lIns="91440" tIns="45720" rIns="91440" bIns="45720" anchor="ctr">
              <a:noAutofit/>
            </a:bodyPr>
            <a:lstStyle/>
            <a:p>
              <a:pPr algn="ctr"/>
              <a:endParaRPr>
                <a:cs typeface="+mn-ea"/>
                <a:sym typeface="+mn-lt"/>
              </a:endParaRPr>
            </a:p>
          </p:txBody>
        </p:sp>
        <p:sp>
          <p:nvSpPr>
            <p:cNvPr id="35" name="任意多边形: 形状 34">
              <a:extLst>
                <a:ext uri="{FF2B5EF4-FFF2-40B4-BE49-F238E27FC236}">
                  <a16:creationId xmlns:a16="http://schemas.microsoft.com/office/drawing/2014/main" id="{039186D0-BE80-FB60-2423-0CDAB1A89D65}"/>
                </a:ext>
              </a:extLst>
            </p:cNvPr>
            <p:cNvSpPr/>
            <p:nvPr/>
          </p:nvSpPr>
          <p:spPr bwMode="auto">
            <a:xfrm>
              <a:off x="9145739" y="3099157"/>
              <a:ext cx="66572" cy="82167"/>
            </a:xfrm>
            <a:custGeom>
              <a:avLst/>
              <a:gdLst>
                <a:gd name="T0" fmla="*/ 557 w 557"/>
                <a:gd name="T1" fmla="*/ 0 h 684"/>
                <a:gd name="T2" fmla="*/ 359 w 557"/>
                <a:gd name="T3" fmla="*/ 665 h 684"/>
                <a:gd name="T4" fmla="*/ 341 w 557"/>
                <a:gd name="T5" fmla="*/ 676 h 684"/>
                <a:gd name="T6" fmla="*/ 319 w 557"/>
                <a:gd name="T7" fmla="*/ 683 h 684"/>
                <a:gd name="T8" fmla="*/ 296 w 557"/>
                <a:gd name="T9" fmla="*/ 684 h 684"/>
                <a:gd name="T10" fmla="*/ 270 w 557"/>
                <a:gd name="T11" fmla="*/ 683 h 684"/>
                <a:gd name="T12" fmla="*/ 242 w 557"/>
                <a:gd name="T13" fmla="*/ 677 h 684"/>
                <a:gd name="T14" fmla="*/ 215 w 557"/>
                <a:gd name="T15" fmla="*/ 670 h 684"/>
                <a:gd name="T16" fmla="*/ 186 w 557"/>
                <a:gd name="T17" fmla="*/ 657 h 684"/>
                <a:gd name="T18" fmla="*/ 158 w 557"/>
                <a:gd name="T19" fmla="*/ 644 h 684"/>
                <a:gd name="T20" fmla="*/ 131 w 557"/>
                <a:gd name="T21" fmla="*/ 629 h 684"/>
                <a:gd name="T22" fmla="*/ 104 w 557"/>
                <a:gd name="T23" fmla="*/ 610 h 684"/>
                <a:gd name="T24" fmla="*/ 80 w 557"/>
                <a:gd name="T25" fmla="*/ 591 h 684"/>
                <a:gd name="T26" fmla="*/ 57 w 557"/>
                <a:gd name="T27" fmla="*/ 572 h 684"/>
                <a:gd name="T28" fmla="*/ 39 w 557"/>
                <a:gd name="T29" fmla="*/ 550 h 684"/>
                <a:gd name="T30" fmla="*/ 22 w 557"/>
                <a:gd name="T31" fmla="*/ 529 h 684"/>
                <a:gd name="T32" fmla="*/ 10 w 557"/>
                <a:gd name="T33" fmla="*/ 507 h 684"/>
                <a:gd name="T34" fmla="*/ 2 w 557"/>
                <a:gd name="T35" fmla="*/ 485 h 684"/>
                <a:gd name="T36" fmla="*/ 0 w 557"/>
                <a:gd name="T37" fmla="*/ 464 h 684"/>
                <a:gd name="T38" fmla="*/ 3 w 557"/>
                <a:gd name="T39" fmla="*/ 444 h 684"/>
                <a:gd name="T40" fmla="*/ 557 w 557"/>
                <a:gd name="T41" fmla="*/ 0 h 6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57" h="684">
                  <a:moveTo>
                    <a:pt x="557" y="0"/>
                  </a:moveTo>
                  <a:lnTo>
                    <a:pt x="359" y="665"/>
                  </a:lnTo>
                  <a:lnTo>
                    <a:pt x="341" y="676"/>
                  </a:lnTo>
                  <a:lnTo>
                    <a:pt x="319" y="683"/>
                  </a:lnTo>
                  <a:lnTo>
                    <a:pt x="296" y="684"/>
                  </a:lnTo>
                  <a:lnTo>
                    <a:pt x="270" y="683"/>
                  </a:lnTo>
                  <a:lnTo>
                    <a:pt x="242" y="677"/>
                  </a:lnTo>
                  <a:lnTo>
                    <a:pt x="215" y="670"/>
                  </a:lnTo>
                  <a:lnTo>
                    <a:pt x="186" y="657"/>
                  </a:lnTo>
                  <a:lnTo>
                    <a:pt x="158" y="644"/>
                  </a:lnTo>
                  <a:lnTo>
                    <a:pt x="131" y="629"/>
                  </a:lnTo>
                  <a:lnTo>
                    <a:pt x="104" y="610"/>
                  </a:lnTo>
                  <a:lnTo>
                    <a:pt x="80" y="591"/>
                  </a:lnTo>
                  <a:lnTo>
                    <a:pt x="57" y="572"/>
                  </a:lnTo>
                  <a:lnTo>
                    <a:pt x="39" y="550"/>
                  </a:lnTo>
                  <a:lnTo>
                    <a:pt x="22" y="529"/>
                  </a:lnTo>
                  <a:lnTo>
                    <a:pt x="10" y="507"/>
                  </a:lnTo>
                  <a:lnTo>
                    <a:pt x="2" y="485"/>
                  </a:lnTo>
                  <a:lnTo>
                    <a:pt x="0" y="464"/>
                  </a:lnTo>
                  <a:lnTo>
                    <a:pt x="3" y="444"/>
                  </a:lnTo>
                  <a:lnTo>
                    <a:pt x="557" y="0"/>
                  </a:lnTo>
                  <a:close/>
                </a:path>
              </a:pathLst>
            </a:custGeom>
            <a:solidFill>
              <a:schemeClr val="bg1"/>
            </a:solidFill>
            <a:ln w="0">
              <a:noFill/>
              <a:prstDash val="solid"/>
              <a:round/>
              <a:headEnd/>
              <a:tailEnd/>
            </a:ln>
          </p:spPr>
          <p:txBody>
            <a:bodyPr wrap="square" lIns="91440" tIns="45720" rIns="91440" bIns="45720" anchor="ctr">
              <a:noAutofit/>
            </a:bodyPr>
            <a:lstStyle/>
            <a:p>
              <a:pPr algn="ctr"/>
              <a:endParaRPr dirty="0">
                <a:cs typeface="+mn-ea"/>
                <a:sym typeface="+mn-lt"/>
              </a:endParaRPr>
            </a:p>
          </p:txBody>
        </p:sp>
        <p:sp>
          <p:nvSpPr>
            <p:cNvPr id="36" name="任意多边形: 形状 35">
              <a:extLst>
                <a:ext uri="{FF2B5EF4-FFF2-40B4-BE49-F238E27FC236}">
                  <a16:creationId xmlns:a16="http://schemas.microsoft.com/office/drawing/2014/main" id="{BC6EC1A5-F2DF-72E6-029F-3074C80F536E}"/>
                </a:ext>
              </a:extLst>
            </p:cNvPr>
            <p:cNvSpPr/>
            <p:nvPr/>
          </p:nvSpPr>
          <p:spPr bwMode="auto">
            <a:xfrm>
              <a:off x="9194919" y="3110552"/>
              <a:ext cx="71971" cy="103158"/>
            </a:xfrm>
            <a:custGeom>
              <a:avLst/>
              <a:gdLst>
                <a:gd name="T0" fmla="*/ 145 w 598"/>
                <a:gd name="T1" fmla="*/ 0 h 859"/>
                <a:gd name="T2" fmla="*/ 598 w 598"/>
                <a:gd name="T3" fmla="*/ 706 h 859"/>
                <a:gd name="T4" fmla="*/ 591 w 598"/>
                <a:gd name="T5" fmla="*/ 726 h 859"/>
                <a:gd name="T6" fmla="*/ 578 w 598"/>
                <a:gd name="T7" fmla="*/ 745 h 859"/>
                <a:gd name="T8" fmla="*/ 560 w 598"/>
                <a:gd name="T9" fmla="*/ 763 h 859"/>
                <a:gd name="T10" fmla="*/ 538 w 598"/>
                <a:gd name="T11" fmla="*/ 779 h 859"/>
                <a:gd name="T12" fmla="*/ 511 w 598"/>
                <a:gd name="T13" fmla="*/ 794 h 859"/>
                <a:gd name="T14" fmla="*/ 482 w 598"/>
                <a:gd name="T15" fmla="*/ 808 h 859"/>
                <a:gd name="T16" fmla="*/ 449 w 598"/>
                <a:gd name="T17" fmla="*/ 820 h 859"/>
                <a:gd name="T18" fmla="*/ 414 w 598"/>
                <a:gd name="T19" fmla="*/ 831 h 859"/>
                <a:gd name="T20" fmla="*/ 376 w 598"/>
                <a:gd name="T21" fmla="*/ 841 h 859"/>
                <a:gd name="T22" fmla="*/ 339 w 598"/>
                <a:gd name="T23" fmla="*/ 848 h 859"/>
                <a:gd name="T24" fmla="*/ 300 w 598"/>
                <a:gd name="T25" fmla="*/ 854 h 859"/>
                <a:gd name="T26" fmla="*/ 261 w 598"/>
                <a:gd name="T27" fmla="*/ 858 h 859"/>
                <a:gd name="T28" fmla="*/ 222 w 598"/>
                <a:gd name="T29" fmla="*/ 859 h 859"/>
                <a:gd name="T30" fmla="*/ 185 w 598"/>
                <a:gd name="T31" fmla="*/ 859 h 859"/>
                <a:gd name="T32" fmla="*/ 149 w 598"/>
                <a:gd name="T33" fmla="*/ 858 h 859"/>
                <a:gd name="T34" fmla="*/ 115 w 598"/>
                <a:gd name="T35" fmla="*/ 854 h 859"/>
                <a:gd name="T36" fmla="*/ 85 w 598"/>
                <a:gd name="T37" fmla="*/ 847 h 859"/>
                <a:gd name="T38" fmla="*/ 57 w 598"/>
                <a:gd name="T39" fmla="*/ 837 h 859"/>
                <a:gd name="T40" fmla="*/ 33 w 598"/>
                <a:gd name="T41" fmla="*/ 826 h 859"/>
                <a:gd name="T42" fmla="*/ 14 w 598"/>
                <a:gd name="T43" fmla="*/ 812 h 859"/>
                <a:gd name="T44" fmla="*/ 0 w 598"/>
                <a:gd name="T45" fmla="*/ 796 h 859"/>
                <a:gd name="T46" fmla="*/ 145 w 598"/>
                <a:gd name="T47" fmla="*/ 0 h 8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598" h="859">
                  <a:moveTo>
                    <a:pt x="145" y="0"/>
                  </a:moveTo>
                  <a:lnTo>
                    <a:pt x="598" y="706"/>
                  </a:lnTo>
                  <a:lnTo>
                    <a:pt x="591" y="726"/>
                  </a:lnTo>
                  <a:lnTo>
                    <a:pt x="578" y="745"/>
                  </a:lnTo>
                  <a:lnTo>
                    <a:pt x="560" y="763"/>
                  </a:lnTo>
                  <a:lnTo>
                    <a:pt x="538" y="779"/>
                  </a:lnTo>
                  <a:lnTo>
                    <a:pt x="511" y="794"/>
                  </a:lnTo>
                  <a:lnTo>
                    <a:pt x="482" y="808"/>
                  </a:lnTo>
                  <a:lnTo>
                    <a:pt x="449" y="820"/>
                  </a:lnTo>
                  <a:lnTo>
                    <a:pt x="414" y="831"/>
                  </a:lnTo>
                  <a:lnTo>
                    <a:pt x="376" y="841"/>
                  </a:lnTo>
                  <a:lnTo>
                    <a:pt x="339" y="848"/>
                  </a:lnTo>
                  <a:lnTo>
                    <a:pt x="300" y="854"/>
                  </a:lnTo>
                  <a:lnTo>
                    <a:pt x="261" y="858"/>
                  </a:lnTo>
                  <a:lnTo>
                    <a:pt x="222" y="859"/>
                  </a:lnTo>
                  <a:lnTo>
                    <a:pt x="185" y="859"/>
                  </a:lnTo>
                  <a:lnTo>
                    <a:pt x="149" y="858"/>
                  </a:lnTo>
                  <a:lnTo>
                    <a:pt x="115" y="854"/>
                  </a:lnTo>
                  <a:lnTo>
                    <a:pt x="85" y="847"/>
                  </a:lnTo>
                  <a:lnTo>
                    <a:pt x="57" y="837"/>
                  </a:lnTo>
                  <a:lnTo>
                    <a:pt x="33" y="826"/>
                  </a:lnTo>
                  <a:lnTo>
                    <a:pt x="14" y="812"/>
                  </a:lnTo>
                  <a:lnTo>
                    <a:pt x="0" y="796"/>
                  </a:lnTo>
                  <a:lnTo>
                    <a:pt x="145" y="0"/>
                  </a:lnTo>
                  <a:close/>
                </a:path>
              </a:pathLst>
            </a:custGeom>
            <a:solidFill>
              <a:schemeClr val="bg1"/>
            </a:solidFill>
            <a:ln w="0">
              <a:noFill/>
              <a:prstDash val="solid"/>
              <a:round/>
              <a:headEnd/>
              <a:tailEnd/>
            </a:ln>
          </p:spPr>
          <p:txBody>
            <a:bodyPr wrap="square" lIns="91440" tIns="45720" rIns="91440" bIns="45720" anchor="ctr">
              <a:noAutofit/>
            </a:bodyPr>
            <a:lstStyle/>
            <a:p>
              <a:pPr algn="ctr"/>
              <a:endParaRPr>
                <a:cs typeface="+mn-ea"/>
                <a:sym typeface="+mn-lt"/>
              </a:endParaRPr>
            </a:p>
          </p:txBody>
        </p:sp>
        <p:sp>
          <p:nvSpPr>
            <p:cNvPr id="37" name="任意多边形: 形状 36">
              <a:extLst>
                <a:ext uri="{FF2B5EF4-FFF2-40B4-BE49-F238E27FC236}">
                  <a16:creationId xmlns:a16="http://schemas.microsoft.com/office/drawing/2014/main" id="{35A7E3AD-7858-0482-7DA1-A87E1D3A2F57}"/>
                </a:ext>
              </a:extLst>
            </p:cNvPr>
            <p:cNvSpPr/>
            <p:nvPr/>
          </p:nvSpPr>
          <p:spPr bwMode="auto">
            <a:xfrm>
              <a:off x="9223707" y="3120148"/>
              <a:ext cx="143940" cy="92962"/>
            </a:xfrm>
            <a:custGeom>
              <a:avLst/>
              <a:gdLst>
                <a:gd name="T0" fmla="*/ 0 w 1200"/>
                <a:gd name="T1" fmla="*/ 0 h 776"/>
                <a:gd name="T2" fmla="*/ 1183 w 1200"/>
                <a:gd name="T3" fmla="*/ 239 h 776"/>
                <a:gd name="T4" fmla="*/ 1194 w 1200"/>
                <a:gd name="T5" fmla="*/ 257 h 776"/>
                <a:gd name="T6" fmla="*/ 1199 w 1200"/>
                <a:gd name="T7" fmla="*/ 278 h 776"/>
                <a:gd name="T8" fmla="*/ 1200 w 1200"/>
                <a:gd name="T9" fmla="*/ 301 h 776"/>
                <a:gd name="T10" fmla="*/ 1197 w 1200"/>
                <a:gd name="T11" fmla="*/ 325 h 776"/>
                <a:gd name="T12" fmla="*/ 1189 w 1200"/>
                <a:gd name="T13" fmla="*/ 351 h 776"/>
                <a:gd name="T14" fmla="*/ 1178 w 1200"/>
                <a:gd name="T15" fmla="*/ 380 h 776"/>
                <a:gd name="T16" fmla="*/ 1164 w 1200"/>
                <a:gd name="T17" fmla="*/ 409 h 776"/>
                <a:gd name="T18" fmla="*/ 1145 w 1200"/>
                <a:gd name="T19" fmla="*/ 438 h 776"/>
                <a:gd name="T20" fmla="*/ 1124 w 1200"/>
                <a:gd name="T21" fmla="*/ 469 h 776"/>
                <a:gd name="T22" fmla="*/ 1101 w 1200"/>
                <a:gd name="T23" fmla="*/ 499 h 776"/>
                <a:gd name="T24" fmla="*/ 1074 w 1200"/>
                <a:gd name="T25" fmla="*/ 530 h 776"/>
                <a:gd name="T26" fmla="*/ 1046 w 1200"/>
                <a:gd name="T27" fmla="*/ 559 h 776"/>
                <a:gd name="T28" fmla="*/ 1017 w 1200"/>
                <a:gd name="T29" fmla="*/ 589 h 776"/>
                <a:gd name="T30" fmla="*/ 986 w 1200"/>
                <a:gd name="T31" fmla="*/ 616 h 776"/>
                <a:gd name="T32" fmla="*/ 953 w 1200"/>
                <a:gd name="T33" fmla="*/ 644 h 776"/>
                <a:gd name="T34" fmla="*/ 920 w 1200"/>
                <a:gd name="T35" fmla="*/ 669 h 776"/>
                <a:gd name="T36" fmla="*/ 887 w 1200"/>
                <a:gd name="T37" fmla="*/ 692 h 776"/>
                <a:gd name="T38" fmla="*/ 854 w 1200"/>
                <a:gd name="T39" fmla="*/ 713 h 776"/>
                <a:gd name="T40" fmla="*/ 819 w 1200"/>
                <a:gd name="T41" fmla="*/ 732 h 776"/>
                <a:gd name="T42" fmla="*/ 786 w 1200"/>
                <a:gd name="T43" fmla="*/ 747 h 776"/>
                <a:gd name="T44" fmla="*/ 754 w 1200"/>
                <a:gd name="T45" fmla="*/ 761 h 776"/>
                <a:gd name="T46" fmla="*/ 723 w 1200"/>
                <a:gd name="T47" fmla="*/ 769 h 776"/>
                <a:gd name="T48" fmla="*/ 693 w 1200"/>
                <a:gd name="T49" fmla="*/ 775 h 776"/>
                <a:gd name="T50" fmla="*/ 664 w 1200"/>
                <a:gd name="T51" fmla="*/ 776 h 776"/>
                <a:gd name="T52" fmla="*/ 639 w 1200"/>
                <a:gd name="T53" fmla="*/ 774 h 776"/>
                <a:gd name="T54" fmla="*/ 0 w 1200"/>
                <a:gd name="T55" fmla="*/ 0 h 7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1200" h="776">
                  <a:moveTo>
                    <a:pt x="0" y="0"/>
                  </a:moveTo>
                  <a:lnTo>
                    <a:pt x="1183" y="239"/>
                  </a:lnTo>
                  <a:lnTo>
                    <a:pt x="1194" y="257"/>
                  </a:lnTo>
                  <a:lnTo>
                    <a:pt x="1199" y="278"/>
                  </a:lnTo>
                  <a:lnTo>
                    <a:pt x="1200" y="301"/>
                  </a:lnTo>
                  <a:lnTo>
                    <a:pt x="1197" y="325"/>
                  </a:lnTo>
                  <a:lnTo>
                    <a:pt x="1189" y="351"/>
                  </a:lnTo>
                  <a:lnTo>
                    <a:pt x="1178" y="380"/>
                  </a:lnTo>
                  <a:lnTo>
                    <a:pt x="1164" y="409"/>
                  </a:lnTo>
                  <a:lnTo>
                    <a:pt x="1145" y="438"/>
                  </a:lnTo>
                  <a:lnTo>
                    <a:pt x="1124" y="469"/>
                  </a:lnTo>
                  <a:lnTo>
                    <a:pt x="1101" y="499"/>
                  </a:lnTo>
                  <a:lnTo>
                    <a:pt x="1074" y="530"/>
                  </a:lnTo>
                  <a:lnTo>
                    <a:pt x="1046" y="559"/>
                  </a:lnTo>
                  <a:lnTo>
                    <a:pt x="1017" y="589"/>
                  </a:lnTo>
                  <a:lnTo>
                    <a:pt x="986" y="616"/>
                  </a:lnTo>
                  <a:lnTo>
                    <a:pt x="953" y="644"/>
                  </a:lnTo>
                  <a:lnTo>
                    <a:pt x="920" y="669"/>
                  </a:lnTo>
                  <a:lnTo>
                    <a:pt x="887" y="692"/>
                  </a:lnTo>
                  <a:lnTo>
                    <a:pt x="854" y="713"/>
                  </a:lnTo>
                  <a:lnTo>
                    <a:pt x="819" y="732"/>
                  </a:lnTo>
                  <a:lnTo>
                    <a:pt x="786" y="747"/>
                  </a:lnTo>
                  <a:lnTo>
                    <a:pt x="754" y="761"/>
                  </a:lnTo>
                  <a:lnTo>
                    <a:pt x="723" y="769"/>
                  </a:lnTo>
                  <a:lnTo>
                    <a:pt x="693" y="775"/>
                  </a:lnTo>
                  <a:lnTo>
                    <a:pt x="664" y="776"/>
                  </a:lnTo>
                  <a:lnTo>
                    <a:pt x="639" y="774"/>
                  </a:lnTo>
                  <a:lnTo>
                    <a:pt x="0" y="0"/>
                  </a:lnTo>
                  <a:close/>
                </a:path>
              </a:pathLst>
            </a:custGeom>
            <a:solidFill>
              <a:schemeClr val="bg1"/>
            </a:solidFill>
            <a:ln w="0">
              <a:noFill/>
              <a:prstDash val="solid"/>
              <a:round/>
              <a:headEnd/>
              <a:tailEnd/>
            </a:ln>
          </p:spPr>
          <p:txBody>
            <a:bodyPr wrap="square" lIns="91440" tIns="45720" rIns="91440" bIns="45720" anchor="ctr">
              <a:noAutofit/>
            </a:bodyPr>
            <a:lstStyle/>
            <a:p>
              <a:pPr algn="ctr"/>
              <a:endParaRPr>
                <a:cs typeface="+mn-ea"/>
                <a:sym typeface="+mn-lt"/>
              </a:endParaRPr>
            </a:p>
          </p:txBody>
        </p:sp>
        <p:sp>
          <p:nvSpPr>
            <p:cNvPr id="38" name="任意多边形: 形状 37">
              <a:extLst>
                <a:ext uri="{FF2B5EF4-FFF2-40B4-BE49-F238E27FC236}">
                  <a16:creationId xmlns:a16="http://schemas.microsoft.com/office/drawing/2014/main" id="{BB871011-1A8F-8419-56D9-9CEDBB81462A}"/>
                </a:ext>
              </a:extLst>
            </p:cNvPr>
            <p:cNvSpPr/>
            <p:nvPr/>
          </p:nvSpPr>
          <p:spPr bwMode="auto">
            <a:xfrm>
              <a:off x="9244699" y="3033783"/>
              <a:ext cx="199719" cy="103758"/>
            </a:xfrm>
            <a:custGeom>
              <a:avLst/>
              <a:gdLst>
                <a:gd name="T0" fmla="*/ 1491 w 1666"/>
                <a:gd name="T1" fmla="*/ 0 h 863"/>
                <a:gd name="T2" fmla="*/ 1519 w 1666"/>
                <a:gd name="T3" fmla="*/ 6 h 863"/>
                <a:gd name="T4" fmla="*/ 1545 w 1666"/>
                <a:gd name="T5" fmla="*/ 18 h 863"/>
                <a:gd name="T6" fmla="*/ 1568 w 1666"/>
                <a:gd name="T7" fmla="*/ 34 h 863"/>
                <a:gd name="T8" fmla="*/ 1588 w 1666"/>
                <a:gd name="T9" fmla="*/ 56 h 863"/>
                <a:gd name="T10" fmla="*/ 1607 w 1666"/>
                <a:gd name="T11" fmla="*/ 83 h 863"/>
                <a:gd name="T12" fmla="*/ 1623 w 1666"/>
                <a:gd name="T13" fmla="*/ 112 h 863"/>
                <a:gd name="T14" fmla="*/ 1636 w 1666"/>
                <a:gd name="T15" fmla="*/ 145 h 863"/>
                <a:gd name="T16" fmla="*/ 1647 w 1666"/>
                <a:gd name="T17" fmla="*/ 182 h 863"/>
                <a:gd name="T18" fmla="*/ 1655 w 1666"/>
                <a:gd name="T19" fmla="*/ 221 h 863"/>
                <a:gd name="T20" fmla="*/ 1660 w 1666"/>
                <a:gd name="T21" fmla="*/ 262 h 863"/>
                <a:gd name="T22" fmla="*/ 1665 w 1666"/>
                <a:gd name="T23" fmla="*/ 305 h 863"/>
                <a:gd name="T24" fmla="*/ 1666 w 1666"/>
                <a:gd name="T25" fmla="*/ 349 h 863"/>
                <a:gd name="T26" fmla="*/ 1665 w 1666"/>
                <a:gd name="T27" fmla="*/ 394 h 863"/>
                <a:gd name="T28" fmla="*/ 1660 w 1666"/>
                <a:gd name="T29" fmla="*/ 440 h 863"/>
                <a:gd name="T30" fmla="*/ 1655 w 1666"/>
                <a:gd name="T31" fmla="*/ 485 h 863"/>
                <a:gd name="T32" fmla="*/ 1647 w 1666"/>
                <a:gd name="T33" fmla="*/ 530 h 863"/>
                <a:gd name="T34" fmla="*/ 1637 w 1666"/>
                <a:gd name="T35" fmla="*/ 574 h 863"/>
                <a:gd name="T36" fmla="*/ 1624 w 1666"/>
                <a:gd name="T37" fmla="*/ 617 h 863"/>
                <a:gd name="T38" fmla="*/ 1609 w 1666"/>
                <a:gd name="T39" fmla="*/ 659 h 863"/>
                <a:gd name="T40" fmla="*/ 1593 w 1666"/>
                <a:gd name="T41" fmla="*/ 698 h 863"/>
                <a:gd name="T42" fmla="*/ 1573 w 1666"/>
                <a:gd name="T43" fmla="*/ 734 h 863"/>
                <a:gd name="T44" fmla="*/ 1552 w 1666"/>
                <a:gd name="T45" fmla="*/ 768 h 863"/>
                <a:gd name="T46" fmla="*/ 1529 w 1666"/>
                <a:gd name="T47" fmla="*/ 798 h 863"/>
                <a:gd name="T48" fmla="*/ 1503 w 1666"/>
                <a:gd name="T49" fmla="*/ 824 h 863"/>
                <a:gd name="T50" fmla="*/ 1475 w 1666"/>
                <a:gd name="T51" fmla="*/ 846 h 863"/>
                <a:gd name="T52" fmla="*/ 1447 w 1666"/>
                <a:gd name="T53" fmla="*/ 863 h 863"/>
                <a:gd name="T54" fmla="*/ 0 w 1666"/>
                <a:gd name="T55" fmla="*/ 712 h 863"/>
                <a:gd name="T56" fmla="*/ 1491 w 1666"/>
                <a:gd name="T57" fmla="*/ 0 h 8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666" h="863">
                  <a:moveTo>
                    <a:pt x="1491" y="0"/>
                  </a:moveTo>
                  <a:lnTo>
                    <a:pt x="1519" y="6"/>
                  </a:lnTo>
                  <a:lnTo>
                    <a:pt x="1545" y="18"/>
                  </a:lnTo>
                  <a:lnTo>
                    <a:pt x="1568" y="34"/>
                  </a:lnTo>
                  <a:lnTo>
                    <a:pt x="1588" y="56"/>
                  </a:lnTo>
                  <a:lnTo>
                    <a:pt x="1607" y="83"/>
                  </a:lnTo>
                  <a:lnTo>
                    <a:pt x="1623" y="112"/>
                  </a:lnTo>
                  <a:lnTo>
                    <a:pt x="1636" y="145"/>
                  </a:lnTo>
                  <a:lnTo>
                    <a:pt x="1647" y="182"/>
                  </a:lnTo>
                  <a:lnTo>
                    <a:pt x="1655" y="221"/>
                  </a:lnTo>
                  <a:lnTo>
                    <a:pt x="1660" y="262"/>
                  </a:lnTo>
                  <a:lnTo>
                    <a:pt x="1665" y="305"/>
                  </a:lnTo>
                  <a:lnTo>
                    <a:pt x="1666" y="349"/>
                  </a:lnTo>
                  <a:lnTo>
                    <a:pt x="1665" y="394"/>
                  </a:lnTo>
                  <a:lnTo>
                    <a:pt x="1660" y="440"/>
                  </a:lnTo>
                  <a:lnTo>
                    <a:pt x="1655" y="485"/>
                  </a:lnTo>
                  <a:lnTo>
                    <a:pt x="1647" y="530"/>
                  </a:lnTo>
                  <a:lnTo>
                    <a:pt x="1637" y="574"/>
                  </a:lnTo>
                  <a:lnTo>
                    <a:pt x="1624" y="617"/>
                  </a:lnTo>
                  <a:lnTo>
                    <a:pt x="1609" y="659"/>
                  </a:lnTo>
                  <a:lnTo>
                    <a:pt x="1593" y="698"/>
                  </a:lnTo>
                  <a:lnTo>
                    <a:pt x="1573" y="734"/>
                  </a:lnTo>
                  <a:lnTo>
                    <a:pt x="1552" y="768"/>
                  </a:lnTo>
                  <a:lnTo>
                    <a:pt x="1529" y="798"/>
                  </a:lnTo>
                  <a:lnTo>
                    <a:pt x="1503" y="824"/>
                  </a:lnTo>
                  <a:lnTo>
                    <a:pt x="1475" y="846"/>
                  </a:lnTo>
                  <a:lnTo>
                    <a:pt x="1447" y="863"/>
                  </a:lnTo>
                  <a:lnTo>
                    <a:pt x="0" y="712"/>
                  </a:lnTo>
                  <a:lnTo>
                    <a:pt x="1491" y="0"/>
                  </a:lnTo>
                  <a:close/>
                </a:path>
              </a:pathLst>
            </a:custGeom>
            <a:solidFill>
              <a:schemeClr val="bg1"/>
            </a:solidFill>
            <a:ln w="0">
              <a:noFill/>
              <a:prstDash val="solid"/>
              <a:round/>
              <a:headEnd/>
              <a:tailEnd/>
            </a:ln>
          </p:spPr>
          <p:txBody>
            <a:bodyPr wrap="square" lIns="91440" tIns="45720" rIns="91440" bIns="45720" anchor="ctr">
              <a:noAutofit/>
            </a:bodyPr>
            <a:lstStyle/>
            <a:p>
              <a:pPr algn="ctr"/>
              <a:endParaRPr dirty="0">
                <a:cs typeface="+mn-ea"/>
                <a:sym typeface="+mn-lt"/>
              </a:endParaRPr>
            </a:p>
          </p:txBody>
        </p:sp>
        <p:sp>
          <p:nvSpPr>
            <p:cNvPr id="39" name="任意多边形: 形状 38">
              <a:extLst>
                <a:ext uri="{FF2B5EF4-FFF2-40B4-BE49-F238E27FC236}">
                  <a16:creationId xmlns:a16="http://schemas.microsoft.com/office/drawing/2014/main" id="{3754D291-18F4-8F87-A8D7-F39E224D1015}"/>
                </a:ext>
              </a:extLst>
            </p:cNvPr>
            <p:cNvSpPr/>
            <p:nvPr/>
          </p:nvSpPr>
          <p:spPr bwMode="auto">
            <a:xfrm>
              <a:off x="9266890" y="2890442"/>
              <a:ext cx="204516" cy="211714"/>
            </a:xfrm>
            <a:custGeom>
              <a:avLst/>
              <a:gdLst>
                <a:gd name="T0" fmla="*/ 1013 w 1707"/>
                <a:gd name="T1" fmla="*/ 0 h 1769"/>
                <a:gd name="T2" fmla="*/ 1053 w 1707"/>
                <a:gd name="T3" fmla="*/ 5 h 1769"/>
                <a:gd name="T4" fmla="*/ 1094 w 1707"/>
                <a:gd name="T5" fmla="*/ 13 h 1769"/>
                <a:gd name="T6" fmla="*/ 1136 w 1707"/>
                <a:gd name="T7" fmla="*/ 27 h 1769"/>
                <a:gd name="T8" fmla="*/ 1178 w 1707"/>
                <a:gd name="T9" fmla="*/ 43 h 1769"/>
                <a:gd name="T10" fmla="*/ 1222 w 1707"/>
                <a:gd name="T11" fmla="*/ 63 h 1769"/>
                <a:gd name="T12" fmla="*/ 1264 w 1707"/>
                <a:gd name="T13" fmla="*/ 86 h 1769"/>
                <a:gd name="T14" fmla="*/ 1307 w 1707"/>
                <a:gd name="T15" fmla="*/ 112 h 1769"/>
                <a:gd name="T16" fmla="*/ 1348 w 1707"/>
                <a:gd name="T17" fmla="*/ 142 h 1769"/>
                <a:gd name="T18" fmla="*/ 1389 w 1707"/>
                <a:gd name="T19" fmla="*/ 173 h 1769"/>
                <a:gd name="T20" fmla="*/ 1429 w 1707"/>
                <a:gd name="T21" fmla="*/ 207 h 1769"/>
                <a:gd name="T22" fmla="*/ 1467 w 1707"/>
                <a:gd name="T23" fmla="*/ 242 h 1769"/>
                <a:gd name="T24" fmla="*/ 1504 w 1707"/>
                <a:gd name="T25" fmla="*/ 280 h 1769"/>
                <a:gd name="T26" fmla="*/ 1538 w 1707"/>
                <a:gd name="T27" fmla="*/ 317 h 1769"/>
                <a:gd name="T28" fmla="*/ 1570 w 1707"/>
                <a:gd name="T29" fmla="*/ 357 h 1769"/>
                <a:gd name="T30" fmla="*/ 1599 w 1707"/>
                <a:gd name="T31" fmla="*/ 397 h 1769"/>
                <a:gd name="T32" fmla="*/ 1626 w 1707"/>
                <a:gd name="T33" fmla="*/ 438 h 1769"/>
                <a:gd name="T34" fmla="*/ 1649 w 1707"/>
                <a:gd name="T35" fmla="*/ 479 h 1769"/>
                <a:gd name="T36" fmla="*/ 1669 w 1707"/>
                <a:gd name="T37" fmla="*/ 519 h 1769"/>
                <a:gd name="T38" fmla="*/ 1684 w 1707"/>
                <a:gd name="T39" fmla="*/ 560 h 1769"/>
                <a:gd name="T40" fmla="*/ 1697 w 1707"/>
                <a:gd name="T41" fmla="*/ 600 h 1769"/>
                <a:gd name="T42" fmla="*/ 1703 w 1707"/>
                <a:gd name="T43" fmla="*/ 639 h 1769"/>
                <a:gd name="T44" fmla="*/ 1707 w 1707"/>
                <a:gd name="T45" fmla="*/ 677 h 1769"/>
                <a:gd name="T46" fmla="*/ 1704 w 1707"/>
                <a:gd name="T47" fmla="*/ 714 h 1769"/>
                <a:gd name="T48" fmla="*/ 1697 w 1707"/>
                <a:gd name="T49" fmla="*/ 749 h 1769"/>
                <a:gd name="T50" fmla="*/ 1683 w 1707"/>
                <a:gd name="T51" fmla="*/ 782 h 1769"/>
                <a:gd name="T52" fmla="*/ 0 w 1707"/>
                <a:gd name="T53" fmla="*/ 1769 h 1769"/>
                <a:gd name="T54" fmla="*/ 872 w 1707"/>
                <a:gd name="T55" fmla="*/ 30 h 1769"/>
                <a:gd name="T56" fmla="*/ 904 w 1707"/>
                <a:gd name="T57" fmla="*/ 15 h 1769"/>
                <a:gd name="T58" fmla="*/ 938 w 1707"/>
                <a:gd name="T59" fmla="*/ 5 h 1769"/>
                <a:gd name="T60" fmla="*/ 976 w 1707"/>
                <a:gd name="T61" fmla="*/ 0 h 1769"/>
                <a:gd name="T62" fmla="*/ 1013 w 1707"/>
                <a:gd name="T63" fmla="*/ 0 h 17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707" h="1769">
                  <a:moveTo>
                    <a:pt x="1013" y="0"/>
                  </a:moveTo>
                  <a:lnTo>
                    <a:pt x="1053" y="5"/>
                  </a:lnTo>
                  <a:lnTo>
                    <a:pt x="1094" y="13"/>
                  </a:lnTo>
                  <a:lnTo>
                    <a:pt x="1136" y="27"/>
                  </a:lnTo>
                  <a:lnTo>
                    <a:pt x="1178" y="43"/>
                  </a:lnTo>
                  <a:lnTo>
                    <a:pt x="1222" y="63"/>
                  </a:lnTo>
                  <a:lnTo>
                    <a:pt x="1264" y="86"/>
                  </a:lnTo>
                  <a:lnTo>
                    <a:pt x="1307" y="112"/>
                  </a:lnTo>
                  <a:lnTo>
                    <a:pt x="1348" y="142"/>
                  </a:lnTo>
                  <a:lnTo>
                    <a:pt x="1389" y="173"/>
                  </a:lnTo>
                  <a:lnTo>
                    <a:pt x="1429" y="207"/>
                  </a:lnTo>
                  <a:lnTo>
                    <a:pt x="1467" y="242"/>
                  </a:lnTo>
                  <a:lnTo>
                    <a:pt x="1504" y="280"/>
                  </a:lnTo>
                  <a:lnTo>
                    <a:pt x="1538" y="317"/>
                  </a:lnTo>
                  <a:lnTo>
                    <a:pt x="1570" y="357"/>
                  </a:lnTo>
                  <a:lnTo>
                    <a:pt x="1599" y="397"/>
                  </a:lnTo>
                  <a:lnTo>
                    <a:pt x="1626" y="438"/>
                  </a:lnTo>
                  <a:lnTo>
                    <a:pt x="1649" y="479"/>
                  </a:lnTo>
                  <a:lnTo>
                    <a:pt x="1669" y="519"/>
                  </a:lnTo>
                  <a:lnTo>
                    <a:pt x="1684" y="560"/>
                  </a:lnTo>
                  <a:lnTo>
                    <a:pt x="1697" y="600"/>
                  </a:lnTo>
                  <a:lnTo>
                    <a:pt x="1703" y="639"/>
                  </a:lnTo>
                  <a:lnTo>
                    <a:pt x="1707" y="677"/>
                  </a:lnTo>
                  <a:lnTo>
                    <a:pt x="1704" y="714"/>
                  </a:lnTo>
                  <a:lnTo>
                    <a:pt x="1697" y="749"/>
                  </a:lnTo>
                  <a:lnTo>
                    <a:pt x="1683" y="782"/>
                  </a:lnTo>
                  <a:lnTo>
                    <a:pt x="0" y="1769"/>
                  </a:lnTo>
                  <a:lnTo>
                    <a:pt x="872" y="30"/>
                  </a:lnTo>
                  <a:lnTo>
                    <a:pt x="904" y="15"/>
                  </a:lnTo>
                  <a:lnTo>
                    <a:pt x="938" y="5"/>
                  </a:lnTo>
                  <a:lnTo>
                    <a:pt x="976" y="0"/>
                  </a:lnTo>
                  <a:lnTo>
                    <a:pt x="1013" y="0"/>
                  </a:lnTo>
                  <a:close/>
                </a:path>
              </a:pathLst>
            </a:custGeom>
            <a:solidFill>
              <a:schemeClr val="bg1"/>
            </a:solidFill>
            <a:ln w="0">
              <a:noFill/>
              <a:prstDash val="solid"/>
              <a:round/>
              <a:headEnd/>
              <a:tailEnd/>
            </a:ln>
          </p:spPr>
          <p:txBody>
            <a:bodyPr wrap="square" lIns="91440" tIns="45720" rIns="91440" bIns="45720" anchor="ctr">
              <a:noAutofit/>
            </a:bodyPr>
            <a:lstStyle/>
            <a:p>
              <a:pPr algn="ctr"/>
              <a:endParaRPr dirty="0">
                <a:cs typeface="+mn-ea"/>
                <a:sym typeface="+mn-lt"/>
              </a:endParaRPr>
            </a:p>
          </p:txBody>
        </p:sp>
        <p:sp>
          <p:nvSpPr>
            <p:cNvPr id="40" name="任意多边形: 形状 39">
              <a:extLst>
                <a:ext uri="{FF2B5EF4-FFF2-40B4-BE49-F238E27FC236}">
                  <a16:creationId xmlns:a16="http://schemas.microsoft.com/office/drawing/2014/main" id="{DB1DF12B-325A-1293-7120-B0925EFC1C64}"/>
                </a:ext>
              </a:extLst>
            </p:cNvPr>
            <p:cNvSpPr/>
            <p:nvPr/>
          </p:nvSpPr>
          <p:spPr bwMode="auto">
            <a:xfrm>
              <a:off x="9176327" y="2783685"/>
              <a:ext cx="193121" cy="287883"/>
            </a:xfrm>
            <a:custGeom>
              <a:avLst/>
              <a:gdLst>
                <a:gd name="T0" fmla="*/ 771 w 1608"/>
                <a:gd name="T1" fmla="*/ 0 h 2398"/>
                <a:gd name="T2" fmla="*/ 837 w 1608"/>
                <a:gd name="T3" fmla="*/ 0 h 2398"/>
                <a:gd name="T4" fmla="*/ 904 w 1608"/>
                <a:gd name="T5" fmla="*/ 2 h 2398"/>
                <a:gd name="T6" fmla="*/ 969 w 1608"/>
                <a:gd name="T7" fmla="*/ 5 h 2398"/>
                <a:gd name="T8" fmla="*/ 1034 w 1608"/>
                <a:gd name="T9" fmla="*/ 12 h 2398"/>
                <a:gd name="T10" fmla="*/ 1097 w 1608"/>
                <a:gd name="T11" fmla="*/ 20 h 2398"/>
                <a:gd name="T12" fmla="*/ 1159 w 1608"/>
                <a:gd name="T13" fmla="*/ 30 h 2398"/>
                <a:gd name="T14" fmla="*/ 1218 w 1608"/>
                <a:gd name="T15" fmla="*/ 42 h 2398"/>
                <a:gd name="T16" fmla="*/ 1276 w 1608"/>
                <a:gd name="T17" fmla="*/ 58 h 2398"/>
                <a:gd name="T18" fmla="*/ 1329 w 1608"/>
                <a:gd name="T19" fmla="*/ 74 h 2398"/>
                <a:gd name="T20" fmla="*/ 1380 w 1608"/>
                <a:gd name="T21" fmla="*/ 93 h 2398"/>
                <a:gd name="T22" fmla="*/ 1427 w 1608"/>
                <a:gd name="T23" fmla="*/ 114 h 2398"/>
                <a:gd name="T24" fmla="*/ 1469 w 1608"/>
                <a:gd name="T25" fmla="*/ 136 h 2398"/>
                <a:gd name="T26" fmla="*/ 1508 w 1608"/>
                <a:gd name="T27" fmla="*/ 161 h 2398"/>
                <a:gd name="T28" fmla="*/ 1541 w 1608"/>
                <a:gd name="T29" fmla="*/ 188 h 2398"/>
                <a:gd name="T30" fmla="*/ 1569 w 1608"/>
                <a:gd name="T31" fmla="*/ 217 h 2398"/>
                <a:gd name="T32" fmla="*/ 1591 w 1608"/>
                <a:gd name="T33" fmla="*/ 248 h 2398"/>
                <a:gd name="T34" fmla="*/ 1608 w 1608"/>
                <a:gd name="T35" fmla="*/ 281 h 2398"/>
                <a:gd name="T36" fmla="*/ 806 w 1608"/>
                <a:gd name="T37" fmla="*/ 2398 h 2398"/>
                <a:gd name="T38" fmla="*/ 0 w 1608"/>
                <a:gd name="T39" fmla="*/ 281 h 2398"/>
                <a:gd name="T40" fmla="*/ 15 w 1608"/>
                <a:gd name="T41" fmla="*/ 248 h 2398"/>
                <a:gd name="T42" fmla="*/ 37 w 1608"/>
                <a:gd name="T43" fmla="*/ 217 h 2398"/>
                <a:gd name="T44" fmla="*/ 66 w 1608"/>
                <a:gd name="T45" fmla="*/ 188 h 2398"/>
                <a:gd name="T46" fmla="*/ 100 w 1608"/>
                <a:gd name="T47" fmla="*/ 161 h 2398"/>
                <a:gd name="T48" fmla="*/ 137 w 1608"/>
                <a:gd name="T49" fmla="*/ 136 h 2398"/>
                <a:gd name="T50" fmla="*/ 180 w 1608"/>
                <a:gd name="T51" fmla="*/ 114 h 2398"/>
                <a:gd name="T52" fmla="*/ 227 w 1608"/>
                <a:gd name="T53" fmla="*/ 93 h 2398"/>
                <a:gd name="T54" fmla="*/ 278 w 1608"/>
                <a:gd name="T55" fmla="*/ 74 h 2398"/>
                <a:gd name="T56" fmla="*/ 332 w 1608"/>
                <a:gd name="T57" fmla="*/ 58 h 2398"/>
                <a:gd name="T58" fmla="*/ 389 w 1608"/>
                <a:gd name="T59" fmla="*/ 42 h 2398"/>
                <a:gd name="T60" fmla="*/ 448 w 1608"/>
                <a:gd name="T61" fmla="*/ 30 h 2398"/>
                <a:gd name="T62" fmla="*/ 510 w 1608"/>
                <a:gd name="T63" fmla="*/ 20 h 2398"/>
                <a:gd name="T64" fmla="*/ 574 w 1608"/>
                <a:gd name="T65" fmla="*/ 12 h 2398"/>
                <a:gd name="T66" fmla="*/ 638 w 1608"/>
                <a:gd name="T67" fmla="*/ 5 h 2398"/>
                <a:gd name="T68" fmla="*/ 704 w 1608"/>
                <a:gd name="T69" fmla="*/ 2 h 2398"/>
                <a:gd name="T70" fmla="*/ 771 w 1608"/>
                <a:gd name="T71" fmla="*/ 0 h 23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608" h="2398">
                  <a:moveTo>
                    <a:pt x="771" y="0"/>
                  </a:moveTo>
                  <a:lnTo>
                    <a:pt x="837" y="0"/>
                  </a:lnTo>
                  <a:lnTo>
                    <a:pt x="904" y="2"/>
                  </a:lnTo>
                  <a:lnTo>
                    <a:pt x="969" y="5"/>
                  </a:lnTo>
                  <a:lnTo>
                    <a:pt x="1034" y="12"/>
                  </a:lnTo>
                  <a:lnTo>
                    <a:pt x="1097" y="20"/>
                  </a:lnTo>
                  <a:lnTo>
                    <a:pt x="1159" y="30"/>
                  </a:lnTo>
                  <a:lnTo>
                    <a:pt x="1218" y="42"/>
                  </a:lnTo>
                  <a:lnTo>
                    <a:pt x="1276" y="58"/>
                  </a:lnTo>
                  <a:lnTo>
                    <a:pt x="1329" y="74"/>
                  </a:lnTo>
                  <a:lnTo>
                    <a:pt x="1380" y="93"/>
                  </a:lnTo>
                  <a:lnTo>
                    <a:pt x="1427" y="114"/>
                  </a:lnTo>
                  <a:lnTo>
                    <a:pt x="1469" y="136"/>
                  </a:lnTo>
                  <a:lnTo>
                    <a:pt x="1508" y="161"/>
                  </a:lnTo>
                  <a:lnTo>
                    <a:pt x="1541" y="188"/>
                  </a:lnTo>
                  <a:lnTo>
                    <a:pt x="1569" y="217"/>
                  </a:lnTo>
                  <a:lnTo>
                    <a:pt x="1591" y="248"/>
                  </a:lnTo>
                  <a:lnTo>
                    <a:pt x="1608" y="281"/>
                  </a:lnTo>
                  <a:lnTo>
                    <a:pt x="806" y="2398"/>
                  </a:lnTo>
                  <a:lnTo>
                    <a:pt x="0" y="281"/>
                  </a:lnTo>
                  <a:lnTo>
                    <a:pt x="15" y="248"/>
                  </a:lnTo>
                  <a:lnTo>
                    <a:pt x="37" y="217"/>
                  </a:lnTo>
                  <a:lnTo>
                    <a:pt x="66" y="188"/>
                  </a:lnTo>
                  <a:lnTo>
                    <a:pt x="100" y="161"/>
                  </a:lnTo>
                  <a:lnTo>
                    <a:pt x="137" y="136"/>
                  </a:lnTo>
                  <a:lnTo>
                    <a:pt x="180" y="114"/>
                  </a:lnTo>
                  <a:lnTo>
                    <a:pt x="227" y="93"/>
                  </a:lnTo>
                  <a:lnTo>
                    <a:pt x="278" y="74"/>
                  </a:lnTo>
                  <a:lnTo>
                    <a:pt x="332" y="58"/>
                  </a:lnTo>
                  <a:lnTo>
                    <a:pt x="389" y="42"/>
                  </a:lnTo>
                  <a:lnTo>
                    <a:pt x="448" y="30"/>
                  </a:lnTo>
                  <a:lnTo>
                    <a:pt x="510" y="20"/>
                  </a:lnTo>
                  <a:lnTo>
                    <a:pt x="574" y="12"/>
                  </a:lnTo>
                  <a:lnTo>
                    <a:pt x="638" y="5"/>
                  </a:lnTo>
                  <a:lnTo>
                    <a:pt x="704" y="2"/>
                  </a:lnTo>
                  <a:lnTo>
                    <a:pt x="771" y="0"/>
                  </a:lnTo>
                  <a:close/>
                </a:path>
              </a:pathLst>
            </a:custGeom>
            <a:solidFill>
              <a:schemeClr val="bg1"/>
            </a:solidFill>
            <a:ln w="0">
              <a:noFill/>
              <a:prstDash val="solid"/>
              <a:round/>
              <a:headEnd/>
              <a:tailEnd/>
            </a:ln>
          </p:spPr>
          <p:txBody>
            <a:bodyPr wrap="square" lIns="91440" tIns="45720" rIns="91440" bIns="45720" anchor="ctr">
              <a:noAutofit/>
            </a:bodyPr>
            <a:lstStyle/>
            <a:p>
              <a:pPr algn="ctr"/>
              <a:endParaRPr dirty="0">
                <a:cs typeface="+mn-ea"/>
                <a:sym typeface="+mn-lt"/>
              </a:endParaRPr>
            </a:p>
          </p:txBody>
        </p:sp>
      </p:grpSp>
      <p:pic>
        <p:nvPicPr>
          <p:cNvPr id="7" name="图片 6">
            <a:extLst>
              <a:ext uri="{FF2B5EF4-FFF2-40B4-BE49-F238E27FC236}">
                <a16:creationId xmlns:a16="http://schemas.microsoft.com/office/drawing/2014/main" id="{B749FD76-C8D6-D403-F76E-E694929075A1}"/>
              </a:ext>
            </a:extLst>
          </p:cNvPr>
          <p:cNvPicPr>
            <a:picLocks noChangeAspect="1"/>
          </p:cNvPicPr>
          <p:nvPr/>
        </p:nvPicPr>
        <p:blipFill>
          <a:blip r:embed="rId2"/>
          <a:stretch>
            <a:fillRect/>
          </a:stretch>
        </p:blipFill>
        <p:spPr>
          <a:xfrm>
            <a:off x="253803" y="1565801"/>
            <a:ext cx="1930103" cy="3974047"/>
          </a:xfrm>
          <a:prstGeom prst="rect">
            <a:avLst/>
          </a:prstGeom>
        </p:spPr>
      </p:pic>
      <p:pic>
        <p:nvPicPr>
          <p:cNvPr id="10" name="图片 9">
            <a:extLst>
              <a:ext uri="{FF2B5EF4-FFF2-40B4-BE49-F238E27FC236}">
                <a16:creationId xmlns:a16="http://schemas.microsoft.com/office/drawing/2014/main" id="{5EED3BA3-54C2-9F01-18EF-66E09A047537}"/>
              </a:ext>
            </a:extLst>
          </p:cNvPr>
          <p:cNvPicPr>
            <a:picLocks noChangeAspect="1"/>
          </p:cNvPicPr>
          <p:nvPr/>
        </p:nvPicPr>
        <p:blipFill>
          <a:blip r:embed="rId3"/>
          <a:stretch>
            <a:fillRect/>
          </a:stretch>
        </p:blipFill>
        <p:spPr>
          <a:xfrm>
            <a:off x="2491725" y="1565800"/>
            <a:ext cx="1902694" cy="3974047"/>
          </a:xfrm>
          <a:prstGeom prst="rect">
            <a:avLst/>
          </a:prstGeom>
        </p:spPr>
      </p:pic>
      <p:pic>
        <p:nvPicPr>
          <p:cNvPr id="12" name="图片 11">
            <a:extLst>
              <a:ext uri="{FF2B5EF4-FFF2-40B4-BE49-F238E27FC236}">
                <a16:creationId xmlns:a16="http://schemas.microsoft.com/office/drawing/2014/main" id="{17B9C749-10B2-C1AE-5A52-1A8DF71193FE}"/>
              </a:ext>
            </a:extLst>
          </p:cNvPr>
          <p:cNvPicPr>
            <a:picLocks noChangeAspect="1"/>
          </p:cNvPicPr>
          <p:nvPr/>
        </p:nvPicPr>
        <p:blipFill>
          <a:blip r:embed="rId4"/>
          <a:stretch>
            <a:fillRect/>
          </a:stretch>
        </p:blipFill>
        <p:spPr>
          <a:xfrm>
            <a:off x="4866779" y="1565800"/>
            <a:ext cx="1894364" cy="3974047"/>
          </a:xfrm>
          <a:prstGeom prst="rect">
            <a:avLst/>
          </a:prstGeom>
        </p:spPr>
      </p:pic>
      <p:pic>
        <p:nvPicPr>
          <p:cNvPr id="15" name="图片 14">
            <a:extLst>
              <a:ext uri="{FF2B5EF4-FFF2-40B4-BE49-F238E27FC236}">
                <a16:creationId xmlns:a16="http://schemas.microsoft.com/office/drawing/2014/main" id="{4D77E42F-AE44-C219-4317-FFAAEDC590D2}"/>
              </a:ext>
            </a:extLst>
          </p:cNvPr>
          <p:cNvPicPr>
            <a:picLocks noChangeAspect="1"/>
          </p:cNvPicPr>
          <p:nvPr/>
        </p:nvPicPr>
        <p:blipFill>
          <a:blip r:embed="rId5"/>
          <a:stretch>
            <a:fillRect/>
          </a:stretch>
        </p:blipFill>
        <p:spPr>
          <a:xfrm>
            <a:off x="7118261" y="1572103"/>
            <a:ext cx="2086651" cy="3974047"/>
          </a:xfrm>
          <a:prstGeom prst="rect">
            <a:avLst/>
          </a:prstGeom>
        </p:spPr>
      </p:pic>
      <p:pic>
        <p:nvPicPr>
          <p:cNvPr id="16" name="图片 15">
            <a:extLst>
              <a:ext uri="{FF2B5EF4-FFF2-40B4-BE49-F238E27FC236}">
                <a16:creationId xmlns:a16="http://schemas.microsoft.com/office/drawing/2014/main" id="{8015C198-D5EA-1A2A-772A-CD3882CF43A6}"/>
              </a:ext>
            </a:extLst>
          </p:cNvPr>
          <p:cNvPicPr>
            <a:picLocks noChangeAspect="1"/>
          </p:cNvPicPr>
          <p:nvPr/>
        </p:nvPicPr>
        <p:blipFill>
          <a:blip r:embed="rId6"/>
          <a:stretch>
            <a:fillRect/>
          </a:stretch>
        </p:blipFill>
        <p:spPr>
          <a:xfrm>
            <a:off x="9793779" y="1565800"/>
            <a:ext cx="1963585" cy="3974046"/>
          </a:xfrm>
          <a:prstGeom prst="rect">
            <a:avLst/>
          </a:prstGeom>
        </p:spPr>
      </p:pic>
    </p:spTree>
    <p:extLst>
      <p:ext uri="{BB962C8B-B14F-4D97-AF65-F5344CB8AC3E}">
        <p14:creationId xmlns:p14="http://schemas.microsoft.com/office/powerpoint/2010/main" val="337584021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文本框 8">
            <a:extLst>
              <a:ext uri="{FF2B5EF4-FFF2-40B4-BE49-F238E27FC236}">
                <a16:creationId xmlns:a16="http://schemas.microsoft.com/office/drawing/2014/main" id="{04F69230-F3A6-4586-9371-A858F4763E9F}"/>
              </a:ext>
            </a:extLst>
          </p:cNvPr>
          <p:cNvSpPr txBox="1"/>
          <p:nvPr/>
        </p:nvSpPr>
        <p:spPr>
          <a:xfrm>
            <a:off x="3931024" y="3049707"/>
            <a:ext cx="1029774" cy="895350"/>
          </a:xfrm>
          <a:prstGeom prst="rect">
            <a:avLst/>
          </a:prstGeom>
          <a:noFill/>
          <a:ln w="117475">
            <a:noFill/>
          </a:ln>
        </p:spPr>
        <p:txBody>
          <a:bodyPr wrap="none" rtlCol="0">
            <a:prstTxWarp prst="textPlain">
              <a:avLst/>
            </a:prstTxWarp>
            <a:spAutoFit/>
          </a:bodyPr>
          <a:lstStyle/>
          <a:p>
            <a:pPr algn="ctr"/>
            <a:r>
              <a:rPr lang="en-US" altLang="zh-CN" spc="100" dirty="0">
                <a:cs typeface="+mn-ea"/>
                <a:sym typeface="+mn-lt"/>
              </a:rPr>
              <a:t>/04</a:t>
            </a:r>
            <a:endParaRPr lang="zh-CN" altLang="en-US" spc="100" dirty="0">
              <a:cs typeface="+mn-ea"/>
              <a:sym typeface="+mn-lt"/>
            </a:endParaRPr>
          </a:p>
        </p:txBody>
      </p:sp>
      <p:sp>
        <p:nvSpPr>
          <p:cNvPr id="8" name="标题 4">
            <a:extLst>
              <a:ext uri="{FF2B5EF4-FFF2-40B4-BE49-F238E27FC236}">
                <a16:creationId xmlns:a16="http://schemas.microsoft.com/office/drawing/2014/main" id="{FED4C662-D247-DC7D-83A1-3DD45B6D0B95}"/>
              </a:ext>
            </a:extLst>
          </p:cNvPr>
          <p:cNvSpPr>
            <a:spLocks noGrp="1"/>
          </p:cNvSpPr>
          <p:nvPr>
            <p:ph type="title"/>
          </p:nvPr>
        </p:nvSpPr>
        <p:spPr>
          <a:xfrm>
            <a:off x="5253635" y="2981325"/>
            <a:ext cx="5419185" cy="895350"/>
          </a:xfrm>
        </p:spPr>
        <p:txBody>
          <a:bodyPr>
            <a:normAutofit/>
          </a:bodyPr>
          <a:lstStyle/>
          <a:p>
            <a:r>
              <a:rPr lang="zh-CN" altLang="en-US" sz="4400" dirty="0">
                <a:latin typeface="+mn-lt"/>
                <a:ea typeface="+mn-ea"/>
                <a:cs typeface="+mn-ea"/>
                <a:sym typeface="+mn-lt"/>
              </a:rPr>
              <a:t>项目感言</a:t>
            </a:r>
            <a:endParaRPr lang="en-US" altLang="zh-CN" sz="4400" dirty="0">
              <a:latin typeface="+mn-lt"/>
              <a:ea typeface="+mn-ea"/>
              <a:cs typeface="+mn-ea"/>
              <a:sym typeface="+mn-lt"/>
            </a:endParaRPr>
          </a:p>
        </p:txBody>
      </p:sp>
    </p:spTree>
    <p:extLst>
      <p:ext uri="{BB962C8B-B14F-4D97-AF65-F5344CB8AC3E}">
        <p14:creationId xmlns:p14="http://schemas.microsoft.com/office/powerpoint/2010/main" val="345187911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pattFill prst="pct5">
          <a:fgClr>
            <a:schemeClr val="accent1"/>
          </a:fgClr>
          <a:bgClr>
            <a:schemeClr val="bg1"/>
          </a:bgClr>
        </a:pattFill>
        <a:effectLst/>
      </p:bgPr>
    </p:bg>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E59F07D-DDE7-4C81-B60B-9DC2F1364C90}"/>
              </a:ext>
            </a:extLst>
          </p:cNvPr>
          <p:cNvSpPr>
            <a:spLocks noGrp="1"/>
          </p:cNvSpPr>
          <p:nvPr>
            <p:ph type="title"/>
          </p:nvPr>
        </p:nvSpPr>
        <p:spPr/>
        <p:txBody>
          <a:bodyPr/>
          <a:lstStyle/>
          <a:p>
            <a:endParaRPr lang="zh-CN" altLang="en-US">
              <a:latin typeface="+mn-lt"/>
              <a:ea typeface="+mn-ea"/>
              <a:cs typeface="+mn-ea"/>
              <a:sym typeface="+mn-lt"/>
            </a:endParaRPr>
          </a:p>
        </p:txBody>
      </p:sp>
      <p:sp>
        <p:nvSpPr>
          <p:cNvPr id="4" name="灯片编号占位符 3">
            <a:extLst>
              <a:ext uri="{FF2B5EF4-FFF2-40B4-BE49-F238E27FC236}">
                <a16:creationId xmlns:a16="http://schemas.microsoft.com/office/drawing/2014/main" id="{C9F0CF77-77F8-4303-9AD7-B037DE8C168B}"/>
              </a:ext>
            </a:extLst>
          </p:cNvPr>
          <p:cNvSpPr>
            <a:spLocks noGrp="1"/>
          </p:cNvSpPr>
          <p:nvPr>
            <p:ph type="sldNum" sz="quarter" idx="12"/>
          </p:nvPr>
        </p:nvSpPr>
        <p:spPr/>
        <p:txBody>
          <a:bodyPr/>
          <a:lstStyle/>
          <a:p>
            <a:fld id="{5DD3DB80-B894-403A-B48E-6FDC1A72010E}" type="slidenum">
              <a:rPr lang="zh-CN" altLang="en-US" smtClean="0">
                <a:cs typeface="+mn-ea"/>
                <a:sym typeface="+mn-lt"/>
              </a:rPr>
              <a:pPr/>
              <a:t>19</a:t>
            </a:fld>
            <a:endParaRPr lang="zh-CN" altLang="en-US">
              <a:cs typeface="+mn-ea"/>
              <a:sym typeface="+mn-lt"/>
            </a:endParaRPr>
          </a:p>
        </p:txBody>
      </p:sp>
      <p:grpSp>
        <p:nvGrpSpPr>
          <p:cNvPr id="5" name="组合 4"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title="iSlide™ 版权声明  COPYRIGHT NOTICE">
            <a:extLst>
              <a:ext uri="{FF2B5EF4-FFF2-40B4-BE49-F238E27FC236}">
                <a16:creationId xmlns:a16="http://schemas.microsoft.com/office/drawing/2014/main" id="{D9942EAB-99B3-4C9F-BF87-72D55784AC3C}"/>
              </a:ext>
            </a:extLst>
          </p:cNvPr>
          <p:cNvGrpSpPr>
            <a:grpSpLocks noChangeAspect="1"/>
          </p:cNvGrpSpPr>
          <p:nvPr/>
        </p:nvGrpSpPr>
        <p:grpSpPr>
          <a:xfrm>
            <a:off x="0" y="0"/>
            <a:ext cx="12192000" cy="4152900"/>
            <a:chOff x="0" y="0"/>
            <a:chExt cx="12192000" cy="4152900"/>
          </a:xfrm>
        </p:grpSpPr>
        <p:grpSp>
          <p:nvGrpSpPr>
            <p:cNvPr id="6" name="组合 5">
              <a:extLst>
                <a:ext uri="{FF2B5EF4-FFF2-40B4-BE49-F238E27FC236}">
                  <a16:creationId xmlns:a16="http://schemas.microsoft.com/office/drawing/2014/main" id="{884B9411-7E65-4097-8EE7-4097DE2EE096}"/>
                </a:ext>
              </a:extLst>
            </p:cNvPr>
            <p:cNvGrpSpPr/>
            <p:nvPr/>
          </p:nvGrpSpPr>
          <p:grpSpPr>
            <a:xfrm>
              <a:off x="0" y="0"/>
              <a:ext cx="12192000" cy="4152900"/>
              <a:chOff x="0" y="0"/>
              <a:chExt cx="12192000" cy="4086225"/>
            </a:xfrm>
          </p:grpSpPr>
          <p:sp>
            <p:nvSpPr>
              <p:cNvPr id="14" name="矩形 13">
                <a:extLst>
                  <a:ext uri="{FF2B5EF4-FFF2-40B4-BE49-F238E27FC236}">
                    <a16:creationId xmlns:a16="http://schemas.microsoft.com/office/drawing/2014/main" id="{AA88A593-B85E-42ED-B8A5-924DB3177E79}"/>
                  </a:ext>
                </a:extLst>
              </p:cNvPr>
              <p:cNvSpPr/>
              <p:nvPr/>
            </p:nvSpPr>
            <p:spPr>
              <a:xfrm>
                <a:off x="0" y="0"/>
                <a:ext cx="12192000" cy="4086225"/>
              </a:xfrm>
              <a:prstGeom prst="rect">
                <a:avLst/>
              </a:prstGeom>
              <a:pattFill prst="pct5">
                <a:fgClr>
                  <a:srgbClr val="E4E6EA"/>
                </a:fgClr>
                <a:bgClr>
                  <a:srgbClr val="ADB5BF"/>
                </a:bgClr>
              </a:pattFill>
              <a:ln w="28575"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defTabSz="914377"/>
                <a:endParaRPr lang="zh-CN" altLang="en-US" dirty="0">
                  <a:cs typeface="+mn-ea"/>
                  <a:sym typeface="+mn-lt"/>
                </a:endParaRPr>
              </a:p>
            </p:txBody>
          </p:sp>
          <p:sp>
            <p:nvSpPr>
              <p:cNvPr id="15" name="矩形 14">
                <a:extLst>
                  <a:ext uri="{FF2B5EF4-FFF2-40B4-BE49-F238E27FC236}">
                    <a16:creationId xmlns:a16="http://schemas.microsoft.com/office/drawing/2014/main" id="{8AD9C137-E3AE-43EA-A85B-1B41552AE0EB}"/>
                  </a:ext>
                </a:extLst>
              </p:cNvPr>
              <p:cNvSpPr/>
              <p:nvPr/>
            </p:nvSpPr>
            <p:spPr>
              <a:xfrm>
                <a:off x="660400" y="1130300"/>
                <a:ext cx="10858500" cy="2955925"/>
              </a:xfrm>
              <a:prstGeom prst="rect">
                <a:avLst/>
              </a:prstGeom>
              <a:solidFill>
                <a:schemeClr val="bg1">
                  <a:alpha val="70000"/>
                </a:schemeClr>
              </a:solidFill>
              <a:ln w="12700" cap="rnd">
                <a:noFill/>
                <a:prstDash val="solid"/>
                <a:round/>
                <a:headEnd/>
                <a:tailE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rmAutofit/>
              </a:bodyPr>
              <a:lstStyle/>
              <a:p>
                <a:pPr algn="ctr" defTabSz="914354"/>
                <a:endParaRPr lang="zh-CN" altLang="en-US" sz="2000" b="1" dirty="0">
                  <a:solidFill>
                    <a:schemeClr val="bg1"/>
                  </a:solidFill>
                  <a:cs typeface="+mn-ea"/>
                  <a:sym typeface="+mn-lt"/>
                </a:endParaRPr>
              </a:p>
            </p:txBody>
          </p:sp>
        </p:grpSp>
        <p:sp>
          <p:nvSpPr>
            <p:cNvPr id="9" name="文本框 8">
              <a:extLst>
                <a:ext uri="{FF2B5EF4-FFF2-40B4-BE49-F238E27FC236}">
                  <a16:creationId xmlns:a16="http://schemas.microsoft.com/office/drawing/2014/main" id="{4526A6D4-3938-483E-AE04-387A4D4F50AE}"/>
                </a:ext>
              </a:extLst>
            </p:cNvPr>
            <p:cNvSpPr txBox="1"/>
            <p:nvPr/>
          </p:nvSpPr>
          <p:spPr>
            <a:xfrm>
              <a:off x="2258113" y="1783922"/>
              <a:ext cx="7663073" cy="1470752"/>
            </a:xfrm>
            <a:prstGeom prst="rect">
              <a:avLst/>
            </a:prstGeom>
            <a:noFill/>
            <a:ln>
              <a:noFill/>
            </a:ln>
          </p:spPr>
          <p:txBody>
            <a:bodyPr wrap="square" lIns="91440" tIns="45720" rIns="91440" bIns="45720" anchor="ctr" anchorCtr="0">
              <a:normAutofit lnSpcReduction="10000"/>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nSpc>
                  <a:spcPct val="150000"/>
                </a:lnSpc>
                <a:buSzPct val="25000"/>
              </a:pPr>
              <a:r>
                <a:rPr lang="zh-CN" altLang="en-US" sz="1600">
                  <a:cs typeface="+mn-ea"/>
                  <a:sym typeface="+mn-lt"/>
                </a:rPr>
                <a:t>       经过数周</a:t>
              </a:r>
              <a:r>
                <a:rPr lang="zh-CN" altLang="en-US" sz="1600" dirty="0">
                  <a:cs typeface="+mn-ea"/>
                  <a:sym typeface="+mn-lt"/>
                </a:rPr>
                <a:t>的忙碌和工作，本次毕业设计已经接近尾声，由于经验的缺乏,难免有许多考虑不周全的地方。在论文即将完成之际，我想感谢学校给我们这次学习的机会，还要感谢我的毕业设计指导老师胡老师，给予我相当宝贵的指导意见。最后,我要感谢重庆人文科技学院这几年对我的大力栽培。谢谢！</a:t>
              </a:r>
              <a:endParaRPr lang="en-US" altLang="zh-CN" sz="1600" dirty="0">
                <a:cs typeface="+mn-ea"/>
                <a:sym typeface="+mn-lt"/>
              </a:endParaRPr>
            </a:p>
          </p:txBody>
        </p:sp>
        <p:sp>
          <p:nvSpPr>
            <p:cNvPr id="10" name="文本框 9">
              <a:extLst>
                <a:ext uri="{FF2B5EF4-FFF2-40B4-BE49-F238E27FC236}">
                  <a16:creationId xmlns:a16="http://schemas.microsoft.com/office/drawing/2014/main" id="{7C3F18C3-9B42-4BDB-8483-69FAC20F63EB}"/>
                </a:ext>
              </a:extLst>
            </p:cNvPr>
            <p:cNvSpPr txBox="1"/>
            <p:nvPr/>
          </p:nvSpPr>
          <p:spPr>
            <a:xfrm>
              <a:off x="1577923" y="1750560"/>
              <a:ext cx="466725" cy="442639"/>
            </a:xfrm>
            <a:prstGeom prst="rect">
              <a:avLst/>
            </a:prstGeom>
            <a:noFill/>
          </p:spPr>
          <p:txBody>
            <a:bodyPr wrap="square" lIns="91440" tIns="45720" rIns="91440" bIns="45720" rtlCol="0">
              <a:prstTxWarp prst="textPlain">
                <a:avLst/>
              </a:prstTxWarp>
              <a:normAutofit fontScale="32500" lnSpcReduction="20000"/>
            </a:bodyPr>
            <a:lstStyle/>
            <a:p>
              <a:pPr algn="ctr"/>
              <a:r>
                <a:rPr lang="en-US" altLang="zh-CN" sz="8000" dirty="0">
                  <a:solidFill>
                    <a:schemeClr val="accent1"/>
                  </a:solidFill>
                  <a:cs typeface="+mn-ea"/>
                  <a:sym typeface="+mn-lt"/>
                </a:rPr>
                <a:t>“</a:t>
              </a:r>
              <a:endParaRPr lang="zh-CN" altLang="en-US" sz="8000" dirty="0">
                <a:solidFill>
                  <a:schemeClr val="accent1"/>
                </a:solidFill>
                <a:cs typeface="+mn-ea"/>
                <a:sym typeface="+mn-lt"/>
              </a:endParaRPr>
            </a:p>
          </p:txBody>
        </p:sp>
        <p:sp>
          <p:nvSpPr>
            <p:cNvPr id="11" name="文本框 10">
              <a:extLst>
                <a:ext uri="{FF2B5EF4-FFF2-40B4-BE49-F238E27FC236}">
                  <a16:creationId xmlns:a16="http://schemas.microsoft.com/office/drawing/2014/main" id="{A8995FD0-5081-4676-86CA-821F6457D1C9}"/>
                </a:ext>
              </a:extLst>
            </p:cNvPr>
            <p:cNvSpPr txBox="1"/>
            <p:nvPr/>
          </p:nvSpPr>
          <p:spPr>
            <a:xfrm>
              <a:off x="10134652" y="2845396"/>
              <a:ext cx="466725" cy="442639"/>
            </a:xfrm>
            <a:prstGeom prst="rect">
              <a:avLst/>
            </a:prstGeom>
            <a:noFill/>
          </p:spPr>
          <p:txBody>
            <a:bodyPr wrap="square" lIns="91440" tIns="45720" rIns="91440" bIns="45720" rtlCol="0">
              <a:prstTxWarp prst="textPlain">
                <a:avLst/>
              </a:prstTxWarp>
              <a:normAutofit fontScale="32500" lnSpcReduction="20000"/>
            </a:bodyPr>
            <a:lstStyle/>
            <a:p>
              <a:pPr algn="ctr"/>
              <a:r>
                <a:rPr lang="en-US" altLang="zh-CN" sz="8000" dirty="0">
                  <a:solidFill>
                    <a:schemeClr val="accent1"/>
                  </a:solidFill>
                  <a:cs typeface="+mn-ea"/>
                  <a:sym typeface="+mn-lt"/>
                </a:rPr>
                <a:t>”</a:t>
              </a:r>
              <a:endParaRPr lang="zh-CN" altLang="en-US" sz="8000" dirty="0">
                <a:solidFill>
                  <a:schemeClr val="accent1"/>
                </a:solidFill>
                <a:cs typeface="+mn-ea"/>
                <a:sym typeface="+mn-lt"/>
              </a:endParaRPr>
            </a:p>
          </p:txBody>
        </p:sp>
      </p:grpSp>
      <p:grpSp>
        <p:nvGrpSpPr>
          <p:cNvPr id="16" name="组合 15"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title="iSlide™ 版权声明  COPYRIGHT NOTICE">
            <a:extLst>
              <a:ext uri="{FF2B5EF4-FFF2-40B4-BE49-F238E27FC236}">
                <a16:creationId xmlns:a16="http://schemas.microsoft.com/office/drawing/2014/main" id="{A8A2B12A-03FB-59E7-51E7-A5E54F197D50}"/>
              </a:ext>
            </a:extLst>
          </p:cNvPr>
          <p:cNvGrpSpPr>
            <a:grpSpLocks noChangeAspect="1"/>
          </p:cNvGrpSpPr>
          <p:nvPr/>
        </p:nvGrpSpPr>
        <p:grpSpPr>
          <a:xfrm>
            <a:off x="4365838" y="514350"/>
            <a:ext cx="3080236" cy="3490888"/>
            <a:chOff x="4802780" y="1468904"/>
            <a:chExt cx="2877376" cy="3117978"/>
          </a:xfrm>
        </p:grpSpPr>
        <p:sp>
          <p:nvSpPr>
            <p:cNvPr id="17" name="矩形: 圆角 16">
              <a:extLst>
                <a:ext uri="{FF2B5EF4-FFF2-40B4-BE49-F238E27FC236}">
                  <a16:creationId xmlns:a16="http://schemas.microsoft.com/office/drawing/2014/main" id="{A7A4C74A-30EC-CB79-55BD-D49554C446CE}"/>
                </a:ext>
              </a:extLst>
            </p:cNvPr>
            <p:cNvSpPr/>
            <p:nvPr/>
          </p:nvSpPr>
          <p:spPr>
            <a:xfrm>
              <a:off x="4802780" y="1468904"/>
              <a:ext cx="2650971" cy="505968"/>
            </a:xfrm>
            <a:prstGeom prst="roundRect">
              <a:avLst>
                <a:gd name="adj" fmla="val 5000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Autofit/>
            </a:bodyPr>
            <a:lstStyle/>
            <a:p>
              <a:pPr algn="ctr"/>
              <a:r>
                <a:rPr lang="zh-CN" altLang="en-US" sz="1600" b="1" dirty="0">
                  <a:solidFill>
                    <a:schemeClr val="bg1"/>
                  </a:solidFill>
                  <a:cs typeface="+mn-ea"/>
                  <a:sym typeface="+mn-lt"/>
                </a:rPr>
                <a:t>项目感言</a:t>
              </a:r>
            </a:p>
          </p:txBody>
        </p:sp>
        <p:sp>
          <p:nvSpPr>
            <p:cNvPr id="18" name="矩形: 圆角 17">
              <a:extLst>
                <a:ext uri="{FF2B5EF4-FFF2-40B4-BE49-F238E27FC236}">
                  <a16:creationId xmlns:a16="http://schemas.microsoft.com/office/drawing/2014/main" id="{B60F4DF2-01BC-E2A9-C817-FC48F40196CC}"/>
                </a:ext>
              </a:extLst>
            </p:cNvPr>
            <p:cNvSpPr/>
            <p:nvPr/>
          </p:nvSpPr>
          <p:spPr>
            <a:xfrm>
              <a:off x="5609431" y="4189410"/>
              <a:ext cx="2070725" cy="397472"/>
            </a:xfrm>
            <a:prstGeom prst="roundRect">
              <a:avLst>
                <a:gd name="adj" fmla="val 8562"/>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Autofit/>
            </a:bodyPr>
            <a:lstStyle/>
            <a:p>
              <a:pPr algn="ctr"/>
              <a:endParaRPr lang="zh-CN" altLang="en-US" sz="1600" dirty="0">
                <a:solidFill>
                  <a:schemeClr val="tx1"/>
                </a:solidFill>
                <a:cs typeface="+mn-ea"/>
                <a:sym typeface="+mn-lt"/>
              </a:endParaRPr>
            </a:p>
          </p:txBody>
        </p:sp>
      </p:grpSp>
      <p:grpSp>
        <p:nvGrpSpPr>
          <p:cNvPr id="35" name="组合 34">
            <a:extLst>
              <a:ext uri="{FF2B5EF4-FFF2-40B4-BE49-F238E27FC236}">
                <a16:creationId xmlns:a16="http://schemas.microsoft.com/office/drawing/2014/main" id="{E525CF70-9044-5CC3-8754-E0258922FAF0}"/>
              </a:ext>
            </a:extLst>
          </p:cNvPr>
          <p:cNvGrpSpPr/>
          <p:nvPr/>
        </p:nvGrpSpPr>
        <p:grpSpPr>
          <a:xfrm>
            <a:off x="4194133" y="3519132"/>
            <a:ext cx="3181281" cy="3157495"/>
            <a:chOff x="6932349" y="1176930"/>
            <a:chExt cx="4567810" cy="4567810"/>
          </a:xfrm>
          <a:effectLst>
            <a:outerShdw blurRad="50800" dist="38100" dir="2700000" algn="tl" rotWithShape="0">
              <a:prstClr val="black">
                <a:alpha val="40000"/>
              </a:prstClr>
            </a:outerShdw>
          </a:effectLst>
        </p:grpSpPr>
        <p:sp>
          <p:nvSpPr>
            <p:cNvPr id="36" name="椭圆 35">
              <a:extLst>
                <a:ext uri="{FF2B5EF4-FFF2-40B4-BE49-F238E27FC236}">
                  <a16:creationId xmlns:a16="http://schemas.microsoft.com/office/drawing/2014/main" id="{3EAF5DD5-49BC-2FB4-19B4-1D32053DDD3A}"/>
                </a:ext>
              </a:extLst>
            </p:cNvPr>
            <p:cNvSpPr/>
            <p:nvPr/>
          </p:nvSpPr>
          <p:spPr>
            <a:xfrm>
              <a:off x="6932349" y="1176930"/>
              <a:ext cx="4567810" cy="4567810"/>
            </a:xfrm>
            <a:prstGeom prst="ellipse">
              <a:avLst/>
            </a:prstGeom>
            <a:solidFill>
              <a:srgbClr val="D28A7C"/>
            </a:solidFill>
            <a:ln w="73025">
              <a:solidFill>
                <a:srgbClr val="FEC397">
                  <a:alpha val="35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pic>
          <p:nvPicPr>
            <p:cNvPr id="37" name="图片 36">
              <a:extLst>
                <a:ext uri="{FF2B5EF4-FFF2-40B4-BE49-F238E27FC236}">
                  <a16:creationId xmlns:a16="http://schemas.microsoft.com/office/drawing/2014/main" id="{6090E665-E685-1B3E-4A75-596750C73F86}"/>
                </a:ext>
              </a:extLst>
            </p:cNvPr>
            <p:cNvPicPr>
              <a:picLocks noChangeAspect="1"/>
            </p:cNvPicPr>
            <p:nvPr/>
          </p:nvPicPr>
          <p:blipFill>
            <a:blip r:embed="rId2" cstate="print">
              <a:extLst>
                <a:ext uri="{28A0092B-C50C-407E-A947-70E740481C1C}">
                  <a14:useLocalDpi xmlns:a14="http://schemas.microsoft.com/office/drawing/2010/main" val="0"/>
                </a:ext>
              </a:extLst>
            </a:blip>
            <a:srcRect l="37494" t="62069" r="34510"/>
            <a:stretch>
              <a:fillRect/>
            </a:stretch>
          </p:blipFill>
          <p:spPr>
            <a:xfrm>
              <a:off x="7749637" y="2003398"/>
              <a:ext cx="2933230" cy="2955213"/>
            </a:xfrm>
            <a:custGeom>
              <a:avLst/>
              <a:gdLst>
                <a:gd name="connsiteX0" fmla="*/ 1290980 w 2581960"/>
                <a:gd name="connsiteY0" fmla="*/ 0 h 2601310"/>
                <a:gd name="connsiteX1" fmla="*/ 2581960 w 2581960"/>
                <a:gd name="connsiteY1" fmla="*/ 1300655 h 2601310"/>
                <a:gd name="connsiteX2" fmla="*/ 1290980 w 2581960"/>
                <a:gd name="connsiteY2" fmla="*/ 2601310 h 2601310"/>
                <a:gd name="connsiteX3" fmla="*/ 0 w 2581960"/>
                <a:gd name="connsiteY3" fmla="*/ 1300655 h 2601310"/>
                <a:gd name="connsiteX4" fmla="*/ 1290980 w 2581960"/>
                <a:gd name="connsiteY4" fmla="*/ 0 h 26013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81960" h="2601310">
                  <a:moveTo>
                    <a:pt x="1290980" y="0"/>
                  </a:moveTo>
                  <a:cubicBezTo>
                    <a:pt x="2003969" y="0"/>
                    <a:pt x="2581960" y="582323"/>
                    <a:pt x="2581960" y="1300655"/>
                  </a:cubicBezTo>
                  <a:cubicBezTo>
                    <a:pt x="2581960" y="2018987"/>
                    <a:pt x="2003969" y="2601310"/>
                    <a:pt x="1290980" y="2601310"/>
                  </a:cubicBezTo>
                  <a:cubicBezTo>
                    <a:pt x="577991" y="2601310"/>
                    <a:pt x="0" y="2018987"/>
                    <a:pt x="0" y="1300655"/>
                  </a:cubicBezTo>
                  <a:cubicBezTo>
                    <a:pt x="0" y="582323"/>
                    <a:pt x="577991" y="0"/>
                    <a:pt x="1290980" y="0"/>
                  </a:cubicBezTo>
                  <a:close/>
                </a:path>
              </a:pathLst>
            </a:custGeom>
            <a:ln w="47625">
              <a:solidFill>
                <a:srgbClr val="FEC397">
                  <a:alpha val="97000"/>
                </a:srgbClr>
              </a:solidFill>
            </a:ln>
          </p:spPr>
        </p:pic>
        <p:sp>
          <p:nvSpPr>
            <p:cNvPr id="38" name="弧形 37">
              <a:extLst>
                <a:ext uri="{FF2B5EF4-FFF2-40B4-BE49-F238E27FC236}">
                  <a16:creationId xmlns:a16="http://schemas.microsoft.com/office/drawing/2014/main" id="{09458F1B-D878-85AB-1240-86943105D7D2}"/>
                </a:ext>
              </a:extLst>
            </p:cNvPr>
            <p:cNvSpPr/>
            <p:nvPr/>
          </p:nvSpPr>
          <p:spPr>
            <a:xfrm>
              <a:off x="7242661" y="1507413"/>
              <a:ext cx="3947184" cy="3947184"/>
            </a:xfrm>
            <a:prstGeom prst="arc">
              <a:avLst>
                <a:gd name="adj1" fmla="val 16200000"/>
                <a:gd name="adj2" fmla="val 16118340"/>
              </a:avLst>
            </a:prstGeom>
            <a:ln w="19050">
              <a:solidFill>
                <a:srgbClr val="FEC397">
                  <a:alpha val="97000"/>
                </a:srgb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cs typeface="+mn-ea"/>
                <a:sym typeface="+mn-lt"/>
              </a:endParaRPr>
            </a:p>
          </p:txBody>
        </p:sp>
        <p:sp>
          <p:nvSpPr>
            <p:cNvPr id="39" name="弧形 38">
              <a:extLst>
                <a:ext uri="{FF2B5EF4-FFF2-40B4-BE49-F238E27FC236}">
                  <a16:creationId xmlns:a16="http://schemas.microsoft.com/office/drawing/2014/main" id="{BFEDF258-BCFF-2E2C-2A70-2EB5E48FF013}"/>
                </a:ext>
              </a:extLst>
            </p:cNvPr>
            <p:cNvSpPr/>
            <p:nvPr/>
          </p:nvSpPr>
          <p:spPr>
            <a:xfrm>
              <a:off x="7380938" y="1624715"/>
              <a:ext cx="3670628" cy="3672239"/>
            </a:xfrm>
            <a:prstGeom prst="arc">
              <a:avLst>
                <a:gd name="adj1" fmla="val 2890845"/>
                <a:gd name="adj2" fmla="val 2796209"/>
              </a:avLst>
            </a:prstGeom>
            <a:ln w="19050">
              <a:solidFill>
                <a:srgbClr val="FEC397">
                  <a:alpha val="97000"/>
                </a:srgb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cs typeface="+mn-ea"/>
                <a:sym typeface="+mn-lt"/>
              </a:endParaRPr>
            </a:p>
          </p:txBody>
        </p:sp>
        <p:sp>
          <p:nvSpPr>
            <p:cNvPr id="40" name="弧形 39">
              <a:extLst>
                <a:ext uri="{FF2B5EF4-FFF2-40B4-BE49-F238E27FC236}">
                  <a16:creationId xmlns:a16="http://schemas.microsoft.com/office/drawing/2014/main" id="{715A8D92-9E37-C2F7-9CC0-4E6EE492E117}"/>
                </a:ext>
              </a:extLst>
            </p:cNvPr>
            <p:cNvSpPr/>
            <p:nvPr/>
          </p:nvSpPr>
          <p:spPr>
            <a:xfrm>
              <a:off x="7089506" y="1354258"/>
              <a:ext cx="4253492" cy="4253492"/>
            </a:xfrm>
            <a:prstGeom prst="arc">
              <a:avLst>
                <a:gd name="adj1" fmla="val 2890845"/>
                <a:gd name="adj2" fmla="val 2796209"/>
              </a:avLst>
            </a:prstGeom>
            <a:ln w="19050">
              <a:solidFill>
                <a:srgbClr val="FEC397">
                  <a:alpha val="97000"/>
                </a:srgb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cs typeface="+mn-ea"/>
                <a:sym typeface="+mn-lt"/>
              </a:endParaRPr>
            </a:p>
          </p:txBody>
        </p:sp>
        <p:sp>
          <p:nvSpPr>
            <p:cNvPr id="41" name="弧形 40">
              <a:extLst>
                <a:ext uri="{FF2B5EF4-FFF2-40B4-BE49-F238E27FC236}">
                  <a16:creationId xmlns:a16="http://schemas.microsoft.com/office/drawing/2014/main" id="{67100E12-737D-57B5-37BA-370412BD9D55}"/>
                </a:ext>
              </a:extLst>
            </p:cNvPr>
            <p:cNvSpPr/>
            <p:nvPr/>
          </p:nvSpPr>
          <p:spPr>
            <a:xfrm>
              <a:off x="7544222" y="1808241"/>
              <a:ext cx="3344059" cy="3345526"/>
            </a:xfrm>
            <a:prstGeom prst="arc">
              <a:avLst>
                <a:gd name="adj1" fmla="val 2890845"/>
                <a:gd name="adj2" fmla="val 2796209"/>
              </a:avLst>
            </a:prstGeom>
            <a:ln w="19050">
              <a:solidFill>
                <a:srgbClr val="FEC397">
                  <a:alpha val="97000"/>
                </a:srgb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cs typeface="+mn-ea"/>
                <a:sym typeface="+mn-lt"/>
              </a:endParaRPr>
            </a:p>
          </p:txBody>
        </p:sp>
      </p:grpSp>
    </p:spTree>
    <p:extLst>
      <p:ext uri="{BB962C8B-B14F-4D97-AF65-F5344CB8AC3E}">
        <p14:creationId xmlns:p14="http://schemas.microsoft.com/office/powerpoint/2010/main" val="485815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2500" fill="hold"/>
                                        <p:tgtEl>
                                          <p:spTgt spid="35"/>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对象 2" hidden="1">
            <a:extLst>
              <a:ext uri="{FF2B5EF4-FFF2-40B4-BE49-F238E27FC236}">
                <a16:creationId xmlns:a16="http://schemas.microsoft.com/office/drawing/2014/main" id="{A6A819F1-33AF-45D7-8BF6-2B0A9769CAD4}"/>
              </a:ext>
            </a:extLst>
          </p:cNvPr>
          <p:cNvGraphicFramePr>
            <a:graphicFrameLocks noChangeAspect="1"/>
          </p:cNvGraphicFramePr>
          <p:nvPr>
            <p:extLst>
              <p:ext uri="{D42A27DB-BD31-4B8C-83A1-F6EECF244321}">
                <p14:modId xmlns:p14="http://schemas.microsoft.com/office/powerpoint/2010/main" val="109698697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47" imgH="348" progId="TCLayout.ActiveDocument.1">
                  <p:embed/>
                </p:oleObj>
              </mc:Choice>
              <mc:Fallback>
                <p:oleObj name="think-cell Slide" r:id="rId3" imgW="347" imgH="348" progId="TCLayout.ActiveDocument.1">
                  <p:embed/>
                  <p:pic>
                    <p:nvPicPr>
                      <p:cNvPr id="3" name="" hidden="1">
                        <a:extLst>
                          <a:ext uri="{FF2B5EF4-FFF2-40B4-BE49-F238E27FC236}">
                            <a16:creationId xmlns:a16="http://schemas.microsoft.com/office/drawing/2014/main" id="{A6A819F1-33AF-45D7-8BF6-2B0A9769CAD4}"/>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矩形 1" hidden="1">
            <a:extLst>
              <a:ext uri="{FF2B5EF4-FFF2-40B4-BE49-F238E27FC236}">
                <a16:creationId xmlns:a16="http://schemas.microsoft.com/office/drawing/2014/main" id="{FF51F16D-1BAD-46EE-A6F4-B8B94C9DF628}"/>
              </a:ext>
            </a:extLst>
          </p:cNvPr>
          <p:cNvSpPr/>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algn="ctr">
              <a:lnSpc>
                <a:spcPct val="90000"/>
              </a:lnSpc>
              <a:spcBef>
                <a:spcPct val="0"/>
              </a:spcBef>
              <a:spcAft>
                <a:spcPct val="0"/>
              </a:spcAft>
            </a:pPr>
            <a:endParaRPr lang="en-US" altLang="zh-CN" sz="2400" dirty="0">
              <a:cs typeface="+mn-ea"/>
              <a:sym typeface="+mn-lt"/>
            </a:endParaRPr>
          </a:p>
        </p:txBody>
      </p:sp>
      <p:sp>
        <p:nvSpPr>
          <p:cNvPr id="7" name="文本占位符 6"/>
          <p:cNvSpPr>
            <a:spLocks noGrp="1"/>
          </p:cNvSpPr>
          <p:nvPr>
            <p:ph type="body" sz="quarter" idx="18"/>
          </p:nvPr>
        </p:nvSpPr>
        <p:spPr/>
        <p:txBody>
          <a:bodyPr/>
          <a:lstStyle/>
          <a:p>
            <a:r>
              <a:rPr lang="zh-CN" altLang="en-US" dirty="0">
                <a:cs typeface="+mn-ea"/>
                <a:sym typeface="+mn-lt"/>
              </a:rPr>
              <a:t>指导老师：胡壹伟</a:t>
            </a:r>
            <a:endParaRPr lang="en-US" altLang="en-US" dirty="0">
              <a:cs typeface="+mn-ea"/>
              <a:sym typeface="+mn-lt"/>
            </a:endParaRPr>
          </a:p>
        </p:txBody>
      </p:sp>
      <p:sp>
        <p:nvSpPr>
          <p:cNvPr id="6" name="文本占位符 5"/>
          <p:cNvSpPr>
            <a:spLocks noGrp="1"/>
          </p:cNvSpPr>
          <p:nvPr>
            <p:ph type="body" sz="quarter" idx="10"/>
          </p:nvPr>
        </p:nvSpPr>
        <p:spPr/>
        <p:txBody>
          <a:bodyPr/>
          <a:lstStyle/>
          <a:p>
            <a:r>
              <a:rPr lang="zh-CN" altLang="en-US" dirty="0">
                <a:cs typeface="+mn-ea"/>
                <a:sym typeface="+mn-lt"/>
              </a:rPr>
              <a:t>答辩人：伯松衡</a:t>
            </a:r>
            <a:endParaRPr lang="en-US" altLang="zh-CN" dirty="0">
              <a:cs typeface="+mn-ea"/>
              <a:sym typeface="+mn-lt"/>
            </a:endParaRPr>
          </a:p>
        </p:txBody>
      </p:sp>
      <p:sp>
        <p:nvSpPr>
          <p:cNvPr id="5" name="标题 4"/>
          <p:cNvSpPr>
            <a:spLocks noGrp="1"/>
          </p:cNvSpPr>
          <p:nvPr>
            <p:ph type="ctrTitle"/>
          </p:nvPr>
        </p:nvSpPr>
        <p:spPr/>
        <p:txBody>
          <a:bodyPr>
            <a:normAutofit fontScale="90000"/>
          </a:bodyPr>
          <a:lstStyle/>
          <a:p>
            <a:r>
              <a:rPr lang="en-US" altLang="zh-CN" dirty="0">
                <a:latin typeface="+mn-lt"/>
                <a:ea typeface="+mn-ea"/>
                <a:cs typeface="+mn-ea"/>
                <a:sym typeface="+mn-lt"/>
              </a:rPr>
              <a:t>Thanks</a:t>
            </a:r>
            <a:br>
              <a:rPr lang="zh-CN" altLang="en-US" dirty="0">
                <a:latin typeface="+mn-lt"/>
                <a:ea typeface="+mn-ea"/>
                <a:cs typeface="+mn-ea"/>
                <a:sym typeface="+mn-lt"/>
              </a:rPr>
            </a:br>
            <a:r>
              <a:rPr lang="en-US" altLang="zh-CN" dirty="0">
                <a:latin typeface="+mn-lt"/>
                <a:ea typeface="+mn-ea"/>
                <a:cs typeface="+mn-ea"/>
                <a:sym typeface="+mn-lt"/>
              </a:rPr>
              <a:t>And your slogan here</a:t>
            </a:r>
            <a:endParaRPr lang="zh-CN" altLang="en-US" dirty="0">
              <a:latin typeface="+mn-lt"/>
              <a:ea typeface="+mn-ea"/>
              <a:cs typeface="+mn-ea"/>
              <a:sym typeface="+mn-lt"/>
            </a:endParaRPr>
          </a:p>
        </p:txBody>
      </p:sp>
    </p:spTree>
    <p:extLst>
      <p:ext uri="{BB962C8B-B14F-4D97-AF65-F5344CB8AC3E}">
        <p14:creationId xmlns:p14="http://schemas.microsoft.com/office/powerpoint/2010/main" val="1259043032"/>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ISLIDE.TEMPLATE" val="d11fafbd-8205-4933-87c2-3c0363e2b412"/>
</p:tagLst>
</file>

<file path=ppt/theme/theme1.xml><?xml version="1.0" encoding="utf-8"?>
<a:theme xmlns:a="http://schemas.openxmlformats.org/drawingml/2006/main" name="主题5">
  <a:themeElements>
    <a:clrScheme name="房利美">
      <a:dk1>
        <a:srgbClr val="000000"/>
      </a:dk1>
      <a:lt1>
        <a:srgbClr val="FFFFFF"/>
      </a:lt1>
      <a:dk2>
        <a:srgbClr val="768394"/>
      </a:dk2>
      <a:lt2>
        <a:srgbClr val="F0F0F0"/>
      </a:lt2>
      <a:accent1>
        <a:srgbClr val="FFDC3C"/>
      </a:accent1>
      <a:accent2>
        <a:srgbClr val="E1A96C"/>
      </a:accent2>
      <a:accent3>
        <a:srgbClr val="FBCAA6"/>
      </a:accent3>
      <a:accent4>
        <a:srgbClr val="D38618"/>
      </a:accent4>
      <a:accent5>
        <a:srgbClr val="B2B2B4"/>
      </a:accent5>
      <a:accent6>
        <a:srgbClr val="7C797B"/>
      </a:accent6>
      <a:hlink>
        <a:srgbClr val="4276AA"/>
      </a:hlink>
      <a:folHlink>
        <a:srgbClr val="BFBFBF"/>
      </a:folHlink>
    </a:clrScheme>
    <a:fontScheme name="robidy2i">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rtlCol="0">
        <a:spAutoFit/>
      </a:bodyPr>
      <a:lstStyle>
        <a:defPPr algn="l">
          <a:defRPr dirty="0"/>
        </a:defPPr>
      </a:lstStyle>
    </a:txDef>
  </a:objectDefaults>
  <a:extraClrSchemeLst/>
  <a:extLst>
    <a:ext uri="{05A4C25C-085E-4340-85A3-A5531E510DB2}">
      <thm15:themeFamily xmlns:thm15="http://schemas.microsoft.com/office/thememl/2012/main" name="主题5" id="{B8EDB911-D765-4A7B-BBC7-40DBB672FBA6}" vid="{AECAB1C0-5DF6-436C-85E8-20094DBE11C0}"/>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房利美">
    <a:dk1>
      <a:srgbClr val="000000"/>
    </a:dk1>
    <a:lt1>
      <a:srgbClr val="FFFFFF"/>
    </a:lt1>
    <a:dk2>
      <a:srgbClr val="768394"/>
    </a:dk2>
    <a:lt2>
      <a:srgbClr val="F0F0F0"/>
    </a:lt2>
    <a:accent1>
      <a:srgbClr val="FFDC3C"/>
    </a:accent1>
    <a:accent2>
      <a:srgbClr val="E1A96C"/>
    </a:accent2>
    <a:accent3>
      <a:srgbClr val="FBCAA6"/>
    </a:accent3>
    <a:accent4>
      <a:srgbClr val="D38618"/>
    </a:accent4>
    <a:accent5>
      <a:srgbClr val="B2B2B4"/>
    </a:accent5>
    <a:accent6>
      <a:srgbClr val="7C797B"/>
    </a:accent6>
    <a:hlink>
      <a:srgbClr val="4276AA"/>
    </a:hlink>
    <a:folHlink>
      <a:srgbClr val="BFBFBF"/>
    </a:folHlink>
  </a:clrScheme>
</a:themeOverride>
</file>

<file path=ppt/theme/themeOverride2.xml><?xml version="1.0" encoding="utf-8"?>
<a:themeOverride xmlns:a="http://schemas.openxmlformats.org/drawingml/2006/main">
  <a:clrScheme name="房利美">
    <a:dk1>
      <a:srgbClr val="000000"/>
    </a:dk1>
    <a:lt1>
      <a:srgbClr val="FFFFFF"/>
    </a:lt1>
    <a:dk2>
      <a:srgbClr val="768394"/>
    </a:dk2>
    <a:lt2>
      <a:srgbClr val="F0F0F0"/>
    </a:lt2>
    <a:accent1>
      <a:srgbClr val="FFDC3C"/>
    </a:accent1>
    <a:accent2>
      <a:srgbClr val="E1A96C"/>
    </a:accent2>
    <a:accent3>
      <a:srgbClr val="FBCAA6"/>
    </a:accent3>
    <a:accent4>
      <a:srgbClr val="D38618"/>
    </a:accent4>
    <a:accent5>
      <a:srgbClr val="B2B2B4"/>
    </a:accent5>
    <a:accent6>
      <a:srgbClr val="7C797B"/>
    </a:accent6>
    <a:hlink>
      <a:srgbClr val="4276AA"/>
    </a:hlink>
    <a:folHlink>
      <a:srgbClr val="BFBFBF"/>
    </a:folHlink>
  </a:clrScheme>
</a:themeOverride>
</file>

<file path=ppt/theme/themeOverride3.xml><?xml version="1.0" encoding="utf-8"?>
<a:themeOverride xmlns:a="http://schemas.openxmlformats.org/drawingml/2006/main">
  <a:clrScheme name="房利美">
    <a:dk1>
      <a:srgbClr val="000000"/>
    </a:dk1>
    <a:lt1>
      <a:srgbClr val="FFFFFF"/>
    </a:lt1>
    <a:dk2>
      <a:srgbClr val="768394"/>
    </a:dk2>
    <a:lt2>
      <a:srgbClr val="F0F0F0"/>
    </a:lt2>
    <a:accent1>
      <a:srgbClr val="FFDC3C"/>
    </a:accent1>
    <a:accent2>
      <a:srgbClr val="E1A96C"/>
    </a:accent2>
    <a:accent3>
      <a:srgbClr val="FBCAA6"/>
    </a:accent3>
    <a:accent4>
      <a:srgbClr val="D38618"/>
    </a:accent4>
    <a:accent5>
      <a:srgbClr val="B2B2B4"/>
    </a:accent5>
    <a:accent6>
      <a:srgbClr val="7C797B"/>
    </a:accent6>
    <a:hlink>
      <a:srgbClr val="4276AA"/>
    </a:hlink>
    <a:folHlink>
      <a:srgbClr val="BFBFBF"/>
    </a:folHlink>
  </a:clrScheme>
</a:themeOverride>
</file>

<file path=ppt/theme/themeOverride4.xml><?xml version="1.0" encoding="utf-8"?>
<a:themeOverride xmlns:a="http://schemas.openxmlformats.org/drawingml/2006/main">
  <a:clrScheme name="房利美">
    <a:dk1>
      <a:srgbClr val="000000"/>
    </a:dk1>
    <a:lt1>
      <a:srgbClr val="FFFFFF"/>
    </a:lt1>
    <a:dk2>
      <a:srgbClr val="768394"/>
    </a:dk2>
    <a:lt2>
      <a:srgbClr val="F0F0F0"/>
    </a:lt2>
    <a:accent1>
      <a:srgbClr val="FFDC3C"/>
    </a:accent1>
    <a:accent2>
      <a:srgbClr val="E1A96C"/>
    </a:accent2>
    <a:accent3>
      <a:srgbClr val="FBCAA6"/>
    </a:accent3>
    <a:accent4>
      <a:srgbClr val="D38618"/>
    </a:accent4>
    <a:accent5>
      <a:srgbClr val="B2B2B4"/>
    </a:accent5>
    <a:accent6>
      <a:srgbClr val="7C797B"/>
    </a:accent6>
    <a:hlink>
      <a:srgbClr val="4276AA"/>
    </a:hlink>
    <a:folHlink>
      <a:srgbClr val="BFBFBF"/>
    </a:folHlink>
  </a:clrScheme>
</a:themeOverride>
</file>

<file path=ppt/theme/themeOverride5.xml><?xml version="1.0" encoding="utf-8"?>
<a:themeOverride xmlns:a="http://schemas.openxmlformats.org/drawingml/2006/main">
  <a:clrScheme name="房利美">
    <a:dk1>
      <a:srgbClr val="000000"/>
    </a:dk1>
    <a:lt1>
      <a:srgbClr val="FFFFFF"/>
    </a:lt1>
    <a:dk2>
      <a:srgbClr val="768394"/>
    </a:dk2>
    <a:lt2>
      <a:srgbClr val="F0F0F0"/>
    </a:lt2>
    <a:accent1>
      <a:srgbClr val="FFDC3C"/>
    </a:accent1>
    <a:accent2>
      <a:srgbClr val="E1A96C"/>
    </a:accent2>
    <a:accent3>
      <a:srgbClr val="FBCAA6"/>
    </a:accent3>
    <a:accent4>
      <a:srgbClr val="D38618"/>
    </a:accent4>
    <a:accent5>
      <a:srgbClr val="B2B2B4"/>
    </a:accent5>
    <a:accent6>
      <a:srgbClr val="7C797B"/>
    </a:accent6>
    <a:hlink>
      <a:srgbClr val="4276AA"/>
    </a:hlink>
    <a:folHlink>
      <a:srgbClr val="BFBFBF"/>
    </a:folHlink>
  </a:clrScheme>
</a:themeOverride>
</file>

<file path=ppt/theme/themeOverride6.xml><?xml version="1.0" encoding="utf-8"?>
<a:themeOverride xmlns:a="http://schemas.openxmlformats.org/drawingml/2006/main">
  <a:clrScheme name="房利美">
    <a:dk1>
      <a:srgbClr val="000000"/>
    </a:dk1>
    <a:lt1>
      <a:srgbClr val="FFFFFF"/>
    </a:lt1>
    <a:dk2>
      <a:srgbClr val="768394"/>
    </a:dk2>
    <a:lt2>
      <a:srgbClr val="F0F0F0"/>
    </a:lt2>
    <a:accent1>
      <a:srgbClr val="FFDC3C"/>
    </a:accent1>
    <a:accent2>
      <a:srgbClr val="E1A96C"/>
    </a:accent2>
    <a:accent3>
      <a:srgbClr val="FBCAA6"/>
    </a:accent3>
    <a:accent4>
      <a:srgbClr val="D38618"/>
    </a:accent4>
    <a:accent5>
      <a:srgbClr val="B2B2B4"/>
    </a:accent5>
    <a:accent6>
      <a:srgbClr val="7C797B"/>
    </a:accent6>
    <a:hlink>
      <a:srgbClr val="4276AA"/>
    </a:hlink>
    <a:folHlink>
      <a:srgbClr val="BFBFBF"/>
    </a:folHlink>
  </a:clr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D1443A8EF62DE444B1FF07917E22EF72" ma:contentTypeVersion="17" ma:contentTypeDescription="Create a new document." ma:contentTypeScope="" ma:versionID="ae809626c8abf568b6a415226af21ced">
  <xsd:schema xmlns:xsd="http://www.w3.org/2001/XMLSchema" xmlns:xs="http://www.w3.org/2001/XMLSchema" xmlns:p="http://schemas.microsoft.com/office/2006/metadata/properties" xmlns:ns1="http://schemas.microsoft.com/sharepoint/v3" xmlns:ns2="0a5c0dea-e5d7-4228-9256-3793bb42faa5" xmlns:ns3="97934b4b-eba6-486d-bfc1-4b8e3fe39092" targetNamespace="http://schemas.microsoft.com/office/2006/metadata/properties" ma:root="true" ma:fieldsID="1ffe3db4c8c97a24da98b2b5f963ec28" ns1:_="" ns2:_="" ns3:_="">
    <xsd:import namespace="http://schemas.microsoft.com/sharepoint/v3"/>
    <xsd:import namespace="0a5c0dea-e5d7-4228-9256-3793bb42faa5"/>
    <xsd:import namespace="97934b4b-eba6-486d-bfc1-4b8e3fe39092"/>
    <xsd:element name="properties">
      <xsd:complexType>
        <xsd:sequence>
          <xsd:element name="documentManagement">
            <xsd:complexType>
              <xsd:all>
                <xsd:element ref="ns2:OneNoteFluid_FileOrder" minOccurs="0"/>
                <xsd:element ref="ns2:MediaServiceMetadata" minOccurs="0"/>
                <xsd:element ref="ns2:MediaServiceFastMetadata" minOccurs="0"/>
                <xsd:element ref="ns2:MediaServiceDateTaken" minOccurs="0"/>
                <xsd:element ref="ns2:MediaLengthInSeconds" minOccurs="0"/>
                <xsd:element ref="ns3:SharedWithUsers" minOccurs="0"/>
                <xsd:element ref="ns3:SharedWithDetails" minOccurs="0"/>
                <xsd:element ref="ns2:MediaServiceAutoKeyPoints" minOccurs="0"/>
                <xsd:element ref="ns2:MediaServiceKeyPoint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1:_ip_UnifiedCompliancePolicyProperties" minOccurs="0"/>
                <xsd:element ref="ns1:_ip_UnifiedCompliancePolicyUIAc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3" nillable="true" ma:displayName="Unified Compliance Policy Properties" ma:hidden="true" ma:internalName="_ip_UnifiedCompliancePolicyProperties">
      <xsd:simpleType>
        <xsd:restriction base="dms:Note"/>
      </xsd:simpleType>
    </xsd:element>
    <xsd:element name="_ip_UnifiedCompliancePolicyUIAction" ma:index="24"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0a5c0dea-e5d7-4228-9256-3793bb42faa5" elementFormDefault="qualified">
    <xsd:import namespace="http://schemas.microsoft.com/office/2006/documentManagement/types"/>
    <xsd:import namespace="http://schemas.microsoft.com/office/infopath/2007/PartnerControls"/>
    <xsd:element name="OneNoteFluid_FileOrder" ma:index="8" nillable="true" ma:displayName="OneNoteFluid_FileOrder" ma:internalName="OneNoteFluid_FileOrder">
      <xsd:simpleType>
        <xsd:restriction base="dms:Text">
          <xsd:maxLength value="255"/>
        </xsd:restriction>
      </xsd:simpleType>
    </xsd:element>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DateTaken" ma:index="11" nillable="true" ma:displayName="MediaServiceDateTaken" ma:hidden="true" ma:internalName="MediaServiceDateTaken" ma:readOnly="true">
      <xsd:simpleType>
        <xsd:restriction base="dms:Text"/>
      </xsd:simpleType>
    </xsd:element>
    <xsd:element name="MediaLengthInSeconds" ma:index="12" nillable="true" ma:displayName="MediaLengthInSeconds" ma:hidden="true" ma:internalName="MediaLengthInSeconds" ma:readOnly="true">
      <xsd:simpleType>
        <xsd:restriction base="dms:Unknown"/>
      </xsd:simpleType>
    </xsd:element>
    <xsd:element name="MediaServiceAutoKeyPoints" ma:index="15" nillable="true" ma:displayName="MediaServiceAutoKeyPoints" ma:hidden="true" ma:internalName="MediaServiceAutoKeyPoints" ma:readOnly="true">
      <xsd:simpleType>
        <xsd:restriction base="dms:Note"/>
      </xsd:simpleType>
    </xsd:element>
    <xsd:element name="MediaServiceKeyPoints" ma:index="16" nillable="true" ma:displayName="KeyPoints" ma:internalName="MediaServiceKeyPoints" ma:readOnly="true">
      <xsd:simpleType>
        <xsd:restriction base="dms:Note">
          <xsd:maxLength value="255"/>
        </xsd:restriction>
      </xsd:simpleType>
    </xsd:element>
    <xsd:element name="lcf76f155ced4ddcb4097134ff3c332f" ma:index="18" nillable="true" ma:taxonomy="true" ma:internalName="lcf76f155ced4ddcb4097134ff3c332f"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OCR" ma:index="20" nillable="true" ma:displayName="Extracted Text" ma:internalName="MediaServiceOCR" ma:readOnly="true">
      <xsd:simpleType>
        <xsd:restriction base="dms:Note">
          <xsd:maxLength value="255"/>
        </xsd:restriction>
      </xsd:simpleType>
    </xsd:element>
    <xsd:element name="MediaServiceGenerationTime" ma:index="21" nillable="true" ma:displayName="MediaServiceGenerationTime" ma:hidden="true" ma:internalName="MediaServiceGenerationTime" ma:readOnly="true">
      <xsd:simpleType>
        <xsd:restriction base="dms:Text"/>
      </xsd:simpleType>
    </xsd:element>
    <xsd:element name="MediaServiceEventHashCode" ma:index="22"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97934b4b-eba6-486d-bfc1-4b8e3fe39092" elementFormDefault="qualified">
    <xsd:import namespace="http://schemas.microsoft.com/office/2006/documentManagement/types"/>
    <xsd:import namespace="http://schemas.microsoft.com/office/infopath/2007/PartnerControls"/>
    <xsd:element name="SharedWithUsers" ma:index="13"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4" nillable="true" ma:displayName="Shared With Details" ma:internalName="SharedWithDetails" ma:readOnly="true">
      <xsd:simpleType>
        <xsd:restriction base="dms:Note">
          <xsd:maxLength value="255"/>
        </xsd:restriction>
      </xsd:simpleType>
    </xsd:element>
    <xsd:element name="TaxCatchAll" ma:index="19" nillable="true" ma:displayName="Taxonomy Catch All Column" ma:hidden="true" ma:list="{a885aa0b-334b-483f-9125-6409c6335a4b}" ma:internalName="TaxCatchAll" ma:showField="CatchAllData" ma:web="97934b4b-eba6-486d-bfc1-4b8e3fe39092">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TaxCatchAll xmlns="97934b4b-eba6-486d-bfc1-4b8e3fe39092" xsi:nil="true"/>
    <lcf76f155ced4ddcb4097134ff3c332f xmlns="0a5c0dea-e5d7-4228-9256-3793bb42faa5">
      <Terms xmlns="http://schemas.microsoft.com/office/infopath/2007/PartnerControls"/>
    </lcf76f155ced4ddcb4097134ff3c332f>
    <OneNoteFluid_FileOrder xmlns="0a5c0dea-e5d7-4228-9256-3793bb42faa5" xsi:nil="true"/>
    <_ip_UnifiedCompliancePolicyUIAction xmlns="http://schemas.microsoft.com/sharepoint/v3" xsi:nil="true"/>
    <_ip_UnifiedCompliancePolicyProperties xmlns="http://schemas.microsoft.com/sharepoint/v3" xsi:nil="true"/>
  </documentManagement>
</p:properties>
</file>

<file path=customXml/itemProps1.xml><?xml version="1.0" encoding="utf-8"?>
<ds:datastoreItem xmlns:ds="http://schemas.openxmlformats.org/officeDocument/2006/customXml" ds:itemID="{65706F12-4901-40A2-B73E-B2C1699D013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0a5c0dea-e5d7-4228-9256-3793bb42faa5"/>
    <ds:schemaRef ds:uri="97934b4b-eba6-486d-bfc1-4b8e3fe3909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4E95672E-9EF3-4169-A29E-58BE0E468CC1}">
  <ds:schemaRefs>
    <ds:schemaRef ds:uri="http://schemas.microsoft.com/sharepoint/v3/contenttype/forms"/>
  </ds:schemaRefs>
</ds:datastoreItem>
</file>

<file path=customXml/itemProps3.xml><?xml version="1.0" encoding="utf-8"?>
<ds:datastoreItem xmlns:ds="http://schemas.openxmlformats.org/officeDocument/2006/customXml" ds:itemID="{5EFBF231-D9FA-426B-A033-D25C1173B665}">
  <ds:schemaRefs>
    <ds:schemaRef ds:uri="http://schemas.microsoft.com/office/2006/metadata/properties"/>
    <ds:schemaRef ds:uri="http://schemas.microsoft.com/office/infopath/2007/PartnerControls"/>
    <ds:schemaRef ds:uri="97934b4b-eba6-486d-bfc1-4b8e3fe39092"/>
    <ds:schemaRef ds:uri="0a5c0dea-e5d7-4228-9256-3793bb42faa5"/>
    <ds:schemaRef ds:uri="http://schemas.microsoft.com/sharepoint/v3"/>
  </ds:schemaRefs>
</ds:datastoreItem>
</file>

<file path=docMetadata/LabelInfo.xml><?xml version="1.0" encoding="utf-8"?>
<clbl:labelList xmlns:clbl="http://schemas.microsoft.com/office/2020/mipLabelMetadata">
  <clbl:label id="{f42aa342-8706-4288-bd11-ebb85995028c}" enabled="1" method="Standard" siteId="{72f988bf-86f1-41af-91ab-2d7cd011db47}" removed="0"/>
</clbl:labelList>
</file>

<file path=docProps/app.xml><?xml version="1.0" encoding="utf-8"?>
<Properties xmlns="http://schemas.openxmlformats.org/officeDocument/2006/extended-properties" xmlns:vt="http://schemas.openxmlformats.org/officeDocument/2006/docPropsVTypes">
  <Template>TM04033929[[fn=石板]]</Template>
  <TotalTime>738</TotalTime>
  <Words>744</Words>
  <Application>Microsoft Office PowerPoint</Application>
  <PresentationFormat>宽屏</PresentationFormat>
  <Paragraphs>77</Paragraphs>
  <Slides>20</Slides>
  <Notes>0</Notes>
  <HiddenSlides>0</HiddenSlides>
  <MMClips>0</MMClips>
  <ScaleCrop>false</ScaleCrop>
  <HeadingPairs>
    <vt:vector size="8" baseType="variant">
      <vt:variant>
        <vt:lpstr>已用的字体</vt:lpstr>
      </vt:variant>
      <vt:variant>
        <vt:i4>3</vt:i4>
      </vt:variant>
      <vt:variant>
        <vt:lpstr>主题</vt:lpstr>
      </vt:variant>
      <vt:variant>
        <vt:i4>1</vt:i4>
      </vt:variant>
      <vt:variant>
        <vt:lpstr>嵌入 OLE 服务器</vt:lpstr>
      </vt:variant>
      <vt:variant>
        <vt:i4>1</vt:i4>
      </vt:variant>
      <vt:variant>
        <vt:lpstr>幻灯片标题</vt:lpstr>
      </vt:variant>
      <vt:variant>
        <vt:i4>20</vt:i4>
      </vt:variant>
    </vt:vector>
  </HeadingPairs>
  <TitlesOfParts>
    <vt:vector size="25" baseType="lpstr">
      <vt:lpstr>-apple-system</vt:lpstr>
      <vt:lpstr>Arial</vt:lpstr>
      <vt:lpstr>Calibri</vt:lpstr>
      <vt:lpstr>主题5</vt:lpstr>
      <vt:lpstr>think-cell Slide</vt:lpstr>
      <vt:lpstr>基于微信小程序的智能记账系统的设计与实现  毕业答辩</vt:lpstr>
      <vt:lpstr>PowerPoint 演示文稿</vt:lpstr>
      <vt:lpstr>选题的背景与意义</vt:lpstr>
      <vt:lpstr>项目的背景</vt:lpstr>
      <vt:lpstr>开发流程</vt:lpstr>
      <vt:lpstr>系统架构介绍</vt:lpstr>
      <vt:lpstr>技术选型</vt:lpstr>
      <vt:lpstr>数据库设计</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开发成果</vt:lpstr>
      <vt:lpstr>PowerPoint 演示文稿</vt:lpstr>
      <vt:lpstr>项目感言</vt:lpstr>
      <vt:lpstr>PowerPoint 演示文稿</vt:lpstr>
      <vt:lpstr>Thanks And your slogan here</vt:lpstr>
    </vt:vector>
  </TitlesOfParts>
  <Manager>iSlide</Manager>
  <Company>iSlide</Company>
  <LinksUpToDate>false</LinksUpToDate>
  <SharedDoc>false</SharedDoc>
  <HyperlinkBase>https://www.islide.cc</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iSlide</dc:creator>
  <cp:lastModifiedBy>松衡 伯</cp:lastModifiedBy>
  <cp:revision>24</cp:revision>
  <cp:lastPrinted>2018-08-28T16:00:00Z</cp:lastPrinted>
  <dcterms:created xsi:type="dcterms:W3CDTF">2018-08-28T16:00:00Z</dcterms:created>
  <dcterms:modified xsi:type="dcterms:W3CDTF">2025-04-16T15:13:30Z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Slide.Theme">
    <vt:lpwstr>48706f29-9ca0-418e-876d-de7b156ca083</vt:lpwstr>
  </property>
  <property fmtid="{D5CDD505-2E9C-101B-9397-08002B2CF9AE}" pid="3" name="ContentTypeId">
    <vt:lpwstr>0x010100D1443A8EF62DE444B1FF07917E22EF72</vt:lpwstr>
  </property>
</Properties>
</file>